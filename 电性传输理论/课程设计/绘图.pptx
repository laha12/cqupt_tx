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84" y="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D3702-7097-487F-B0D3-7F62440E3819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B022C-36F3-43F7-B0FA-B95A0B1A1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92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022C-36F3-43F7-B0FA-B95A0B1A1A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57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7FFEB-9689-554F-BD87-51B2E5C4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784E0C-8D88-6934-1099-53CC85448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6C192-D2DA-1E70-65E1-C7FE5587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3F44B-0E5C-DA7C-3CE1-069774F2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79410-BA5D-9CC0-9625-9DF76E40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52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EE921-D984-381F-1E46-619CEC20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5D042-5D94-BB29-4C0E-A7CE148AE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0E423-1A51-B6FC-40E9-184DD213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01206-E18D-7B2A-E443-D572A2B2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57BD57-2F50-C36F-7AC0-A48E326A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87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A4819-410B-077C-BB19-1C7E3439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28263-C964-AD4F-25F6-52C4F53FA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A9856E-637E-4489-4A12-F8AD9A5A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11709-A892-B50C-E70B-87E85B65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DE5C1-3125-9802-FAC9-689D85C4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4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36078-8201-2A27-43C2-FE96F6C5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5CAE7-5559-9FE9-FA40-E26D7F731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7C1D37-D52E-D26D-1E41-17450E255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41D74D-9FBE-3DDB-ACBE-0861F8EF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9FFC43-E20D-214D-4B79-1113D3B7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2F3905-EA91-6A14-8B4B-B2B45D12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58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E4B00-F32C-EE11-95C7-F370CC31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54B115-E42A-C578-56E5-4595A186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49ABF8-CC5F-1F0A-03F6-5EAE85CA9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658321-EF5A-B8CF-AF2F-CE0922EB8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895F4F-EB2F-93FA-80DE-2F765C016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7646DB-2256-A6CB-657D-2C4DFED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001732-2AD5-375A-FB3D-D10E4304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A34577-0741-2CAE-F4CC-0E59F8B8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8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041E1-B90E-FF4A-A2D0-EF67BCA0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21D14B-2A80-6268-4BF0-C68F4A61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AE5BC5-C0E1-B60F-3585-CAF9EBE1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570B22-1080-8174-6E81-403E87A8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72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D6A945-6B5D-544F-A790-720EF9F8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DC2C50-C6AB-87A9-6946-9596D316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EDAB6-1466-F09F-09CF-C7F3C4DF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6CBDB-CF9E-B0B8-7E5F-78AAF639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305BBB-AD80-3093-8353-0DC5E02C8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3B7BE7-F609-8CDA-07DB-F0068DA7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F878CD-668D-DD98-F6FC-886E43C2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BC9518-C135-332E-DB6C-10E246B8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28E91A-9875-6203-DD17-ADC9AC71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33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9051C-A788-EDD6-4C44-4CE6721A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3BC3A4-C968-12C8-275C-A7BFAAA72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89D25D-61D1-1DD1-A9E4-B796D2D6D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AD5A7-D24B-EF65-B587-8B56E02B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93B668-7778-C9F7-3638-CEC21DA1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FE421D-2099-944D-A05D-E21F563B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75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14088-EC4D-6AB3-AC63-972E359C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1FC732-DC00-EC81-8FF4-1EE8D20A2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FF76B-C5CC-295A-DAEA-7E482F55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94ADA-1169-6A6F-5C7B-0252C94A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2E839-F501-EFDF-27F7-1EC1C1A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0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4E48F-ACDE-3288-0584-FCE91C5B1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891081-70A7-4369-9AF6-1D28718AF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176E8-36C0-E73C-47A5-0353D4E7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50C21-656B-544B-E44F-907FDB68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79390-7306-2A2A-0D3B-CDC22F09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2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D83367-D22E-104D-E618-4F5F47CF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F3A02-6667-2F97-9EBF-12070E94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B51D5-13F1-2237-DFD2-A4839654D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C89C0-B39A-48D3-A7B7-31564E9619A5}" type="datetimeFigureOut">
              <a:rPr lang="zh-CN" altLang="en-US" smtClean="0"/>
              <a:t>2024/12/8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62A71-C201-1BE7-A6DC-01E3D044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774466-6CB0-28BD-17D5-72230B4FD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C75D7-B926-4FF8-BC60-967C98030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FF934A-FD2A-B877-CA16-5A5761EA9E8F}"/>
              </a:ext>
            </a:extLst>
          </p:cNvPr>
          <p:cNvGrpSpPr/>
          <p:nvPr/>
        </p:nvGrpSpPr>
        <p:grpSpPr>
          <a:xfrm>
            <a:off x="3051672" y="848299"/>
            <a:ext cx="3971490" cy="5750805"/>
            <a:chOff x="3051672" y="848299"/>
            <a:chExt cx="3971490" cy="575080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1EBC580-A06C-ADD3-8BE1-BAE9E2D69A26}"/>
                </a:ext>
              </a:extLst>
            </p:cNvPr>
            <p:cNvSpPr/>
            <p:nvPr/>
          </p:nvSpPr>
          <p:spPr>
            <a:xfrm>
              <a:off x="3051672" y="848299"/>
              <a:ext cx="3044328" cy="575080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1FE9B51-9BAC-C680-203E-7323569C10FE}"/>
                </a:ext>
              </a:extLst>
            </p:cNvPr>
            <p:cNvSpPr/>
            <p:nvPr/>
          </p:nvSpPr>
          <p:spPr>
            <a:xfrm>
              <a:off x="4538311" y="5517748"/>
              <a:ext cx="1270000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9A650A0-9192-E3B4-7F95-0ABE40E754B4}"/>
                </a:ext>
              </a:extLst>
            </p:cNvPr>
            <p:cNvSpPr/>
            <p:nvPr/>
          </p:nvSpPr>
          <p:spPr>
            <a:xfrm>
              <a:off x="4964630" y="6045000"/>
              <a:ext cx="567088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5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5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85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栋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579A742-52A6-F219-221C-0973A23B046D}"/>
                </a:ext>
              </a:extLst>
            </p:cNvPr>
            <p:cNvSpPr/>
            <p:nvPr/>
          </p:nvSpPr>
          <p:spPr>
            <a:xfrm>
              <a:off x="3350861" y="6044999"/>
              <a:ext cx="1270000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00A8F8A-1E2B-E90B-64A8-3D120B2CB559}"/>
                </a:ext>
              </a:extLst>
            </p:cNvPr>
            <p:cNvSpPr/>
            <p:nvPr/>
          </p:nvSpPr>
          <p:spPr>
            <a:xfrm>
              <a:off x="3367106" y="5517748"/>
              <a:ext cx="567088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9D1606D-B27A-CA2B-FD24-281202163DBF}"/>
                </a:ext>
              </a:extLst>
            </p:cNvPr>
            <p:cNvSpPr/>
            <p:nvPr/>
          </p:nvSpPr>
          <p:spPr>
            <a:xfrm>
              <a:off x="4330700" y="5060346"/>
              <a:ext cx="1477609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31D04EA-0828-02A4-67E8-1962C703CA4B}"/>
                </a:ext>
              </a:extLst>
            </p:cNvPr>
            <p:cNvSpPr/>
            <p:nvPr/>
          </p:nvSpPr>
          <p:spPr>
            <a:xfrm>
              <a:off x="3350861" y="4884642"/>
              <a:ext cx="567088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D441726-9A63-F57D-D946-13DC2F0ED486}"/>
                </a:ext>
              </a:extLst>
            </p:cNvPr>
            <p:cNvSpPr/>
            <p:nvPr/>
          </p:nvSpPr>
          <p:spPr>
            <a:xfrm>
              <a:off x="3258688" y="4406900"/>
              <a:ext cx="675506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EE7E024-6BA3-18AD-B283-2B1BCDB3A747}"/>
                </a:ext>
              </a:extLst>
            </p:cNvPr>
            <p:cNvSpPr/>
            <p:nvPr/>
          </p:nvSpPr>
          <p:spPr>
            <a:xfrm>
              <a:off x="5102991" y="4464050"/>
              <a:ext cx="705318" cy="4156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A01FAA6-595C-1BD2-7760-5A21DA23F707}"/>
                </a:ext>
              </a:extLst>
            </p:cNvPr>
            <p:cNvSpPr/>
            <p:nvPr/>
          </p:nvSpPr>
          <p:spPr>
            <a:xfrm>
              <a:off x="4330700" y="3937008"/>
              <a:ext cx="1477609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C34DBFE-8947-E8D3-81BE-487F8F167F23}"/>
                </a:ext>
              </a:extLst>
            </p:cNvPr>
            <p:cNvSpPr/>
            <p:nvPr/>
          </p:nvSpPr>
          <p:spPr>
            <a:xfrm>
              <a:off x="3241843" y="3851179"/>
              <a:ext cx="675506" cy="342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8F5F8E0-490D-EB33-1BF5-FCF97536AEED}"/>
                </a:ext>
              </a:extLst>
            </p:cNvPr>
            <p:cNvSpPr/>
            <p:nvPr/>
          </p:nvSpPr>
          <p:spPr>
            <a:xfrm>
              <a:off x="4465387" y="3262170"/>
              <a:ext cx="1342921" cy="342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85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北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F6CDE33-EA53-4DD0-6496-C06794D84F26}"/>
                </a:ext>
              </a:extLst>
            </p:cNvPr>
            <p:cNvSpPr/>
            <p:nvPr/>
          </p:nvSpPr>
          <p:spPr>
            <a:xfrm>
              <a:off x="3241843" y="3258715"/>
              <a:ext cx="1070003" cy="3405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3253F72-D7DF-6A52-0AC4-4658C644F12B}"/>
                </a:ext>
              </a:extLst>
            </p:cNvPr>
            <p:cNvSpPr/>
            <p:nvPr/>
          </p:nvSpPr>
          <p:spPr>
            <a:xfrm>
              <a:off x="3236629" y="2703010"/>
              <a:ext cx="1342921" cy="342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E39BCD0-809E-4988-2B7A-3ECCB3827922}"/>
                </a:ext>
              </a:extLst>
            </p:cNvPr>
            <p:cNvSpPr/>
            <p:nvPr/>
          </p:nvSpPr>
          <p:spPr>
            <a:xfrm>
              <a:off x="4754448" y="2697540"/>
              <a:ext cx="1070003" cy="3405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6AB2037-5058-CAE8-9214-92C2D9082371}"/>
                </a:ext>
              </a:extLst>
            </p:cNvPr>
            <p:cNvSpPr/>
            <p:nvPr/>
          </p:nvSpPr>
          <p:spPr>
            <a:xfrm>
              <a:off x="3244119" y="2200212"/>
              <a:ext cx="1342921" cy="342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EE9F664-5662-4752-2FF0-899E9C830E63}"/>
                </a:ext>
              </a:extLst>
            </p:cNvPr>
            <p:cNvSpPr/>
            <p:nvPr/>
          </p:nvSpPr>
          <p:spPr>
            <a:xfrm>
              <a:off x="4733793" y="2148056"/>
              <a:ext cx="1070003" cy="3405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D68AC18-8872-B8B5-A579-4A0760D9B062}"/>
                </a:ext>
              </a:extLst>
            </p:cNvPr>
            <p:cNvSpPr/>
            <p:nvPr/>
          </p:nvSpPr>
          <p:spPr>
            <a:xfrm>
              <a:off x="3167952" y="1704895"/>
              <a:ext cx="1342921" cy="342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kumimoji="0" lang="en-US" altLang="zh-CN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086ACBA-43C5-FC6C-6B45-77EDF9B3FCA5}"/>
                </a:ext>
              </a:extLst>
            </p:cNvPr>
            <p:cNvSpPr/>
            <p:nvPr/>
          </p:nvSpPr>
          <p:spPr>
            <a:xfrm>
              <a:off x="4784256" y="1687815"/>
              <a:ext cx="927835" cy="3557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6352EE1-113B-4930-07C2-FD58AE152010}"/>
                </a:ext>
              </a:extLst>
            </p:cNvPr>
            <p:cNvSpPr/>
            <p:nvPr/>
          </p:nvSpPr>
          <p:spPr>
            <a:xfrm rot="180000">
              <a:off x="3276810" y="1204891"/>
              <a:ext cx="1136948" cy="2628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80E9EF7-C5CC-288B-10D5-9A74F7BD943F}"/>
                </a:ext>
              </a:extLst>
            </p:cNvPr>
            <p:cNvSpPr/>
            <p:nvPr/>
          </p:nvSpPr>
          <p:spPr>
            <a:xfrm>
              <a:off x="4538311" y="1171326"/>
              <a:ext cx="1342921" cy="342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北区</a:t>
              </a:r>
              <a:r>
                <a:rPr lang="en-US" altLang="zh-CN" sz="8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kumimoji="0" lang="zh-CN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栋</a:t>
              </a:r>
            </a:p>
          </p:txBody>
        </p:sp>
        <p:sp>
          <p:nvSpPr>
            <p:cNvPr id="45" name="箭头: 右 44">
              <a:extLst>
                <a:ext uri="{FF2B5EF4-FFF2-40B4-BE49-F238E27FC236}">
                  <a16:creationId xmlns:a16="http://schemas.microsoft.com/office/drawing/2014/main" id="{66A6E7CF-8E8E-86C3-2470-049AE0227FB5}"/>
                </a:ext>
              </a:extLst>
            </p:cNvPr>
            <p:cNvSpPr/>
            <p:nvPr/>
          </p:nvSpPr>
          <p:spPr>
            <a:xfrm rot="16200000">
              <a:off x="6250489" y="1056858"/>
              <a:ext cx="947139" cy="59820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6260A60B-C017-CCAC-FD9D-8685F984DA78}"/>
              </a:ext>
            </a:extLst>
          </p:cNvPr>
          <p:cNvSpPr txBox="1"/>
          <p:nvPr/>
        </p:nvSpPr>
        <p:spPr>
          <a:xfrm>
            <a:off x="7023348" y="1158099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</a:p>
        </p:txBody>
      </p:sp>
    </p:spTree>
    <p:extLst>
      <p:ext uri="{BB962C8B-B14F-4D97-AF65-F5344CB8AC3E}">
        <p14:creationId xmlns:p14="http://schemas.microsoft.com/office/powerpoint/2010/main" val="236566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FC31-BCF3-5B6F-C62D-7C49CC96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061D46B-0C9F-356C-0FEB-F76BC43F6A3F}"/>
              </a:ext>
            </a:extLst>
          </p:cNvPr>
          <p:cNvSpPr/>
          <p:nvPr/>
        </p:nvSpPr>
        <p:spPr>
          <a:xfrm>
            <a:off x="3076606" y="311681"/>
            <a:ext cx="3044328" cy="64657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5F0872-CA55-BA79-38CB-A4F7C8C55843}"/>
              </a:ext>
            </a:extLst>
          </p:cNvPr>
          <p:cNvSpPr/>
          <p:nvPr/>
        </p:nvSpPr>
        <p:spPr>
          <a:xfrm>
            <a:off x="4538311" y="5826358"/>
            <a:ext cx="1270000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3FB8A6-74DC-FA15-EFEB-57C8CABBD831}"/>
              </a:ext>
            </a:extLst>
          </p:cNvPr>
          <p:cNvSpPr/>
          <p:nvPr/>
        </p:nvSpPr>
        <p:spPr>
          <a:xfrm>
            <a:off x="4964630" y="6323130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5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南区</a:t>
            </a:r>
            <a:r>
              <a:rPr lang="en-US" altLang="zh-CN" sz="85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85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018F3-7EAD-FB92-AEB1-7DCFDD89AA05}"/>
              </a:ext>
            </a:extLst>
          </p:cNvPr>
          <p:cNvSpPr/>
          <p:nvPr/>
        </p:nvSpPr>
        <p:spPr>
          <a:xfrm>
            <a:off x="3350861" y="6323129"/>
            <a:ext cx="1270000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4EC23A-6C10-470E-AE95-0388D74D939C}"/>
              </a:ext>
            </a:extLst>
          </p:cNvPr>
          <p:cNvSpPr/>
          <p:nvPr/>
        </p:nvSpPr>
        <p:spPr>
          <a:xfrm>
            <a:off x="3367106" y="5826358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5EC43B-9ECC-95C0-8C73-0E34BD30E876}"/>
              </a:ext>
            </a:extLst>
          </p:cNvPr>
          <p:cNvSpPr/>
          <p:nvPr/>
        </p:nvSpPr>
        <p:spPr>
          <a:xfrm>
            <a:off x="4330700" y="5338476"/>
            <a:ext cx="1477609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BBBFA7-FF53-5C10-1E8B-65E2A8455527}"/>
              </a:ext>
            </a:extLst>
          </p:cNvPr>
          <p:cNvSpPr/>
          <p:nvPr/>
        </p:nvSpPr>
        <p:spPr>
          <a:xfrm>
            <a:off x="3350861" y="5162772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38A474-8139-1535-9656-0F08AA2EE8AB}"/>
              </a:ext>
            </a:extLst>
          </p:cNvPr>
          <p:cNvSpPr/>
          <p:nvPr/>
        </p:nvSpPr>
        <p:spPr>
          <a:xfrm>
            <a:off x="3258688" y="4654550"/>
            <a:ext cx="675506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3D59D7-3441-41A3-E602-A349B320CC3C}"/>
              </a:ext>
            </a:extLst>
          </p:cNvPr>
          <p:cNvSpPr/>
          <p:nvPr/>
        </p:nvSpPr>
        <p:spPr>
          <a:xfrm>
            <a:off x="5102991" y="4711700"/>
            <a:ext cx="705318" cy="41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CE1A34-888D-B7E1-56B6-C6EFD7E935CD}"/>
              </a:ext>
            </a:extLst>
          </p:cNvPr>
          <p:cNvSpPr/>
          <p:nvPr/>
        </p:nvSpPr>
        <p:spPr>
          <a:xfrm>
            <a:off x="4527550" y="4262763"/>
            <a:ext cx="1477609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C69E41-0FAD-6E96-F8F3-1E05A909DEF1}"/>
              </a:ext>
            </a:extLst>
          </p:cNvPr>
          <p:cNvSpPr/>
          <p:nvPr/>
        </p:nvSpPr>
        <p:spPr>
          <a:xfrm>
            <a:off x="3241843" y="4169314"/>
            <a:ext cx="675506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3ACC08-83E5-07E0-C1AA-8162AA6300F0}"/>
              </a:ext>
            </a:extLst>
          </p:cNvPr>
          <p:cNvSpPr/>
          <p:nvPr/>
        </p:nvSpPr>
        <p:spPr>
          <a:xfrm>
            <a:off x="4465387" y="326217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5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F543D2-F758-C3EB-AA08-05F20612AD2D}"/>
              </a:ext>
            </a:extLst>
          </p:cNvPr>
          <p:cNvSpPr/>
          <p:nvPr/>
        </p:nvSpPr>
        <p:spPr>
          <a:xfrm>
            <a:off x="3241843" y="3258715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E9C302-ECDB-3D75-E199-0D34BF2659F3}"/>
              </a:ext>
            </a:extLst>
          </p:cNvPr>
          <p:cNvSpPr/>
          <p:nvPr/>
        </p:nvSpPr>
        <p:spPr>
          <a:xfrm>
            <a:off x="3236629" y="270301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C597893-3572-CFDD-F81A-69BA04C0C57A}"/>
              </a:ext>
            </a:extLst>
          </p:cNvPr>
          <p:cNvSpPr/>
          <p:nvPr/>
        </p:nvSpPr>
        <p:spPr>
          <a:xfrm>
            <a:off x="4754448" y="2697540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04AE06-C5CE-3353-E0F1-151354E73FEB}"/>
              </a:ext>
            </a:extLst>
          </p:cNvPr>
          <p:cNvSpPr/>
          <p:nvPr/>
        </p:nvSpPr>
        <p:spPr>
          <a:xfrm>
            <a:off x="3244119" y="2200212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053A75-7283-4C10-C17C-E7E4F63F9286}"/>
              </a:ext>
            </a:extLst>
          </p:cNvPr>
          <p:cNvSpPr/>
          <p:nvPr/>
        </p:nvSpPr>
        <p:spPr>
          <a:xfrm>
            <a:off x="4733793" y="2148056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80C6A5-2459-3B34-D77A-32675594E4B6}"/>
              </a:ext>
            </a:extLst>
          </p:cNvPr>
          <p:cNvSpPr/>
          <p:nvPr/>
        </p:nvSpPr>
        <p:spPr>
          <a:xfrm>
            <a:off x="3167952" y="168902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90CE8-DDDC-9FCC-30EC-1566BFDAC8CA}"/>
              </a:ext>
            </a:extLst>
          </p:cNvPr>
          <p:cNvSpPr/>
          <p:nvPr/>
        </p:nvSpPr>
        <p:spPr>
          <a:xfrm>
            <a:off x="4784256" y="1665590"/>
            <a:ext cx="927835" cy="355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74DCD7-29E0-AE1F-CE47-C600DC946C4A}"/>
              </a:ext>
            </a:extLst>
          </p:cNvPr>
          <p:cNvSpPr/>
          <p:nvPr/>
        </p:nvSpPr>
        <p:spPr>
          <a:xfrm rot="180000">
            <a:off x="3242727" y="523525"/>
            <a:ext cx="1136948" cy="262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4D47604-A0D2-243A-7E35-6B00B03F80D7}"/>
              </a:ext>
            </a:extLst>
          </p:cNvPr>
          <p:cNvSpPr/>
          <p:nvPr/>
        </p:nvSpPr>
        <p:spPr>
          <a:xfrm>
            <a:off x="4561368" y="492973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E57FC024-2AE6-EBB3-3C93-931F092FD330}"/>
              </a:ext>
            </a:extLst>
          </p:cNvPr>
          <p:cNvSpPr/>
          <p:nvPr/>
        </p:nvSpPr>
        <p:spPr>
          <a:xfrm rot="16200000">
            <a:off x="6250489" y="1056858"/>
            <a:ext cx="947139" cy="59820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6D317BF-693C-084E-3EAA-70E9CF71C5A3}"/>
              </a:ext>
            </a:extLst>
          </p:cNvPr>
          <p:cNvSpPr txBox="1"/>
          <p:nvPr/>
        </p:nvSpPr>
        <p:spPr>
          <a:xfrm>
            <a:off x="7023348" y="1158099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</a:p>
        </p:txBody>
      </p:sp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66EC063F-21AA-9AC0-989A-4ED52FE41135}"/>
              </a:ext>
            </a:extLst>
          </p:cNvPr>
          <p:cNvSpPr/>
          <p:nvPr/>
        </p:nvSpPr>
        <p:spPr>
          <a:xfrm>
            <a:off x="3915579" y="3725432"/>
            <a:ext cx="1004233" cy="327494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tx1"/>
                </a:solidFill>
              </a:rPr>
              <a:t>光交箱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A4B496-AA3C-7D67-6549-CDF2628A7A3D}"/>
              </a:ext>
            </a:extLst>
          </p:cNvPr>
          <p:cNvSpPr/>
          <p:nvPr/>
        </p:nvSpPr>
        <p:spPr>
          <a:xfrm>
            <a:off x="3218447" y="1142002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1BFD6B-3AC9-E7DC-28C2-34C747435E48}"/>
              </a:ext>
            </a:extLst>
          </p:cNvPr>
          <p:cNvSpPr/>
          <p:nvPr/>
        </p:nvSpPr>
        <p:spPr>
          <a:xfrm>
            <a:off x="4976454" y="1142002"/>
            <a:ext cx="927835" cy="355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16AE0AB2-359A-8DBD-4279-9B52DF4708E3}"/>
              </a:ext>
            </a:extLst>
          </p:cNvPr>
          <p:cNvCxnSpPr>
            <a:stCxn id="3" idx="3"/>
            <a:endCxn id="27" idx="2"/>
          </p:cNvCxnSpPr>
          <p:nvPr/>
        </p:nvCxnSpPr>
        <p:spPr>
          <a:xfrm flipV="1">
            <a:off x="4919812" y="3605049"/>
            <a:ext cx="217036" cy="284130"/>
          </a:xfrm>
          <a:prstGeom prst="bentConnector2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6FE77041-1944-3414-D5A7-04D3E18179A0}"/>
              </a:ext>
            </a:extLst>
          </p:cNvPr>
          <p:cNvCxnSpPr>
            <a:cxnSpLocks/>
            <a:endCxn id="28" idx="2"/>
          </p:cNvCxnSpPr>
          <p:nvPr/>
        </p:nvCxnSpPr>
        <p:spPr>
          <a:xfrm rot="10800000">
            <a:off x="3776845" y="3599285"/>
            <a:ext cx="640850" cy="61223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7B3ED5CA-2DA7-57A4-2535-5937988D95A8}"/>
              </a:ext>
            </a:extLst>
          </p:cNvPr>
          <p:cNvCxnSpPr>
            <a:stCxn id="33" idx="2"/>
            <a:endCxn id="34" idx="2"/>
          </p:cNvCxnSpPr>
          <p:nvPr/>
        </p:nvCxnSpPr>
        <p:spPr>
          <a:xfrm rot="5400000" flipH="1" flipV="1">
            <a:off x="4538530" y="1322256"/>
            <a:ext cx="10525" cy="1408761"/>
          </a:xfrm>
          <a:prstGeom prst="bentConnector3">
            <a:avLst>
              <a:gd name="adj1" fmla="val -693824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EEEC33D-6B15-DCDD-3374-CD3065315000}"/>
              </a:ext>
            </a:extLst>
          </p:cNvPr>
          <p:cNvCxnSpPr/>
          <p:nvPr/>
        </p:nvCxnSpPr>
        <p:spPr>
          <a:xfrm flipV="1">
            <a:off x="4658783" y="2102795"/>
            <a:ext cx="0" cy="5163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55ADFCD9-9CFF-5FE8-E491-49C4BEE952CC}"/>
              </a:ext>
            </a:extLst>
          </p:cNvPr>
          <p:cNvCxnSpPr>
            <a:stCxn id="10" idx="2"/>
            <a:endCxn id="11" idx="2"/>
          </p:cNvCxnSpPr>
          <p:nvPr/>
        </p:nvCxnSpPr>
        <p:spPr>
          <a:xfrm rot="16200000" flipH="1">
            <a:off x="4658688" y="716101"/>
            <a:ext cx="12905" cy="1550464"/>
          </a:xfrm>
          <a:prstGeom prst="bentConnector3">
            <a:avLst>
              <a:gd name="adj1" fmla="val 1010291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35B2A6AC-A4BD-222F-2B8F-C07F04127E72}"/>
              </a:ext>
            </a:extLst>
          </p:cNvPr>
          <p:cNvCxnSpPr/>
          <p:nvPr/>
        </p:nvCxnSpPr>
        <p:spPr>
          <a:xfrm flipV="1">
            <a:off x="4658783" y="1610074"/>
            <a:ext cx="0" cy="4980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58ADBCCC-548C-EAEE-9801-59610666D59F}"/>
              </a:ext>
            </a:extLst>
          </p:cNvPr>
          <p:cNvCxnSpPr>
            <a:stCxn id="29" idx="2"/>
            <a:endCxn id="30" idx="2"/>
          </p:cNvCxnSpPr>
          <p:nvPr/>
        </p:nvCxnSpPr>
        <p:spPr>
          <a:xfrm rot="5400000" flipH="1" flipV="1">
            <a:off x="4594880" y="2351319"/>
            <a:ext cx="7780" cy="1381360"/>
          </a:xfrm>
          <a:prstGeom prst="bentConnector3">
            <a:avLst>
              <a:gd name="adj1" fmla="val -1577969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658A309-2E8E-DE3B-7383-FE65FC486923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4417695" y="3166272"/>
            <a:ext cx="1" cy="5591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B06CC88C-706B-5E18-A01B-9EC3A0BD9A24}"/>
              </a:ext>
            </a:extLst>
          </p:cNvPr>
          <p:cNvCxnSpPr>
            <a:stCxn id="31" idx="2"/>
            <a:endCxn id="32" idx="2"/>
          </p:cNvCxnSpPr>
          <p:nvPr/>
        </p:nvCxnSpPr>
        <p:spPr>
          <a:xfrm rot="5400000" flipH="1" flipV="1">
            <a:off x="4564954" y="1839250"/>
            <a:ext cx="54466" cy="1353215"/>
          </a:xfrm>
          <a:prstGeom prst="bentConnector3">
            <a:avLst>
              <a:gd name="adj1" fmla="val -139904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D6487C7-2CDC-4C75-D654-3B22BBB759F6}"/>
              </a:ext>
            </a:extLst>
          </p:cNvPr>
          <p:cNvCxnSpPr/>
          <p:nvPr/>
        </p:nvCxnSpPr>
        <p:spPr>
          <a:xfrm>
            <a:off x="4658783" y="2619182"/>
            <a:ext cx="0" cy="5470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EDBC7EB9-2AFF-4E10-6092-E826D5708413}"/>
              </a:ext>
            </a:extLst>
          </p:cNvPr>
          <p:cNvCxnSpPr/>
          <p:nvPr/>
        </p:nvCxnSpPr>
        <p:spPr>
          <a:xfrm flipV="1">
            <a:off x="4658783" y="1066800"/>
            <a:ext cx="0" cy="5432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1E07272F-D4A5-C771-5B54-FD945C6A0C52}"/>
              </a:ext>
            </a:extLst>
          </p:cNvPr>
          <p:cNvCxnSpPr>
            <a:endCxn id="36" idx="2"/>
          </p:cNvCxnSpPr>
          <p:nvPr/>
        </p:nvCxnSpPr>
        <p:spPr>
          <a:xfrm flipV="1">
            <a:off x="4658783" y="835852"/>
            <a:ext cx="574046" cy="224598"/>
          </a:xfrm>
          <a:prstGeom prst="bentConnector2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9D4F914F-044D-9A07-2049-BEC2E900B703}"/>
              </a:ext>
            </a:extLst>
          </p:cNvPr>
          <p:cNvCxnSpPr>
            <a:cxnSpLocks/>
          </p:cNvCxnSpPr>
          <p:nvPr/>
        </p:nvCxnSpPr>
        <p:spPr>
          <a:xfrm>
            <a:off x="3142554" y="948151"/>
            <a:ext cx="0" cy="2941028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0A48C787-0ADF-CE11-9765-8EC9DFDC9F6D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142554" y="3889179"/>
            <a:ext cx="773025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142A7766-87FC-A9FF-8352-F1CBFBCC40FA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142554" y="786157"/>
            <a:ext cx="661770" cy="168419"/>
          </a:xfrm>
          <a:prstGeom prst="bentConnector2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F21C5B27-90EE-4152-B85F-7D7752F32AFD}"/>
              </a:ext>
            </a:extLst>
          </p:cNvPr>
          <p:cNvCxnSpPr>
            <a:stCxn id="24" idx="0"/>
            <a:endCxn id="23" idx="0"/>
          </p:cNvCxnSpPr>
          <p:nvPr/>
        </p:nvCxnSpPr>
        <p:spPr>
          <a:xfrm rot="16200000" flipH="1">
            <a:off x="4376250" y="3372659"/>
            <a:ext cx="93449" cy="1686759"/>
          </a:xfrm>
          <a:prstGeom prst="bentConnector3">
            <a:avLst>
              <a:gd name="adj1" fmla="val -78144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941AF859-46AD-14A2-2B13-509EC39BDC00}"/>
              </a:ext>
            </a:extLst>
          </p:cNvPr>
          <p:cNvCxnSpPr>
            <a:cxnSpLocks/>
            <a:stCxn id="18" idx="0"/>
            <a:endCxn id="15" idx="0"/>
          </p:cNvCxnSpPr>
          <p:nvPr/>
        </p:nvCxnSpPr>
        <p:spPr>
          <a:xfrm rot="5400000" flipH="1" flipV="1">
            <a:off x="4411980" y="5065028"/>
            <a:ext cx="12700" cy="1522661"/>
          </a:xfrm>
          <a:prstGeom prst="bentConnector3">
            <a:avLst>
              <a:gd name="adj1" fmla="val 499984"/>
            </a:avLst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62D09E7F-9BFA-9CF1-F83D-83A8002F2A62}"/>
              </a:ext>
            </a:extLst>
          </p:cNvPr>
          <p:cNvCxnSpPr>
            <a:stCxn id="20" idx="0"/>
            <a:endCxn id="19" idx="0"/>
          </p:cNvCxnSpPr>
          <p:nvPr/>
        </p:nvCxnSpPr>
        <p:spPr>
          <a:xfrm rot="16200000" flipH="1">
            <a:off x="4264103" y="4533074"/>
            <a:ext cx="175704" cy="1435100"/>
          </a:xfrm>
          <a:prstGeom prst="bentConnector3">
            <a:avLst>
              <a:gd name="adj1" fmla="val -25298"/>
            </a:avLst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559C908F-286B-3834-5DEF-1734D67D027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417696" y="4052926"/>
            <a:ext cx="0" cy="10604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1DD56A71-18F8-D778-4768-5EAB05E75CF2}"/>
              </a:ext>
            </a:extLst>
          </p:cNvPr>
          <p:cNvCxnSpPr>
            <a:cxnSpLocks/>
          </p:cNvCxnSpPr>
          <p:nvPr/>
        </p:nvCxnSpPr>
        <p:spPr>
          <a:xfrm rot="5400000">
            <a:off x="3946368" y="5294473"/>
            <a:ext cx="652460" cy="290195"/>
          </a:xfrm>
          <a:prstGeom prst="bentConnector3">
            <a:avLst>
              <a:gd name="adj1" fmla="val 1739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65CD19DB-820E-6FD9-A903-C1F49B1D2244}"/>
              </a:ext>
            </a:extLst>
          </p:cNvPr>
          <p:cNvCxnSpPr>
            <a:cxnSpLocks/>
          </p:cNvCxnSpPr>
          <p:nvPr/>
        </p:nvCxnSpPr>
        <p:spPr>
          <a:xfrm>
            <a:off x="4184083" y="3983076"/>
            <a:ext cx="0" cy="22286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6836E7CC-8F66-2FB7-F241-F80B029E915A}"/>
              </a:ext>
            </a:extLst>
          </p:cNvPr>
          <p:cNvCxnSpPr>
            <a:stCxn id="21" idx="0"/>
            <a:endCxn id="22" idx="0"/>
          </p:cNvCxnSpPr>
          <p:nvPr/>
        </p:nvCxnSpPr>
        <p:spPr>
          <a:xfrm rot="16200000" flipH="1">
            <a:off x="4497470" y="3753521"/>
            <a:ext cx="57150" cy="1859209"/>
          </a:xfrm>
          <a:prstGeom prst="bentConnector3">
            <a:avLst>
              <a:gd name="adj1" fmla="val -44444"/>
            </a:avLst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椭圆 164">
            <a:extLst>
              <a:ext uri="{FF2B5EF4-FFF2-40B4-BE49-F238E27FC236}">
                <a16:creationId xmlns:a16="http://schemas.microsoft.com/office/drawing/2014/main" id="{3AD7B9DE-CD38-02DA-7574-A8FB685D790F}"/>
              </a:ext>
            </a:extLst>
          </p:cNvPr>
          <p:cNvSpPr/>
          <p:nvPr/>
        </p:nvSpPr>
        <p:spPr>
          <a:xfrm>
            <a:off x="4162392" y="4608830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25A30A1F-BFF4-1579-1CC7-E2E68BAB9194}"/>
              </a:ext>
            </a:extLst>
          </p:cNvPr>
          <p:cNvSpPr/>
          <p:nvPr/>
        </p:nvSpPr>
        <p:spPr>
          <a:xfrm>
            <a:off x="4394837" y="5098460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65E45723-A9BA-8C30-24A6-15DC735EAB48}"/>
              </a:ext>
            </a:extLst>
          </p:cNvPr>
          <p:cNvSpPr/>
          <p:nvPr/>
        </p:nvSpPr>
        <p:spPr>
          <a:xfrm>
            <a:off x="4104659" y="5742941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DF7012AE-7D0B-4F50-55A5-8BB938474CAA}"/>
              </a:ext>
            </a:extLst>
          </p:cNvPr>
          <p:cNvSpPr/>
          <p:nvPr/>
        </p:nvSpPr>
        <p:spPr>
          <a:xfrm>
            <a:off x="4161223" y="4076019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0012B32D-5D63-40D0-3CB2-76FC66860317}"/>
              </a:ext>
            </a:extLst>
          </p:cNvPr>
          <p:cNvSpPr/>
          <p:nvPr/>
        </p:nvSpPr>
        <p:spPr>
          <a:xfrm>
            <a:off x="4396054" y="3145582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2DDEC8CE-2002-8BB7-7915-85F54517F1E5}"/>
              </a:ext>
            </a:extLst>
          </p:cNvPr>
          <p:cNvSpPr/>
          <p:nvPr/>
        </p:nvSpPr>
        <p:spPr>
          <a:xfrm>
            <a:off x="4398089" y="3635509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F6551060-A0B6-4B2B-4C37-9296CF796421}"/>
              </a:ext>
            </a:extLst>
          </p:cNvPr>
          <p:cNvSpPr/>
          <p:nvPr/>
        </p:nvSpPr>
        <p:spPr>
          <a:xfrm>
            <a:off x="4637511" y="2601084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D0CD5FF0-DD35-1C45-C728-68C2C528E8AF}"/>
              </a:ext>
            </a:extLst>
          </p:cNvPr>
          <p:cNvSpPr/>
          <p:nvPr/>
        </p:nvSpPr>
        <p:spPr>
          <a:xfrm>
            <a:off x="4637511" y="2082073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0E1B236B-07F1-A500-3108-A4D39E44C35C}"/>
              </a:ext>
            </a:extLst>
          </p:cNvPr>
          <p:cNvSpPr/>
          <p:nvPr/>
        </p:nvSpPr>
        <p:spPr>
          <a:xfrm>
            <a:off x="4637511" y="1596291"/>
            <a:ext cx="45719" cy="457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1A85AD57-EDF3-D332-9FB2-3D00A1385CFD}"/>
              </a:ext>
            </a:extLst>
          </p:cNvPr>
          <p:cNvCxnSpPr>
            <a:endCxn id="16" idx="0"/>
          </p:cNvCxnSpPr>
          <p:nvPr/>
        </p:nvCxnSpPr>
        <p:spPr>
          <a:xfrm>
            <a:off x="4184083" y="6211718"/>
            <a:ext cx="1064091" cy="111412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27F69A43-98F9-8239-9888-81776F1EB5CD}"/>
              </a:ext>
            </a:extLst>
          </p:cNvPr>
          <p:cNvCxnSpPr>
            <a:endCxn id="17" idx="0"/>
          </p:cNvCxnSpPr>
          <p:nvPr/>
        </p:nvCxnSpPr>
        <p:spPr>
          <a:xfrm rot="10800000" flipV="1">
            <a:off x="3985861" y="6211717"/>
            <a:ext cx="198222" cy="111411"/>
          </a:xfrm>
          <a:prstGeom prst="bentConnector2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FD24B7FB-0135-C00A-A529-16716EC7E694}"/>
              </a:ext>
            </a:extLst>
          </p:cNvPr>
          <p:cNvSpPr/>
          <p:nvPr/>
        </p:nvSpPr>
        <p:spPr>
          <a:xfrm>
            <a:off x="1110756" y="1768663"/>
            <a:ext cx="629172" cy="344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OLT</a:t>
            </a:r>
            <a:endParaRPr lang="zh-CN" altLang="en-US" sz="1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297BCB04-C07A-6422-E8D2-537CE8A906E1}"/>
              </a:ext>
            </a:extLst>
          </p:cNvPr>
          <p:cNvCxnSpPr>
            <a:cxnSpLocks/>
            <a:stCxn id="187" idx="2"/>
          </p:cNvCxnSpPr>
          <p:nvPr/>
        </p:nvCxnSpPr>
        <p:spPr>
          <a:xfrm rot="16200000" flipH="1">
            <a:off x="1923879" y="1614777"/>
            <a:ext cx="1698798" cy="2695872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D69EBDC7-E346-B932-97D8-FD23B788C52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79621" y="5849512"/>
            <a:ext cx="2141" cy="502093"/>
          </a:xfrm>
          <a:prstGeom prst="bentConnector3">
            <a:avLst>
              <a:gd name="adj1" fmla="val -593180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2709E2C4-0A05-079D-3005-CB5DFE9BA893}"/>
              </a:ext>
            </a:extLst>
          </p:cNvPr>
          <p:cNvSpPr txBox="1"/>
          <p:nvPr/>
        </p:nvSpPr>
        <p:spPr>
          <a:xfrm>
            <a:off x="2104317" y="5953809"/>
            <a:ext cx="413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rPr>
              <a:t>20m</a:t>
            </a:r>
          </a:p>
        </p:txBody>
      </p:sp>
    </p:spTree>
    <p:extLst>
      <p:ext uri="{BB962C8B-B14F-4D97-AF65-F5344CB8AC3E}">
        <p14:creationId xmlns:p14="http://schemas.microsoft.com/office/powerpoint/2010/main" val="242565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EF0A-6272-F9DB-5EB7-8BA97BF0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D3A2041-CD8B-6BAC-1BB1-0422996479BF}"/>
              </a:ext>
            </a:extLst>
          </p:cNvPr>
          <p:cNvSpPr/>
          <p:nvPr/>
        </p:nvSpPr>
        <p:spPr>
          <a:xfrm>
            <a:off x="3076606" y="311681"/>
            <a:ext cx="3044328" cy="64657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AE9971-04F8-BF24-368A-24F46ECA2AAA}"/>
              </a:ext>
            </a:extLst>
          </p:cNvPr>
          <p:cNvSpPr/>
          <p:nvPr/>
        </p:nvSpPr>
        <p:spPr>
          <a:xfrm>
            <a:off x="4538311" y="5826358"/>
            <a:ext cx="1270000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EE8AE-473D-0C09-6180-26921EA0224D}"/>
              </a:ext>
            </a:extLst>
          </p:cNvPr>
          <p:cNvSpPr/>
          <p:nvPr/>
        </p:nvSpPr>
        <p:spPr>
          <a:xfrm>
            <a:off x="4964630" y="6323130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5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南区</a:t>
            </a:r>
            <a:r>
              <a:rPr lang="en-US" altLang="zh-CN" sz="85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85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E43407-26E6-E717-72C0-D32C8239820A}"/>
              </a:ext>
            </a:extLst>
          </p:cNvPr>
          <p:cNvSpPr/>
          <p:nvPr/>
        </p:nvSpPr>
        <p:spPr>
          <a:xfrm>
            <a:off x="3350861" y="6323129"/>
            <a:ext cx="1270000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3C1553-40E5-EB59-D83A-76C82403F217}"/>
              </a:ext>
            </a:extLst>
          </p:cNvPr>
          <p:cNvSpPr/>
          <p:nvPr/>
        </p:nvSpPr>
        <p:spPr>
          <a:xfrm>
            <a:off x="3367106" y="5826358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A8A75F-2305-BD9B-7118-6D66CBC61D64}"/>
              </a:ext>
            </a:extLst>
          </p:cNvPr>
          <p:cNvSpPr/>
          <p:nvPr/>
        </p:nvSpPr>
        <p:spPr>
          <a:xfrm>
            <a:off x="4330700" y="5338476"/>
            <a:ext cx="1477609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ED2FA7-AF9F-E8E5-99B8-ADE295CDBEF3}"/>
              </a:ext>
            </a:extLst>
          </p:cNvPr>
          <p:cNvSpPr/>
          <p:nvPr/>
        </p:nvSpPr>
        <p:spPr>
          <a:xfrm>
            <a:off x="3350861" y="5162772"/>
            <a:ext cx="567088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DB5B83-E846-A235-908A-3BC556A85BD1}"/>
              </a:ext>
            </a:extLst>
          </p:cNvPr>
          <p:cNvSpPr/>
          <p:nvPr/>
        </p:nvSpPr>
        <p:spPr>
          <a:xfrm>
            <a:off x="3258688" y="4654550"/>
            <a:ext cx="675506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DE4E64-EE11-EA20-6B1C-B7DD18E0E484}"/>
              </a:ext>
            </a:extLst>
          </p:cNvPr>
          <p:cNvSpPr/>
          <p:nvPr/>
        </p:nvSpPr>
        <p:spPr>
          <a:xfrm>
            <a:off x="5102991" y="4711700"/>
            <a:ext cx="705318" cy="41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FEEB10-4215-74F9-812E-9D96073AA88F}"/>
              </a:ext>
            </a:extLst>
          </p:cNvPr>
          <p:cNvSpPr/>
          <p:nvPr/>
        </p:nvSpPr>
        <p:spPr>
          <a:xfrm>
            <a:off x="4527550" y="4262763"/>
            <a:ext cx="1477609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FCB98D-8C44-1E16-28A3-4454482C0264}"/>
              </a:ext>
            </a:extLst>
          </p:cNvPr>
          <p:cNvSpPr/>
          <p:nvPr/>
        </p:nvSpPr>
        <p:spPr>
          <a:xfrm>
            <a:off x="3241843" y="4169314"/>
            <a:ext cx="675506" cy="342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7759F8-8916-C3AC-48CE-CA8D7043FDCC}"/>
              </a:ext>
            </a:extLst>
          </p:cNvPr>
          <p:cNvSpPr/>
          <p:nvPr/>
        </p:nvSpPr>
        <p:spPr>
          <a:xfrm>
            <a:off x="4465387" y="326217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5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D5C29C-84A0-B7D7-5602-33BB5520F9F9}"/>
              </a:ext>
            </a:extLst>
          </p:cNvPr>
          <p:cNvSpPr/>
          <p:nvPr/>
        </p:nvSpPr>
        <p:spPr>
          <a:xfrm>
            <a:off x="3241843" y="3258715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F452DE-7494-795E-E1F4-5AA325AB4A89}"/>
              </a:ext>
            </a:extLst>
          </p:cNvPr>
          <p:cNvSpPr/>
          <p:nvPr/>
        </p:nvSpPr>
        <p:spPr>
          <a:xfrm>
            <a:off x="3236629" y="270301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EB32DF-6720-88A3-A9BA-C92551273BFB}"/>
              </a:ext>
            </a:extLst>
          </p:cNvPr>
          <p:cNvSpPr/>
          <p:nvPr/>
        </p:nvSpPr>
        <p:spPr>
          <a:xfrm>
            <a:off x="4754448" y="2697540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891E70-9299-5190-436C-3A44B091051C}"/>
              </a:ext>
            </a:extLst>
          </p:cNvPr>
          <p:cNvSpPr/>
          <p:nvPr/>
        </p:nvSpPr>
        <p:spPr>
          <a:xfrm>
            <a:off x="3244119" y="2200212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9DE3C4-CB30-E712-72C2-3F984B097CFE}"/>
              </a:ext>
            </a:extLst>
          </p:cNvPr>
          <p:cNvSpPr/>
          <p:nvPr/>
        </p:nvSpPr>
        <p:spPr>
          <a:xfrm>
            <a:off x="4733793" y="2148056"/>
            <a:ext cx="1070003" cy="3405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FF76F8-2EC9-365B-F1D6-C727E92D39DA}"/>
              </a:ext>
            </a:extLst>
          </p:cNvPr>
          <p:cNvSpPr/>
          <p:nvPr/>
        </p:nvSpPr>
        <p:spPr>
          <a:xfrm>
            <a:off x="3167952" y="1689020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2B802E-DF4C-483F-B4D8-30CA7372C32F}"/>
              </a:ext>
            </a:extLst>
          </p:cNvPr>
          <p:cNvSpPr/>
          <p:nvPr/>
        </p:nvSpPr>
        <p:spPr>
          <a:xfrm>
            <a:off x="4784256" y="1665590"/>
            <a:ext cx="927835" cy="355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E19232-59B9-A310-C93F-E8BA81E50141}"/>
              </a:ext>
            </a:extLst>
          </p:cNvPr>
          <p:cNvSpPr/>
          <p:nvPr/>
        </p:nvSpPr>
        <p:spPr>
          <a:xfrm rot="180000">
            <a:off x="3242727" y="523525"/>
            <a:ext cx="1136948" cy="262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065DE2-FB39-802B-179A-C94371A5D24B}"/>
              </a:ext>
            </a:extLst>
          </p:cNvPr>
          <p:cNvSpPr/>
          <p:nvPr/>
        </p:nvSpPr>
        <p:spPr>
          <a:xfrm>
            <a:off x="4561368" y="492973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85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4EC3DD50-7C3C-9D24-45A8-107E540910CD}"/>
              </a:ext>
            </a:extLst>
          </p:cNvPr>
          <p:cNvSpPr/>
          <p:nvPr/>
        </p:nvSpPr>
        <p:spPr>
          <a:xfrm rot="16200000">
            <a:off x="6250489" y="1056858"/>
            <a:ext cx="947139" cy="59820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C135340-910C-C8CD-0C3F-171E3659E81F}"/>
              </a:ext>
            </a:extLst>
          </p:cNvPr>
          <p:cNvSpPr txBox="1"/>
          <p:nvPr/>
        </p:nvSpPr>
        <p:spPr>
          <a:xfrm>
            <a:off x="7023348" y="1158099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04A9EA-72F7-CE1A-0F88-9E82DEB3F06B}"/>
              </a:ext>
            </a:extLst>
          </p:cNvPr>
          <p:cNvSpPr/>
          <p:nvPr/>
        </p:nvSpPr>
        <p:spPr>
          <a:xfrm>
            <a:off x="3218447" y="1142002"/>
            <a:ext cx="1342921" cy="342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A6E2A4-33CC-7395-93AF-A0C345152BBF}"/>
              </a:ext>
            </a:extLst>
          </p:cNvPr>
          <p:cNvSpPr/>
          <p:nvPr/>
        </p:nvSpPr>
        <p:spPr>
          <a:xfrm>
            <a:off x="4976454" y="1142002"/>
            <a:ext cx="927835" cy="355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北区</a:t>
            </a:r>
            <a:r>
              <a:rPr kumimoji="0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栋</a:t>
            </a:r>
          </a:p>
        </p:txBody>
      </p:sp>
    </p:spTree>
    <p:extLst>
      <p:ext uri="{BB962C8B-B14F-4D97-AF65-F5344CB8AC3E}">
        <p14:creationId xmlns:p14="http://schemas.microsoft.com/office/powerpoint/2010/main" val="22537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C162-8E6C-2DCE-7B52-90AA4A81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D63436-FB00-EC5E-2F55-039D58D9F549}"/>
              </a:ext>
            </a:extLst>
          </p:cNvPr>
          <p:cNvGrpSpPr/>
          <p:nvPr/>
        </p:nvGrpSpPr>
        <p:grpSpPr>
          <a:xfrm>
            <a:off x="334536" y="235141"/>
            <a:ext cx="10532798" cy="6415879"/>
            <a:chOff x="334536" y="235141"/>
            <a:chExt cx="10532798" cy="641587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7ED9ACE-EDBD-D037-39DD-C307D2C63222}"/>
                </a:ext>
              </a:extLst>
            </p:cNvPr>
            <p:cNvSpPr/>
            <p:nvPr/>
          </p:nvSpPr>
          <p:spPr>
            <a:xfrm>
              <a:off x="334536" y="2617634"/>
              <a:ext cx="825191" cy="6913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OLT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8FD21A2-7F4D-A3B8-9C8A-FA59A0897E1B}"/>
                </a:ext>
              </a:extLst>
            </p:cNvPr>
            <p:cNvSpPr/>
            <p:nvPr/>
          </p:nvSpPr>
          <p:spPr>
            <a:xfrm>
              <a:off x="1616926" y="2617633"/>
              <a:ext cx="825191" cy="6913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ODF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4E8A5EA1-4085-B9C1-D0B1-C1DD64C320CD}"/>
                </a:ext>
              </a:extLst>
            </p:cNvPr>
            <p:cNvGrpSpPr/>
            <p:nvPr/>
          </p:nvGrpSpPr>
          <p:grpSpPr>
            <a:xfrm>
              <a:off x="2899316" y="2561877"/>
              <a:ext cx="564995" cy="802888"/>
              <a:chOff x="2914184" y="3030033"/>
              <a:chExt cx="564995" cy="802888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054CAD4-1574-110C-6AD7-9447F3719C0A}"/>
                  </a:ext>
                </a:extLst>
              </p:cNvPr>
              <p:cNvSpPr/>
              <p:nvPr/>
            </p:nvSpPr>
            <p:spPr>
              <a:xfrm>
                <a:off x="2914184" y="3030033"/>
                <a:ext cx="100361" cy="802888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488D680-75D9-B1D8-0E97-353E17E6F551}"/>
                  </a:ext>
                </a:extLst>
              </p:cNvPr>
              <p:cNvSpPr/>
              <p:nvPr/>
            </p:nvSpPr>
            <p:spPr>
              <a:xfrm>
                <a:off x="3378818" y="3030033"/>
                <a:ext cx="100361" cy="802888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A634CA2-5674-5C4D-186C-EC93735A250E}"/>
                  </a:ext>
                </a:extLst>
              </p:cNvPr>
              <p:cNvCxnSpPr/>
              <p:nvPr/>
            </p:nvCxnSpPr>
            <p:spPr>
              <a:xfrm>
                <a:off x="3014545" y="3224212"/>
                <a:ext cx="364273" cy="4095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3B3AA6F-4ABE-2A5D-D35F-3987907B40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4545" y="3224212"/>
                <a:ext cx="364273" cy="4095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3739884-3BA4-0B2D-0EEE-1E39BFE5004C}"/>
                </a:ext>
              </a:extLst>
            </p:cNvPr>
            <p:cNvGrpSpPr/>
            <p:nvPr/>
          </p:nvGrpSpPr>
          <p:grpSpPr>
            <a:xfrm>
              <a:off x="3921510" y="2559399"/>
              <a:ext cx="564995" cy="802888"/>
              <a:chOff x="2914184" y="3030033"/>
              <a:chExt cx="564995" cy="8028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ADFFEC4-C4A8-84F5-D250-1C5A267A1139}"/>
                  </a:ext>
                </a:extLst>
              </p:cNvPr>
              <p:cNvSpPr/>
              <p:nvPr/>
            </p:nvSpPr>
            <p:spPr>
              <a:xfrm>
                <a:off x="2914184" y="3030033"/>
                <a:ext cx="100361" cy="802888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72B0D0BF-79BE-556E-AF95-C1C851E5DBA9}"/>
                  </a:ext>
                </a:extLst>
              </p:cNvPr>
              <p:cNvSpPr/>
              <p:nvPr/>
            </p:nvSpPr>
            <p:spPr>
              <a:xfrm>
                <a:off x="3378818" y="3030033"/>
                <a:ext cx="100361" cy="802888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FACE3B8-3E7C-90FF-F955-270132F16380}"/>
                  </a:ext>
                </a:extLst>
              </p:cNvPr>
              <p:cNvCxnSpPr/>
              <p:nvPr/>
            </p:nvCxnSpPr>
            <p:spPr>
              <a:xfrm>
                <a:off x="3014545" y="3224212"/>
                <a:ext cx="364273" cy="4095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1B7DAB8F-D2B0-80EB-985C-6C3BFD61A3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4545" y="3224212"/>
                <a:ext cx="364273" cy="4095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CEC076D-1569-BD9E-3034-4F83E54CC75A}"/>
                </a:ext>
              </a:extLst>
            </p:cNvPr>
            <p:cNvSpPr/>
            <p:nvPr/>
          </p:nvSpPr>
          <p:spPr>
            <a:xfrm>
              <a:off x="4943704" y="2470561"/>
              <a:ext cx="709714" cy="975607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等腰三角形 63">
              <a:extLst>
                <a:ext uri="{FF2B5EF4-FFF2-40B4-BE49-F238E27FC236}">
                  <a16:creationId xmlns:a16="http://schemas.microsoft.com/office/drawing/2014/main" id="{554512E1-66DE-76F8-446A-AA95817066B0}"/>
                </a:ext>
              </a:extLst>
            </p:cNvPr>
            <p:cNvSpPr/>
            <p:nvPr/>
          </p:nvSpPr>
          <p:spPr>
            <a:xfrm rot="16200000">
              <a:off x="4914444" y="2643737"/>
              <a:ext cx="660400" cy="378431"/>
            </a:xfrm>
            <a:prstGeom prst="triangl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连接符: 肘形 67">
              <a:extLst>
                <a:ext uri="{FF2B5EF4-FFF2-40B4-BE49-F238E27FC236}">
                  <a16:creationId xmlns:a16="http://schemas.microsoft.com/office/drawing/2014/main" id="{D697A479-ADEE-8E86-0D64-2B9BF23018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3418" y="1852071"/>
              <a:ext cx="1581349" cy="949530"/>
            </a:xfrm>
            <a:prstGeom prst="bentConnector3">
              <a:avLst>
                <a:gd name="adj1" fmla="val 50000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6F7C985-8556-1B5A-68C1-4E2B23EEC279}"/>
                </a:ext>
              </a:extLst>
            </p:cNvPr>
            <p:cNvSpPr txBox="1"/>
            <p:nvPr/>
          </p:nvSpPr>
          <p:spPr>
            <a:xfrm>
              <a:off x="5591688" y="2597356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C557765B-BFF5-32A6-5874-BD9A067DC131}"/>
                </a:ext>
              </a:extLst>
            </p:cNvPr>
            <p:cNvCxnSpPr/>
            <p:nvPr/>
          </p:nvCxnSpPr>
          <p:spPr>
            <a:xfrm>
              <a:off x="7442200" y="1004346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0653AD6-C38E-1B58-D39B-3BCEAF0EB844}"/>
                </a:ext>
              </a:extLst>
            </p:cNvPr>
            <p:cNvSpPr txBox="1"/>
            <p:nvPr/>
          </p:nvSpPr>
          <p:spPr>
            <a:xfrm>
              <a:off x="6544492" y="1650447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3A92476C-5174-5F24-5F6D-8AF1D49EB7D8}"/>
                </a:ext>
              </a:extLst>
            </p:cNvPr>
            <p:cNvSpPr txBox="1"/>
            <p:nvPr/>
          </p:nvSpPr>
          <p:spPr>
            <a:xfrm>
              <a:off x="7664209" y="1031834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50" name="连接符: 肘形 149">
              <a:extLst>
                <a:ext uri="{FF2B5EF4-FFF2-40B4-BE49-F238E27FC236}">
                  <a16:creationId xmlns:a16="http://schemas.microsoft.com/office/drawing/2014/main" id="{B4442AA5-DCBA-8F66-D3B0-DC64E65F3A3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229208" y="1404096"/>
              <a:ext cx="450237" cy="425448"/>
            </a:xfrm>
            <a:prstGeom prst="bentConnector3">
              <a:avLst>
                <a:gd name="adj1" fmla="val 100067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199F15EA-8020-B10D-3CC2-866B2ADAFBEA}"/>
                </a:ext>
              </a:extLst>
            </p:cNvPr>
            <p:cNvSpPr txBox="1"/>
            <p:nvPr/>
          </p:nvSpPr>
          <p:spPr>
            <a:xfrm>
              <a:off x="6798954" y="2075064"/>
              <a:ext cx="50114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*9</a:t>
              </a:r>
              <a:endParaRPr lang="zh-CN" altLang="en-US" sz="5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002551A8-36C9-6465-FEA8-998E06E6E696}"/>
                </a:ext>
              </a:extLst>
            </p:cNvPr>
            <p:cNvSpPr txBox="1"/>
            <p:nvPr/>
          </p:nvSpPr>
          <p:spPr>
            <a:xfrm>
              <a:off x="6789105" y="1400871"/>
              <a:ext cx="47413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2B8E09F2-8781-AFC5-27B7-AF9BC9C3CC1D}"/>
                </a:ext>
              </a:extLst>
            </p:cNvPr>
            <p:cNvSpPr/>
            <p:nvPr/>
          </p:nvSpPr>
          <p:spPr>
            <a:xfrm>
              <a:off x="8089659" y="1100591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191" name="连接符: 肘形 190">
              <a:extLst>
                <a:ext uri="{FF2B5EF4-FFF2-40B4-BE49-F238E27FC236}">
                  <a16:creationId xmlns:a16="http://schemas.microsoft.com/office/drawing/2014/main" id="{31869293-0BD0-DE7A-096A-1FB235A3A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5750" y="1184600"/>
              <a:ext cx="425450" cy="214840"/>
            </a:xfrm>
            <a:prstGeom prst="bentConnector3">
              <a:avLst>
                <a:gd name="adj1" fmla="val 24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连接符: 肘形 191">
              <a:extLst>
                <a:ext uri="{FF2B5EF4-FFF2-40B4-BE49-F238E27FC236}">
                  <a16:creationId xmlns:a16="http://schemas.microsoft.com/office/drawing/2014/main" id="{4250D6CA-B2C1-2EA0-F64E-3117C33DC8F1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50" y="1394657"/>
              <a:ext cx="425450" cy="214840"/>
            </a:xfrm>
            <a:prstGeom prst="bentConnector3">
              <a:avLst>
                <a:gd name="adj1" fmla="val 24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6FA8E2BC-4335-06D5-CC9E-95F615F3EB6B}"/>
                </a:ext>
              </a:extLst>
            </p:cNvPr>
            <p:cNvSpPr/>
            <p:nvPr/>
          </p:nvSpPr>
          <p:spPr>
            <a:xfrm>
              <a:off x="8089659" y="1532219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BE96EDB7-D519-7C4F-7112-7249409A96CC}"/>
                </a:ext>
              </a:extLst>
            </p:cNvPr>
            <p:cNvCxnSpPr>
              <a:cxnSpLocks/>
              <a:endCxn id="200" idx="1"/>
            </p:cNvCxnSpPr>
            <p:nvPr/>
          </p:nvCxnSpPr>
          <p:spPr>
            <a:xfrm>
              <a:off x="7665267" y="1394657"/>
              <a:ext cx="42439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450E67CF-7D8C-8044-720C-7BB08B22FE80}"/>
                </a:ext>
              </a:extLst>
            </p:cNvPr>
            <p:cNvSpPr/>
            <p:nvPr/>
          </p:nvSpPr>
          <p:spPr>
            <a:xfrm>
              <a:off x="8089659" y="1310648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211" name="连接符: 肘形 210">
              <a:extLst>
                <a:ext uri="{FF2B5EF4-FFF2-40B4-BE49-F238E27FC236}">
                  <a16:creationId xmlns:a16="http://schemas.microsoft.com/office/drawing/2014/main" id="{AF8486A1-1B3E-8D21-475B-F94107167BC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22373" y="1878286"/>
              <a:ext cx="450237" cy="425448"/>
            </a:xfrm>
            <a:prstGeom prst="bentConnector3">
              <a:avLst>
                <a:gd name="adj1" fmla="val 100067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27859716-3118-948B-D533-91C233D1738F}"/>
                </a:ext>
              </a:extLst>
            </p:cNvPr>
            <p:cNvSpPr txBox="1"/>
            <p:nvPr/>
          </p:nvSpPr>
          <p:spPr>
            <a:xfrm>
              <a:off x="7664209" y="1238801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C8FA0197-4509-9B27-2683-0CB597786184}"/>
                </a:ext>
              </a:extLst>
            </p:cNvPr>
            <p:cNvSpPr txBox="1"/>
            <p:nvPr/>
          </p:nvSpPr>
          <p:spPr>
            <a:xfrm>
              <a:off x="7667051" y="1451263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FC2A4D8C-8371-7A1F-2C03-0E64FCCD2118}"/>
                </a:ext>
              </a:extLst>
            </p:cNvPr>
            <p:cNvSpPr/>
            <p:nvPr/>
          </p:nvSpPr>
          <p:spPr>
            <a:xfrm>
              <a:off x="8688231" y="1039391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3F</a:t>
              </a:r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10AA9589-58F0-C890-9996-D0ABFD23E2DC}"/>
                </a:ext>
              </a:extLst>
            </p:cNvPr>
            <p:cNvSpPr/>
            <p:nvPr/>
          </p:nvSpPr>
          <p:spPr>
            <a:xfrm>
              <a:off x="8688916" y="1191473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8F</a:t>
              </a: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3BC718A8-85DA-878A-ACA7-29DDE1AFA46F}"/>
                </a:ext>
              </a:extLst>
            </p:cNvPr>
            <p:cNvSpPr/>
            <p:nvPr/>
          </p:nvSpPr>
          <p:spPr>
            <a:xfrm>
              <a:off x="7764119" y="2115320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514A44EC-4331-0668-C2E8-28513A46322A}"/>
                </a:ext>
              </a:extLst>
            </p:cNvPr>
            <p:cNvSpPr/>
            <p:nvPr/>
          </p:nvSpPr>
          <p:spPr>
            <a:xfrm>
              <a:off x="7764119" y="2355627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3F7017F2-25B7-7575-E81D-0FE2F0E90494}"/>
                </a:ext>
              </a:extLst>
            </p:cNvPr>
            <p:cNvSpPr/>
            <p:nvPr/>
          </p:nvSpPr>
          <p:spPr>
            <a:xfrm>
              <a:off x="8290629" y="2138129"/>
              <a:ext cx="376147" cy="12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1F</a:t>
              </a:r>
            </a:p>
          </p:txBody>
        </p: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89726906-5C2F-249C-4940-9B3191600E53}"/>
                </a:ext>
              </a:extLst>
            </p:cNvPr>
            <p:cNvCxnSpPr>
              <a:cxnSpLocks/>
              <a:stCxn id="266" idx="3"/>
              <a:endCxn id="277" idx="1"/>
            </p:cNvCxnSpPr>
            <p:nvPr/>
          </p:nvCxnSpPr>
          <p:spPr>
            <a:xfrm>
              <a:off x="8186726" y="2199329"/>
              <a:ext cx="10390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连接符: 肘形 290">
              <a:extLst>
                <a:ext uri="{FF2B5EF4-FFF2-40B4-BE49-F238E27FC236}">
                  <a16:creationId xmlns:a16="http://schemas.microsoft.com/office/drawing/2014/main" id="{35102532-979B-3709-CBFB-750290FCCD86}"/>
                </a:ext>
              </a:extLst>
            </p:cNvPr>
            <p:cNvCxnSpPr>
              <a:endCxn id="266" idx="1"/>
            </p:cNvCxnSpPr>
            <p:nvPr/>
          </p:nvCxnSpPr>
          <p:spPr>
            <a:xfrm rot="5400000" flipH="1" flipV="1">
              <a:off x="7657185" y="2209195"/>
              <a:ext cx="116800" cy="97068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连接符: 肘形 292">
              <a:extLst>
                <a:ext uri="{FF2B5EF4-FFF2-40B4-BE49-F238E27FC236}">
                  <a16:creationId xmlns:a16="http://schemas.microsoft.com/office/drawing/2014/main" id="{F7ABCE23-A835-7961-77D6-057680B2F9BD}"/>
                </a:ext>
              </a:extLst>
            </p:cNvPr>
            <p:cNvCxnSpPr>
              <a:endCxn id="267" idx="1"/>
            </p:cNvCxnSpPr>
            <p:nvPr/>
          </p:nvCxnSpPr>
          <p:spPr>
            <a:xfrm rot="16200000" flipH="1">
              <a:off x="7650414" y="2325930"/>
              <a:ext cx="123507" cy="103903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连接符: 肘形 294">
              <a:extLst>
                <a:ext uri="{FF2B5EF4-FFF2-40B4-BE49-F238E27FC236}">
                  <a16:creationId xmlns:a16="http://schemas.microsoft.com/office/drawing/2014/main" id="{44489487-37C2-FC98-3906-CA7BABEAD623}"/>
                </a:ext>
              </a:extLst>
            </p:cNvPr>
            <p:cNvCxnSpPr>
              <a:cxnSpLocks/>
              <a:stCxn id="171" idx="3"/>
              <a:endCxn id="221" idx="1"/>
            </p:cNvCxnSpPr>
            <p:nvPr/>
          </p:nvCxnSpPr>
          <p:spPr>
            <a:xfrm flipV="1">
              <a:off x="8512266" y="1100768"/>
              <a:ext cx="175965" cy="8383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7" name="连接符: 肘形 296">
              <a:extLst>
                <a:ext uri="{FF2B5EF4-FFF2-40B4-BE49-F238E27FC236}">
                  <a16:creationId xmlns:a16="http://schemas.microsoft.com/office/drawing/2014/main" id="{B8BBCC94-9257-57D4-E521-C7B73441C6AF}"/>
                </a:ext>
              </a:extLst>
            </p:cNvPr>
            <p:cNvCxnSpPr>
              <a:cxnSpLocks/>
              <a:stCxn id="171" idx="3"/>
              <a:endCxn id="240" idx="1"/>
            </p:cNvCxnSpPr>
            <p:nvPr/>
          </p:nvCxnSpPr>
          <p:spPr>
            <a:xfrm>
              <a:off x="8512266" y="1184600"/>
              <a:ext cx="176650" cy="67877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B1AD7952-A69D-1A89-67FF-556F347118FD}"/>
                </a:ext>
              </a:extLst>
            </p:cNvPr>
            <p:cNvSpPr/>
            <p:nvPr/>
          </p:nvSpPr>
          <p:spPr>
            <a:xfrm>
              <a:off x="8089659" y="723800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FB31A2C6-B2AE-FB27-A7FC-D8A026F92645}"/>
                </a:ext>
              </a:extLst>
            </p:cNvPr>
            <p:cNvSpPr/>
            <p:nvPr/>
          </p:nvSpPr>
          <p:spPr>
            <a:xfrm>
              <a:off x="8089659" y="447384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308" name="连接符: 肘形 307">
              <a:extLst>
                <a:ext uri="{FF2B5EF4-FFF2-40B4-BE49-F238E27FC236}">
                  <a16:creationId xmlns:a16="http://schemas.microsoft.com/office/drawing/2014/main" id="{96238E2C-A0BB-F6D6-78F4-E50979DF7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216" y="534641"/>
              <a:ext cx="432285" cy="156228"/>
            </a:xfrm>
            <a:prstGeom prst="bentConnector3">
              <a:avLst>
                <a:gd name="adj1" fmla="val 56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连接符: 肘形 311">
              <a:extLst>
                <a:ext uri="{FF2B5EF4-FFF2-40B4-BE49-F238E27FC236}">
                  <a16:creationId xmlns:a16="http://schemas.microsoft.com/office/drawing/2014/main" id="{353AA738-C63E-B3A4-005F-A67CE7C15B2B}"/>
                </a:ext>
              </a:extLst>
            </p:cNvPr>
            <p:cNvCxnSpPr>
              <a:cxnSpLocks/>
            </p:cNvCxnSpPr>
            <p:nvPr/>
          </p:nvCxnSpPr>
          <p:spPr>
            <a:xfrm>
              <a:off x="7660216" y="689820"/>
              <a:ext cx="432044" cy="118774"/>
            </a:xfrm>
            <a:prstGeom prst="bentConnector3">
              <a:avLst>
                <a:gd name="adj1" fmla="val 28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0" name="连接符: 肘形 329">
              <a:extLst>
                <a:ext uri="{FF2B5EF4-FFF2-40B4-BE49-F238E27FC236}">
                  <a16:creationId xmlns:a16="http://schemas.microsoft.com/office/drawing/2014/main" id="{420B3FBC-94DB-1FA1-84DF-4313BB35A4A0}"/>
                </a:ext>
              </a:extLst>
            </p:cNvPr>
            <p:cNvCxnSpPr/>
            <p:nvPr/>
          </p:nvCxnSpPr>
          <p:spPr>
            <a:xfrm flipV="1">
              <a:off x="5653418" y="689820"/>
              <a:ext cx="2006798" cy="1927813"/>
            </a:xfrm>
            <a:prstGeom prst="bentConnector3">
              <a:avLst>
                <a:gd name="adj1" fmla="val 32069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3" name="文本框 332">
              <a:extLst>
                <a:ext uri="{FF2B5EF4-FFF2-40B4-BE49-F238E27FC236}">
                  <a16:creationId xmlns:a16="http://schemas.microsoft.com/office/drawing/2014/main" id="{B7700A21-505C-4B41-17C1-718AFA869BA2}"/>
                </a:ext>
              </a:extLst>
            </p:cNvPr>
            <p:cNvSpPr txBox="1"/>
            <p:nvPr/>
          </p:nvSpPr>
          <p:spPr>
            <a:xfrm>
              <a:off x="5591688" y="2426677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34" name="文本框 333">
              <a:extLst>
                <a:ext uri="{FF2B5EF4-FFF2-40B4-BE49-F238E27FC236}">
                  <a16:creationId xmlns:a16="http://schemas.microsoft.com/office/drawing/2014/main" id="{003E3DBF-744F-59C1-D3A3-0231746A1A43}"/>
                </a:ext>
              </a:extLst>
            </p:cNvPr>
            <p:cNvSpPr txBox="1"/>
            <p:nvPr/>
          </p:nvSpPr>
          <p:spPr>
            <a:xfrm>
              <a:off x="7658792" y="374998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35" name="文本框 334">
              <a:extLst>
                <a:ext uri="{FF2B5EF4-FFF2-40B4-BE49-F238E27FC236}">
                  <a16:creationId xmlns:a16="http://schemas.microsoft.com/office/drawing/2014/main" id="{EAED280F-AC86-B7E8-A8DC-4A5BF3E4B51E}"/>
                </a:ext>
              </a:extLst>
            </p:cNvPr>
            <p:cNvSpPr txBox="1"/>
            <p:nvPr/>
          </p:nvSpPr>
          <p:spPr>
            <a:xfrm>
              <a:off x="7657374" y="666100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7CF5130B-6E9B-402E-C8C4-2DD0E5CCE536}"/>
                </a:ext>
              </a:extLst>
            </p:cNvPr>
            <p:cNvSpPr/>
            <p:nvPr/>
          </p:nvSpPr>
          <p:spPr>
            <a:xfrm>
              <a:off x="8089659" y="3091844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id="{136FE714-C10C-6E5E-0E13-F1F0C38D8AC0}"/>
                </a:ext>
              </a:extLst>
            </p:cNvPr>
            <p:cNvSpPr/>
            <p:nvPr/>
          </p:nvSpPr>
          <p:spPr>
            <a:xfrm>
              <a:off x="8089659" y="2641497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341" name="连接符: 肘形 340">
              <a:extLst>
                <a:ext uri="{FF2B5EF4-FFF2-40B4-BE49-F238E27FC236}">
                  <a16:creationId xmlns:a16="http://schemas.microsoft.com/office/drawing/2014/main" id="{F862B062-60C2-22EE-52B9-919F12EB1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6128" y="2733480"/>
              <a:ext cx="425450" cy="217199"/>
            </a:xfrm>
            <a:prstGeom prst="bentConnector3">
              <a:avLst>
                <a:gd name="adj1" fmla="val -111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C93F693B-E57E-EA10-815E-C196B79AD45A}"/>
                </a:ext>
              </a:extLst>
            </p:cNvPr>
            <p:cNvSpPr/>
            <p:nvPr/>
          </p:nvSpPr>
          <p:spPr>
            <a:xfrm>
              <a:off x="8089659" y="2866670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300C92B6-E5F6-74E8-A8AB-50BDD491EC2C}"/>
                </a:ext>
              </a:extLst>
            </p:cNvPr>
            <p:cNvCxnSpPr>
              <a:cxnSpLocks/>
              <a:endCxn id="345" idx="1"/>
            </p:cNvCxnSpPr>
            <p:nvPr/>
          </p:nvCxnSpPr>
          <p:spPr>
            <a:xfrm>
              <a:off x="7657374" y="2950679"/>
              <a:ext cx="43228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0" name="连接符: 肘形 359">
              <a:extLst>
                <a:ext uri="{FF2B5EF4-FFF2-40B4-BE49-F238E27FC236}">
                  <a16:creationId xmlns:a16="http://schemas.microsoft.com/office/drawing/2014/main" id="{B2AED5A5-7B51-3A6D-9C0B-7F7BC4E4C521}"/>
                </a:ext>
              </a:extLst>
            </p:cNvPr>
            <p:cNvCxnSpPr>
              <a:cxnSpLocks/>
            </p:cNvCxnSpPr>
            <p:nvPr/>
          </p:nvCxnSpPr>
          <p:spPr>
            <a:xfrm>
              <a:off x="7665750" y="2958653"/>
              <a:ext cx="425450" cy="217199"/>
            </a:xfrm>
            <a:prstGeom prst="bentConnector3">
              <a:avLst>
                <a:gd name="adj1" fmla="val -111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3" name="矩形 362">
              <a:extLst>
                <a:ext uri="{FF2B5EF4-FFF2-40B4-BE49-F238E27FC236}">
                  <a16:creationId xmlns:a16="http://schemas.microsoft.com/office/drawing/2014/main" id="{1AC93813-947F-1E67-5AAF-8680D57FEA23}"/>
                </a:ext>
              </a:extLst>
            </p:cNvPr>
            <p:cNvSpPr/>
            <p:nvPr/>
          </p:nvSpPr>
          <p:spPr>
            <a:xfrm>
              <a:off x="8688231" y="392273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3F</a:t>
              </a:r>
            </a:p>
          </p:txBody>
        </p:sp>
        <p:sp>
          <p:nvSpPr>
            <p:cNvPr id="364" name="矩形 363">
              <a:extLst>
                <a:ext uri="{FF2B5EF4-FFF2-40B4-BE49-F238E27FC236}">
                  <a16:creationId xmlns:a16="http://schemas.microsoft.com/office/drawing/2014/main" id="{315B0480-1511-021D-929C-C661A285572F}"/>
                </a:ext>
              </a:extLst>
            </p:cNvPr>
            <p:cNvSpPr/>
            <p:nvPr/>
          </p:nvSpPr>
          <p:spPr>
            <a:xfrm>
              <a:off x="8688916" y="544355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8F</a:t>
              </a:r>
            </a:p>
          </p:txBody>
        </p:sp>
        <p:cxnSp>
          <p:nvCxnSpPr>
            <p:cNvPr id="365" name="连接符: 肘形 364">
              <a:extLst>
                <a:ext uri="{FF2B5EF4-FFF2-40B4-BE49-F238E27FC236}">
                  <a16:creationId xmlns:a16="http://schemas.microsoft.com/office/drawing/2014/main" id="{AE30A0D0-BD88-B052-8EAD-B9E6D144A2B8}"/>
                </a:ext>
              </a:extLst>
            </p:cNvPr>
            <p:cNvCxnSpPr>
              <a:cxnSpLocks/>
              <a:endCxn id="363" idx="1"/>
            </p:cNvCxnSpPr>
            <p:nvPr/>
          </p:nvCxnSpPr>
          <p:spPr>
            <a:xfrm flipV="1">
              <a:off x="8512266" y="453650"/>
              <a:ext cx="175965" cy="8383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6" name="连接符: 肘形 365">
              <a:extLst>
                <a:ext uri="{FF2B5EF4-FFF2-40B4-BE49-F238E27FC236}">
                  <a16:creationId xmlns:a16="http://schemas.microsoft.com/office/drawing/2014/main" id="{67364C68-DC4B-D56A-8F5B-E4565273B6E1}"/>
                </a:ext>
              </a:extLst>
            </p:cNvPr>
            <p:cNvCxnSpPr>
              <a:cxnSpLocks/>
              <a:endCxn id="364" idx="1"/>
            </p:cNvCxnSpPr>
            <p:nvPr/>
          </p:nvCxnSpPr>
          <p:spPr>
            <a:xfrm>
              <a:off x="8512266" y="537482"/>
              <a:ext cx="176650" cy="67877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7" name="矩形 366">
              <a:extLst>
                <a:ext uri="{FF2B5EF4-FFF2-40B4-BE49-F238E27FC236}">
                  <a16:creationId xmlns:a16="http://schemas.microsoft.com/office/drawing/2014/main" id="{6DADF91C-B3E8-2753-2E79-1E5A78D41E74}"/>
                </a:ext>
              </a:extLst>
            </p:cNvPr>
            <p:cNvSpPr/>
            <p:nvPr/>
          </p:nvSpPr>
          <p:spPr>
            <a:xfrm>
              <a:off x="8615337" y="2643878"/>
              <a:ext cx="376147" cy="12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1F</a:t>
              </a:r>
            </a:p>
          </p:txBody>
        </p: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B761A0B0-C8DE-F29F-8D85-4DEE2A735118}"/>
                </a:ext>
              </a:extLst>
            </p:cNvPr>
            <p:cNvCxnSpPr>
              <a:cxnSpLocks/>
              <a:endCxn id="367" idx="1"/>
            </p:cNvCxnSpPr>
            <p:nvPr/>
          </p:nvCxnSpPr>
          <p:spPr>
            <a:xfrm>
              <a:off x="8511434" y="2705078"/>
              <a:ext cx="10390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8A0DE4B6-D85C-FBF1-25EF-1FAEBAFCB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3418" y="2955656"/>
              <a:ext cx="2010413" cy="2709"/>
            </a:xfrm>
            <a:prstGeom prst="line">
              <a:avLst/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0" name="文本框 389">
              <a:extLst>
                <a:ext uri="{FF2B5EF4-FFF2-40B4-BE49-F238E27FC236}">
                  <a16:creationId xmlns:a16="http://schemas.microsoft.com/office/drawing/2014/main" id="{0C100C68-A016-153E-EEB0-FE0F1C218478}"/>
                </a:ext>
              </a:extLst>
            </p:cNvPr>
            <p:cNvSpPr txBox="1"/>
            <p:nvPr/>
          </p:nvSpPr>
          <p:spPr>
            <a:xfrm>
              <a:off x="5591688" y="2775909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91" name="文本框 390">
              <a:extLst>
                <a:ext uri="{FF2B5EF4-FFF2-40B4-BE49-F238E27FC236}">
                  <a16:creationId xmlns:a16="http://schemas.microsoft.com/office/drawing/2014/main" id="{5582C88F-30A8-8916-9B6A-900886C0A500}"/>
                </a:ext>
              </a:extLst>
            </p:cNvPr>
            <p:cNvSpPr txBox="1"/>
            <p:nvPr/>
          </p:nvSpPr>
          <p:spPr>
            <a:xfrm>
              <a:off x="6917629" y="2747876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392" name="文本框 391">
              <a:extLst>
                <a:ext uri="{FF2B5EF4-FFF2-40B4-BE49-F238E27FC236}">
                  <a16:creationId xmlns:a16="http://schemas.microsoft.com/office/drawing/2014/main" id="{1DC78075-180C-8C45-4811-3B5DDC6398A9}"/>
                </a:ext>
              </a:extLst>
            </p:cNvPr>
            <p:cNvSpPr txBox="1"/>
            <p:nvPr/>
          </p:nvSpPr>
          <p:spPr>
            <a:xfrm>
              <a:off x="6983069" y="492644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393" name="文本框 392">
              <a:extLst>
                <a:ext uri="{FF2B5EF4-FFF2-40B4-BE49-F238E27FC236}">
                  <a16:creationId xmlns:a16="http://schemas.microsoft.com/office/drawing/2014/main" id="{080CA523-1731-776A-A71A-20B124EA6997}"/>
                </a:ext>
              </a:extLst>
            </p:cNvPr>
            <p:cNvSpPr txBox="1"/>
            <p:nvPr/>
          </p:nvSpPr>
          <p:spPr>
            <a:xfrm>
              <a:off x="7657374" y="2590918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94" name="文本框 393">
              <a:extLst>
                <a:ext uri="{FF2B5EF4-FFF2-40B4-BE49-F238E27FC236}">
                  <a16:creationId xmlns:a16="http://schemas.microsoft.com/office/drawing/2014/main" id="{4CB84354-DCC5-17BA-158A-2437D8716DC8}"/>
                </a:ext>
              </a:extLst>
            </p:cNvPr>
            <p:cNvSpPr txBox="1"/>
            <p:nvPr/>
          </p:nvSpPr>
          <p:spPr>
            <a:xfrm>
              <a:off x="7663558" y="2797113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95" name="文本框 394">
              <a:extLst>
                <a:ext uri="{FF2B5EF4-FFF2-40B4-BE49-F238E27FC236}">
                  <a16:creationId xmlns:a16="http://schemas.microsoft.com/office/drawing/2014/main" id="{05C73F84-FB2B-D72F-E4A1-DC1701E96B13}"/>
                </a:ext>
              </a:extLst>
            </p:cNvPr>
            <p:cNvSpPr txBox="1"/>
            <p:nvPr/>
          </p:nvSpPr>
          <p:spPr>
            <a:xfrm>
              <a:off x="7673759" y="3022602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99" name="文本框 398">
              <a:extLst>
                <a:ext uri="{FF2B5EF4-FFF2-40B4-BE49-F238E27FC236}">
                  <a16:creationId xmlns:a16="http://schemas.microsoft.com/office/drawing/2014/main" id="{C43C98AC-B35A-6F68-AD3B-31B8338D8EA1}"/>
                </a:ext>
              </a:extLst>
            </p:cNvPr>
            <p:cNvSpPr txBox="1"/>
            <p:nvPr/>
          </p:nvSpPr>
          <p:spPr>
            <a:xfrm>
              <a:off x="8350660" y="235141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401" name="文本框 400">
              <a:extLst>
                <a:ext uri="{FF2B5EF4-FFF2-40B4-BE49-F238E27FC236}">
                  <a16:creationId xmlns:a16="http://schemas.microsoft.com/office/drawing/2014/main" id="{398720EA-20FD-3FE6-10C6-963F25E92929}"/>
                </a:ext>
              </a:extLst>
            </p:cNvPr>
            <p:cNvSpPr txBox="1"/>
            <p:nvPr/>
          </p:nvSpPr>
          <p:spPr>
            <a:xfrm>
              <a:off x="7488838" y="1954130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DE69F104-EA15-F87D-8569-33894AB229F1}"/>
                </a:ext>
              </a:extLst>
            </p:cNvPr>
            <p:cNvSpPr txBox="1"/>
            <p:nvPr/>
          </p:nvSpPr>
          <p:spPr>
            <a:xfrm>
              <a:off x="8350660" y="2489971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89B2C19-D832-753F-96A0-73F1D1193957}"/>
                </a:ext>
              </a:extLst>
            </p:cNvPr>
            <p:cNvSpPr txBox="1"/>
            <p:nvPr/>
          </p:nvSpPr>
          <p:spPr>
            <a:xfrm>
              <a:off x="7186566" y="2126820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D318970-3392-FA0F-B662-4F4B150278B7}"/>
                </a:ext>
              </a:extLst>
            </p:cNvPr>
            <p:cNvSpPr txBox="1"/>
            <p:nvPr/>
          </p:nvSpPr>
          <p:spPr>
            <a:xfrm>
              <a:off x="8019836" y="1932707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2E74D084-3B1E-C244-0D97-D3143F526F7B}"/>
                </a:ext>
              </a:extLst>
            </p:cNvPr>
            <p:cNvCxnSpPr>
              <a:cxnSpLocks/>
            </p:cNvCxnSpPr>
            <p:nvPr/>
          </p:nvCxnSpPr>
          <p:spPr>
            <a:xfrm>
              <a:off x="5645789" y="3155636"/>
              <a:ext cx="951861" cy="670646"/>
            </a:xfrm>
            <a:prstGeom prst="bentConnector3">
              <a:avLst>
                <a:gd name="adj1" fmla="val 67345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F334AFE-AD89-5B2F-E498-843F7B4C8610}"/>
                </a:ext>
              </a:extLst>
            </p:cNvPr>
            <p:cNvSpPr txBox="1"/>
            <p:nvPr/>
          </p:nvSpPr>
          <p:spPr>
            <a:xfrm>
              <a:off x="5591688" y="2970866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B73EC8D-7800-6A25-545A-2A8EE51996C8}"/>
                </a:ext>
              </a:extLst>
            </p:cNvPr>
            <p:cNvSpPr txBox="1"/>
            <p:nvPr/>
          </p:nvSpPr>
          <p:spPr>
            <a:xfrm>
              <a:off x="6326456" y="3498044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B42CD23-182D-2183-291C-73810E16708C}"/>
                </a:ext>
              </a:extLst>
            </p:cNvPr>
            <p:cNvSpPr txBox="1"/>
            <p:nvPr/>
          </p:nvSpPr>
          <p:spPr>
            <a:xfrm>
              <a:off x="6646992" y="3663997"/>
              <a:ext cx="53957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*4</a:t>
              </a:r>
              <a:endParaRPr lang="zh-CN" altLang="en-US" sz="5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A1BCF1-5667-2C27-396D-4D40C2E7A7FA}"/>
                </a:ext>
              </a:extLst>
            </p:cNvPr>
            <p:cNvSpPr/>
            <p:nvPr/>
          </p:nvSpPr>
          <p:spPr>
            <a:xfrm>
              <a:off x="7764119" y="3625475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B737A72-F8EB-43C7-C043-DDCBED85B483}"/>
                </a:ext>
              </a:extLst>
            </p:cNvPr>
            <p:cNvSpPr/>
            <p:nvPr/>
          </p:nvSpPr>
          <p:spPr>
            <a:xfrm>
              <a:off x="7764119" y="3865782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31" name="连接符: 肘形 30">
              <a:extLst>
                <a:ext uri="{FF2B5EF4-FFF2-40B4-BE49-F238E27FC236}">
                  <a16:creationId xmlns:a16="http://schemas.microsoft.com/office/drawing/2014/main" id="{F92BA16C-B09C-13E6-FF4C-6A520FD9DA9A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rot="5400000" flipH="1" flipV="1">
              <a:off x="7648852" y="3718007"/>
              <a:ext cx="123789" cy="106745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76C2D6F3-1BC7-EB38-EE64-DF1957941BC7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16200000" flipH="1">
              <a:off x="7650414" y="3836085"/>
              <a:ext cx="123507" cy="103903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E49CC66-C59B-5D16-5917-9859DE41163B}"/>
                </a:ext>
              </a:extLst>
            </p:cNvPr>
            <p:cNvSpPr txBox="1"/>
            <p:nvPr/>
          </p:nvSpPr>
          <p:spPr>
            <a:xfrm>
              <a:off x="7363644" y="3464285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2A42926-D8F7-A58F-988B-791DF40259EA}"/>
                </a:ext>
              </a:extLst>
            </p:cNvPr>
            <p:cNvSpPr txBox="1"/>
            <p:nvPr/>
          </p:nvSpPr>
          <p:spPr>
            <a:xfrm>
              <a:off x="7942179" y="3418273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367D296-EAB0-FBCD-6308-49E95851FA50}"/>
                </a:ext>
              </a:extLst>
            </p:cNvPr>
            <p:cNvSpPr txBox="1"/>
            <p:nvPr/>
          </p:nvSpPr>
          <p:spPr>
            <a:xfrm>
              <a:off x="7060504" y="3633562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B8FC5F1-7CAF-1003-C924-5BEF359AE450}"/>
                </a:ext>
              </a:extLst>
            </p:cNvPr>
            <p:cNvSpPr/>
            <p:nvPr/>
          </p:nvSpPr>
          <p:spPr>
            <a:xfrm>
              <a:off x="8362691" y="3496343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4F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B639989-843D-ABF4-577F-080BC21E643B}"/>
                </a:ext>
              </a:extLst>
            </p:cNvPr>
            <p:cNvSpPr/>
            <p:nvPr/>
          </p:nvSpPr>
          <p:spPr>
            <a:xfrm>
              <a:off x="8362691" y="3648425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11F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DFE49F7-FAD1-EBBB-B5F1-8564DC5A3186}"/>
                </a:ext>
              </a:extLst>
            </p:cNvPr>
            <p:cNvSpPr/>
            <p:nvPr/>
          </p:nvSpPr>
          <p:spPr>
            <a:xfrm>
              <a:off x="8362691" y="3802332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19F</a:t>
              </a:r>
            </a:p>
          </p:txBody>
        </p: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A58A6F48-81DC-9D42-8BD1-372A650C963D}"/>
                </a:ext>
              </a:extLst>
            </p:cNvPr>
            <p:cNvCxnSpPr>
              <a:stCxn id="25" idx="3"/>
              <a:endCxn id="37" idx="1"/>
            </p:cNvCxnSpPr>
            <p:nvPr/>
          </p:nvCxnSpPr>
          <p:spPr>
            <a:xfrm flipV="1">
              <a:off x="8186726" y="3557720"/>
              <a:ext cx="175965" cy="151764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AFD49724-E09B-5059-1C89-6921382B6129}"/>
                </a:ext>
              </a:extLst>
            </p:cNvPr>
            <p:cNvCxnSpPr>
              <a:stCxn id="25" idx="3"/>
              <a:endCxn id="38" idx="1"/>
            </p:cNvCxnSpPr>
            <p:nvPr/>
          </p:nvCxnSpPr>
          <p:spPr>
            <a:xfrm flipV="1">
              <a:off x="8186726" y="3709429"/>
              <a:ext cx="175965" cy="55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连接符: 肘形 48">
              <a:extLst>
                <a:ext uri="{FF2B5EF4-FFF2-40B4-BE49-F238E27FC236}">
                  <a16:creationId xmlns:a16="http://schemas.microsoft.com/office/drawing/2014/main" id="{C2990581-C051-3875-E2BC-A2C635E89422}"/>
                </a:ext>
              </a:extLst>
            </p:cNvPr>
            <p:cNvCxnSpPr>
              <a:stCxn id="25" idx="3"/>
              <a:endCxn id="42" idx="1"/>
            </p:cNvCxnSpPr>
            <p:nvPr/>
          </p:nvCxnSpPr>
          <p:spPr>
            <a:xfrm>
              <a:off x="8186726" y="3709484"/>
              <a:ext cx="175965" cy="15385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DDB6E34F-5252-2660-B7EA-DAE8756233E6}"/>
                </a:ext>
              </a:extLst>
            </p:cNvPr>
            <p:cNvCxnSpPr>
              <a:cxnSpLocks/>
            </p:cNvCxnSpPr>
            <p:nvPr/>
          </p:nvCxnSpPr>
          <p:spPr>
            <a:xfrm>
              <a:off x="6587938" y="3826282"/>
              <a:ext cx="1069436" cy="3820"/>
            </a:xfrm>
            <a:prstGeom prst="line">
              <a:avLst/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1A970DF1-8C98-2621-5731-E1BA89662D76}"/>
                </a:ext>
              </a:extLst>
            </p:cNvPr>
            <p:cNvSpPr txBox="1"/>
            <p:nvPr/>
          </p:nvSpPr>
          <p:spPr>
            <a:xfrm>
              <a:off x="5591688" y="3127352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95A5F0A5-C1B6-D79F-C99B-F59E6D83F4FC}"/>
                </a:ext>
              </a:extLst>
            </p:cNvPr>
            <p:cNvCxnSpPr>
              <a:cxnSpLocks/>
            </p:cNvCxnSpPr>
            <p:nvPr/>
          </p:nvCxnSpPr>
          <p:spPr>
            <a:xfrm>
              <a:off x="5653418" y="3371079"/>
              <a:ext cx="1166628" cy="1103545"/>
            </a:xfrm>
            <a:prstGeom prst="bentConnector3">
              <a:avLst>
                <a:gd name="adj1" fmla="val 37662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DBAB352-1B65-56E2-6FB9-A8C2268F073F}"/>
                </a:ext>
              </a:extLst>
            </p:cNvPr>
            <p:cNvSpPr txBox="1"/>
            <p:nvPr/>
          </p:nvSpPr>
          <p:spPr>
            <a:xfrm>
              <a:off x="6314971" y="4126278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48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BD37CE3-8677-D3B3-5291-DEAF5943989B}"/>
                </a:ext>
              </a:extLst>
            </p:cNvPr>
            <p:cNvSpPr txBox="1"/>
            <p:nvPr/>
          </p:nvSpPr>
          <p:spPr>
            <a:xfrm>
              <a:off x="6746002" y="4336350"/>
              <a:ext cx="47413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8BE12D2-3FB2-E758-BD9F-EE58B6596061}"/>
                </a:ext>
              </a:extLst>
            </p:cNvPr>
            <p:cNvSpPr/>
            <p:nvPr/>
          </p:nvSpPr>
          <p:spPr>
            <a:xfrm>
              <a:off x="8059696" y="4519823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C487D62-CDC7-A48F-A1A1-09EB246BF84D}"/>
                </a:ext>
              </a:extLst>
            </p:cNvPr>
            <p:cNvSpPr/>
            <p:nvPr/>
          </p:nvSpPr>
          <p:spPr>
            <a:xfrm>
              <a:off x="8059696" y="4243407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07DE0FD1-9910-8D9E-34E9-B880B87B3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0253" y="4330664"/>
              <a:ext cx="432285" cy="156228"/>
            </a:xfrm>
            <a:prstGeom prst="bentConnector3">
              <a:avLst>
                <a:gd name="adj1" fmla="val 56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连接符: 肘形 65">
              <a:extLst>
                <a:ext uri="{FF2B5EF4-FFF2-40B4-BE49-F238E27FC236}">
                  <a16:creationId xmlns:a16="http://schemas.microsoft.com/office/drawing/2014/main" id="{EC07CD76-6B02-0809-A6FF-08520107934F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53" y="4485843"/>
              <a:ext cx="432044" cy="118774"/>
            </a:xfrm>
            <a:prstGeom prst="bentConnector3">
              <a:avLst>
                <a:gd name="adj1" fmla="val 28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6D87B41-6567-01DA-060A-7BDF37AB111D}"/>
                </a:ext>
              </a:extLst>
            </p:cNvPr>
            <p:cNvSpPr txBox="1"/>
            <p:nvPr/>
          </p:nvSpPr>
          <p:spPr>
            <a:xfrm>
              <a:off x="7628829" y="4171021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4540918-487F-12CD-374F-F439645E745A}"/>
                </a:ext>
              </a:extLst>
            </p:cNvPr>
            <p:cNvSpPr txBox="1"/>
            <p:nvPr/>
          </p:nvSpPr>
          <p:spPr>
            <a:xfrm>
              <a:off x="7627411" y="4462123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B1AE587C-565A-610F-5EF1-02EE39908DF3}"/>
                </a:ext>
              </a:extLst>
            </p:cNvPr>
            <p:cNvSpPr/>
            <p:nvPr/>
          </p:nvSpPr>
          <p:spPr>
            <a:xfrm>
              <a:off x="8658268" y="4188296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3F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7CC48D0-6D15-E6B0-3D7D-FEF9FC643E44}"/>
                </a:ext>
              </a:extLst>
            </p:cNvPr>
            <p:cNvSpPr/>
            <p:nvPr/>
          </p:nvSpPr>
          <p:spPr>
            <a:xfrm>
              <a:off x="8658953" y="4340378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8F</a:t>
              </a:r>
            </a:p>
          </p:txBody>
        </p: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105C83FA-A515-464B-7D7A-1FFEF6408E75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 flipV="1">
              <a:off x="8482303" y="4249673"/>
              <a:ext cx="175965" cy="8383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连接符: 肘形 74">
              <a:extLst>
                <a:ext uri="{FF2B5EF4-FFF2-40B4-BE49-F238E27FC236}">
                  <a16:creationId xmlns:a16="http://schemas.microsoft.com/office/drawing/2014/main" id="{0894E733-BBED-5C95-909A-AB92136F1489}"/>
                </a:ext>
              </a:extLst>
            </p:cNvPr>
            <p:cNvCxnSpPr>
              <a:cxnSpLocks/>
              <a:endCxn id="73" idx="1"/>
            </p:cNvCxnSpPr>
            <p:nvPr/>
          </p:nvCxnSpPr>
          <p:spPr>
            <a:xfrm>
              <a:off x="8482303" y="4333505"/>
              <a:ext cx="176650" cy="67877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A4978F25-3DBE-8DE6-9F8A-EFCCF112BA4B}"/>
                </a:ext>
              </a:extLst>
            </p:cNvPr>
            <p:cNvSpPr txBox="1"/>
            <p:nvPr/>
          </p:nvSpPr>
          <p:spPr>
            <a:xfrm>
              <a:off x="8320697" y="4096282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C7E25E3-D342-F2BA-A892-16DC2DF6B104}"/>
                </a:ext>
              </a:extLst>
            </p:cNvPr>
            <p:cNvCxnSpPr>
              <a:cxnSpLocks/>
            </p:cNvCxnSpPr>
            <p:nvPr/>
          </p:nvCxnSpPr>
          <p:spPr>
            <a:xfrm>
              <a:off x="6802421" y="4470808"/>
              <a:ext cx="826408" cy="0"/>
            </a:xfrm>
            <a:prstGeom prst="line">
              <a:avLst/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285EC864-55A9-C23A-B840-8E5B0C71EED1}"/>
                </a:ext>
              </a:extLst>
            </p:cNvPr>
            <p:cNvSpPr/>
            <p:nvPr/>
          </p:nvSpPr>
          <p:spPr>
            <a:xfrm>
              <a:off x="7711659" y="4894543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AF63A945-68BD-89F5-8105-BE863946BF65}"/>
                </a:ext>
              </a:extLst>
            </p:cNvPr>
            <p:cNvSpPr/>
            <p:nvPr/>
          </p:nvSpPr>
          <p:spPr>
            <a:xfrm>
              <a:off x="7711659" y="5134850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A21E5B42-14B9-3103-2204-6667F147594A}"/>
                </a:ext>
              </a:extLst>
            </p:cNvPr>
            <p:cNvCxnSpPr>
              <a:cxnSpLocks/>
              <a:endCxn id="81" idx="1"/>
            </p:cNvCxnSpPr>
            <p:nvPr/>
          </p:nvCxnSpPr>
          <p:spPr>
            <a:xfrm rot="5400000" flipH="1" flipV="1">
              <a:off x="7596392" y="4987075"/>
              <a:ext cx="123789" cy="106745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连接符: 肘形 83">
              <a:extLst>
                <a:ext uri="{FF2B5EF4-FFF2-40B4-BE49-F238E27FC236}">
                  <a16:creationId xmlns:a16="http://schemas.microsoft.com/office/drawing/2014/main" id="{DDEB8244-6AB6-5DF3-15A2-782F7DA6D615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7596188" y="5104860"/>
              <a:ext cx="115471" cy="113999"/>
            </a:xfrm>
            <a:prstGeom prst="bentConnector3">
              <a:avLst>
                <a:gd name="adj1" fmla="val 6007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732B9DCB-2B89-6CA9-1184-2FEDA33C344B}"/>
                </a:ext>
              </a:extLst>
            </p:cNvPr>
            <p:cNvSpPr txBox="1"/>
            <p:nvPr/>
          </p:nvSpPr>
          <p:spPr>
            <a:xfrm>
              <a:off x="7363644" y="4733353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77B60C9-5757-33EC-CFF1-AE1A08822BFD}"/>
                </a:ext>
              </a:extLst>
            </p:cNvPr>
            <p:cNvSpPr txBox="1"/>
            <p:nvPr/>
          </p:nvSpPr>
          <p:spPr>
            <a:xfrm>
              <a:off x="7942179" y="4687341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CB082DD4-AD21-633A-10DF-719005C9D2B7}"/>
                </a:ext>
              </a:extLst>
            </p:cNvPr>
            <p:cNvSpPr/>
            <p:nvPr/>
          </p:nvSpPr>
          <p:spPr>
            <a:xfrm>
              <a:off x="8310231" y="4765411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4F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79968621-A8E8-B440-3528-416797D79EFC}"/>
                </a:ext>
              </a:extLst>
            </p:cNvPr>
            <p:cNvSpPr/>
            <p:nvPr/>
          </p:nvSpPr>
          <p:spPr>
            <a:xfrm>
              <a:off x="8310231" y="4917493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11F</a:t>
              </a: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63023176-73AC-6559-3DE5-2B0D3F9B63E3}"/>
                </a:ext>
              </a:extLst>
            </p:cNvPr>
            <p:cNvSpPr/>
            <p:nvPr/>
          </p:nvSpPr>
          <p:spPr>
            <a:xfrm>
              <a:off x="8310231" y="5071400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19F</a:t>
              </a:r>
            </a:p>
          </p:txBody>
        </p:sp>
        <p:cxnSp>
          <p:nvCxnSpPr>
            <p:cNvPr id="92" name="连接符: 肘形 91">
              <a:extLst>
                <a:ext uri="{FF2B5EF4-FFF2-40B4-BE49-F238E27FC236}">
                  <a16:creationId xmlns:a16="http://schemas.microsoft.com/office/drawing/2014/main" id="{5561319F-5A0C-7DD9-B69C-AC04C5DE2AD9}"/>
                </a:ext>
              </a:extLst>
            </p:cNvPr>
            <p:cNvCxnSpPr>
              <a:stCxn id="81" idx="3"/>
              <a:endCxn id="88" idx="1"/>
            </p:cNvCxnSpPr>
            <p:nvPr/>
          </p:nvCxnSpPr>
          <p:spPr>
            <a:xfrm flipV="1">
              <a:off x="8134266" y="4826788"/>
              <a:ext cx="175965" cy="151764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149C2BED-0CD0-CB7D-C241-3DEFD32EE59A}"/>
                </a:ext>
              </a:extLst>
            </p:cNvPr>
            <p:cNvCxnSpPr>
              <a:stCxn id="81" idx="3"/>
              <a:endCxn id="89" idx="1"/>
            </p:cNvCxnSpPr>
            <p:nvPr/>
          </p:nvCxnSpPr>
          <p:spPr>
            <a:xfrm flipV="1">
              <a:off x="8134266" y="4978497"/>
              <a:ext cx="175965" cy="55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连接符: 肘形 93">
              <a:extLst>
                <a:ext uri="{FF2B5EF4-FFF2-40B4-BE49-F238E27FC236}">
                  <a16:creationId xmlns:a16="http://schemas.microsoft.com/office/drawing/2014/main" id="{41AFCCA8-D7B9-F358-3548-F101FF4ADF8C}"/>
                </a:ext>
              </a:extLst>
            </p:cNvPr>
            <p:cNvCxnSpPr>
              <a:stCxn id="81" idx="3"/>
              <a:endCxn id="91" idx="1"/>
            </p:cNvCxnSpPr>
            <p:nvPr/>
          </p:nvCxnSpPr>
          <p:spPr>
            <a:xfrm>
              <a:off x="8134266" y="4978552"/>
              <a:ext cx="175965" cy="15385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连接符: 肘形 99">
              <a:extLst>
                <a:ext uri="{FF2B5EF4-FFF2-40B4-BE49-F238E27FC236}">
                  <a16:creationId xmlns:a16="http://schemas.microsoft.com/office/drawing/2014/main" id="{F821C4AE-39DF-0768-BF2E-04148038A0D7}"/>
                </a:ext>
              </a:extLst>
            </p:cNvPr>
            <p:cNvCxnSpPr>
              <a:cxnSpLocks/>
            </p:cNvCxnSpPr>
            <p:nvPr/>
          </p:nvCxnSpPr>
          <p:spPr>
            <a:xfrm>
              <a:off x="6817783" y="4470388"/>
              <a:ext cx="783167" cy="637646"/>
            </a:xfrm>
            <a:prstGeom prst="bentConnector3">
              <a:avLst>
                <a:gd name="adj1" fmla="val -67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CAD1F919-31C1-6359-A55F-45EC8C980C81}"/>
                </a:ext>
              </a:extLst>
            </p:cNvPr>
            <p:cNvSpPr txBox="1"/>
            <p:nvPr/>
          </p:nvSpPr>
          <p:spPr>
            <a:xfrm>
              <a:off x="6746002" y="4950069"/>
              <a:ext cx="47413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B6C8FF7-CF93-1B63-E859-7911A13AF858}"/>
                </a:ext>
              </a:extLst>
            </p:cNvPr>
            <p:cNvSpPr txBox="1"/>
            <p:nvPr/>
          </p:nvSpPr>
          <p:spPr>
            <a:xfrm>
              <a:off x="7060504" y="4227089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C36B416F-C66B-897E-33F2-111FEEBBC234}"/>
                </a:ext>
              </a:extLst>
            </p:cNvPr>
            <p:cNvSpPr txBox="1"/>
            <p:nvPr/>
          </p:nvSpPr>
          <p:spPr>
            <a:xfrm>
              <a:off x="7060504" y="4930890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E63C1FE-EDC5-829D-3FBF-848DF73A9CD0}"/>
                </a:ext>
              </a:extLst>
            </p:cNvPr>
            <p:cNvCxnSpPr>
              <a:cxnSpLocks/>
            </p:cNvCxnSpPr>
            <p:nvPr/>
          </p:nvCxnSpPr>
          <p:spPr>
            <a:xfrm>
              <a:off x="9241565" y="245991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BD1BE4E5-17DD-D2EF-C0C8-C0579B5A452B}"/>
                </a:ext>
              </a:extLst>
            </p:cNvPr>
            <p:cNvSpPr txBox="1"/>
            <p:nvPr/>
          </p:nvSpPr>
          <p:spPr>
            <a:xfrm>
              <a:off x="7588777" y="5337976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D4377850-CD48-DFF3-AD07-E3EACF0F0BE4}"/>
                </a:ext>
              </a:extLst>
            </p:cNvPr>
            <p:cNvSpPr/>
            <p:nvPr/>
          </p:nvSpPr>
          <p:spPr>
            <a:xfrm>
              <a:off x="8014227" y="5406733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116" name="连接符: 肘形 115">
              <a:extLst>
                <a:ext uri="{FF2B5EF4-FFF2-40B4-BE49-F238E27FC236}">
                  <a16:creationId xmlns:a16="http://schemas.microsoft.com/office/drawing/2014/main" id="{87D25ED1-AF34-9711-B417-0A5271F675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0318" y="5490742"/>
              <a:ext cx="425450" cy="214840"/>
            </a:xfrm>
            <a:prstGeom prst="bentConnector3">
              <a:avLst>
                <a:gd name="adj1" fmla="val 24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连接符: 肘形 116">
              <a:extLst>
                <a:ext uri="{FF2B5EF4-FFF2-40B4-BE49-F238E27FC236}">
                  <a16:creationId xmlns:a16="http://schemas.microsoft.com/office/drawing/2014/main" id="{E8CCEBE7-0C1C-1A14-FC9B-B1F8BBCCE2A3}"/>
                </a:ext>
              </a:extLst>
            </p:cNvPr>
            <p:cNvCxnSpPr>
              <a:cxnSpLocks/>
            </p:cNvCxnSpPr>
            <p:nvPr/>
          </p:nvCxnSpPr>
          <p:spPr>
            <a:xfrm>
              <a:off x="7590318" y="5700799"/>
              <a:ext cx="425450" cy="214840"/>
            </a:xfrm>
            <a:prstGeom prst="bentConnector3">
              <a:avLst>
                <a:gd name="adj1" fmla="val 24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944DB19B-0207-D9DF-9E77-FCDF8148A9ED}"/>
                </a:ext>
              </a:extLst>
            </p:cNvPr>
            <p:cNvSpPr/>
            <p:nvPr/>
          </p:nvSpPr>
          <p:spPr>
            <a:xfrm>
              <a:off x="8014227" y="5838361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A789DE68-FC3A-0BC5-50C9-47FAA1C25852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>
              <a:off x="7589835" y="5700799"/>
              <a:ext cx="42439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FBE6A2EF-7F19-4953-3A61-4ADC230D1C31}"/>
                </a:ext>
              </a:extLst>
            </p:cNvPr>
            <p:cNvSpPr/>
            <p:nvPr/>
          </p:nvSpPr>
          <p:spPr>
            <a:xfrm>
              <a:off x="8014227" y="5616790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245C628D-D714-77AF-D047-D001C5AAFBAB}"/>
                </a:ext>
              </a:extLst>
            </p:cNvPr>
            <p:cNvSpPr txBox="1"/>
            <p:nvPr/>
          </p:nvSpPr>
          <p:spPr>
            <a:xfrm>
              <a:off x="7594386" y="5551644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5B4DE7CB-8D79-DA6E-CDA7-42B7C10D0DBD}"/>
                </a:ext>
              </a:extLst>
            </p:cNvPr>
            <p:cNvSpPr txBox="1"/>
            <p:nvPr/>
          </p:nvSpPr>
          <p:spPr>
            <a:xfrm>
              <a:off x="7591619" y="5757405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07815E1-6967-03D6-9F27-1C63F74A1D92}"/>
                </a:ext>
              </a:extLst>
            </p:cNvPr>
            <p:cNvSpPr/>
            <p:nvPr/>
          </p:nvSpPr>
          <p:spPr>
            <a:xfrm>
              <a:off x="8612799" y="5345533"/>
              <a:ext cx="378000" cy="1227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3F</a:t>
              </a: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BDE0D7D1-25B5-7E4D-1E29-24923E525247}"/>
                </a:ext>
              </a:extLst>
            </p:cNvPr>
            <p:cNvSpPr/>
            <p:nvPr/>
          </p:nvSpPr>
          <p:spPr>
            <a:xfrm>
              <a:off x="8613484" y="5497615"/>
              <a:ext cx="378000" cy="122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8F</a:t>
              </a:r>
            </a:p>
          </p:txBody>
        </p:sp>
        <p:cxnSp>
          <p:nvCxnSpPr>
            <p:cNvPr id="125" name="连接符: 肘形 124">
              <a:extLst>
                <a:ext uri="{FF2B5EF4-FFF2-40B4-BE49-F238E27FC236}">
                  <a16:creationId xmlns:a16="http://schemas.microsoft.com/office/drawing/2014/main" id="{073E0AD2-9B05-4C38-C735-958A897A8AF0}"/>
                </a:ext>
              </a:extLst>
            </p:cNvPr>
            <p:cNvCxnSpPr>
              <a:cxnSpLocks/>
              <a:stCxn id="115" idx="3"/>
              <a:endCxn id="123" idx="1"/>
            </p:cNvCxnSpPr>
            <p:nvPr/>
          </p:nvCxnSpPr>
          <p:spPr>
            <a:xfrm flipV="1">
              <a:off x="8436834" y="5406910"/>
              <a:ext cx="175965" cy="83832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连接符: 肘形 125">
              <a:extLst>
                <a:ext uri="{FF2B5EF4-FFF2-40B4-BE49-F238E27FC236}">
                  <a16:creationId xmlns:a16="http://schemas.microsoft.com/office/drawing/2014/main" id="{3ACAEBD2-ECB5-9F35-DF7B-AF93BA44168F}"/>
                </a:ext>
              </a:extLst>
            </p:cNvPr>
            <p:cNvCxnSpPr>
              <a:cxnSpLocks/>
              <a:stCxn id="115" idx="3"/>
              <a:endCxn id="124" idx="1"/>
            </p:cNvCxnSpPr>
            <p:nvPr/>
          </p:nvCxnSpPr>
          <p:spPr>
            <a:xfrm>
              <a:off x="8436834" y="5490742"/>
              <a:ext cx="176650" cy="67877"/>
            </a:xfrm>
            <a:prstGeom prst="bentConnector3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D04387B1-A933-7CE0-93E0-9BA10A46F0BE}"/>
                </a:ext>
              </a:extLst>
            </p:cNvPr>
            <p:cNvSpPr txBox="1"/>
            <p:nvPr/>
          </p:nvSpPr>
          <p:spPr>
            <a:xfrm>
              <a:off x="8362534" y="904254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34" name="连接符: 肘形 133">
              <a:extLst>
                <a:ext uri="{FF2B5EF4-FFF2-40B4-BE49-F238E27FC236}">
                  <a16:creationId xmlns:a16="http://schemas.microsoft.com/office/drawing/2014/main" id="{DC8CC199-91D6-DF0C-595F-76DAB897E4E5}"/>
                </a:ext>
              </a:extLst>
            </p:cNvPr>
            <p:cNvCxnSpPr>
              <a:cxnSpLocks/>
            </p:cNvCxnSpPr>
            <p:nvPr/>
          </p:nvCxnSpPr>
          <p:spPr>
            <a:xfrm>
              <a:off x="6823075" y="5105400"/>
              <a:ext cx="760942" cy="590538"/>
            </a:xfrm>
            <a:prstGeom prst="bentConnector3">
              <a:avLst>
                <a:gd name="adj1" fmla="val -695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587A62B6-801A-11D5-38F5-82098F9FB624}"/>
                </a:ext>
              </a:extLst>
            </p:cNvPr>
            <p:cNvSpPr txBox="1"/>
            <p:nvPr/>
          </p:nvSpPr>
          <p:spPr>
            <a:xfrm>
              <a:off x="7060504" y="5466299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FCBE4C2-4F5A-9688-6839-7AEA920534BB}"/>
                </a:ext>
              </a:extLst>
            </p:cNvPr>
            <p:cNvSpPr/>
            <p:nvPr/>
          </p:nvSpPr>
          <p:spPr>
            <a:xfrm>
              <a:off x="7686462" y="6242695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9AD91C23-3563-C4AF-2EAB-4C9D97990054}"/>
                </a:ext>
              </a:extLst>
            </p:cNvPr>
            <p:cNvSpPr/>
            <p:nvPr/>
          </p:nvSpPr>
          <p:spPr>
            <a:xfrm>
              <a:off x="7686462" y="6483002"/>
              <a:ext cx="422607" cy="1680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7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单元</a:t>
              </a: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8038067B-3257-15FE-CDAD-8813BE3D2383}"/>
                </a:ext>
              </a:extLst>
            </p:cNvPr>
            <p:cNvSpPr/>
            <p:nvPr/>
          </p:nvSpPr>
          <p:spPr>
            <a:xfrm>
              <a:off x="8212972" y="6265504"/>
              <a:ext cx="376147" cy="12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1F</a:t>
              </a:r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3D30AA1E-0EF2-D357-AA25-5F5706543930}"/>
                </a:ext>
              </a:extLst>
            </p:cNvPr>
            <p:cNvCxnSpPr>
              <a:cxnSpLocks/>
              <a:stCxn id="144" idx="3"/>
              <a:endCxn id="146" idx="1"/>
            </p:cNvCxnSpPr>
            <p:nvPr/>
          </p:nvCxnSpPr>
          <p:spPr>
            <a:xfrm>
              <a:off x="8109069" y="6326704"/>
              <a:ext cx="10390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连接符: 肘形 147">
              <a:extLst>
                <a:ext uri="{FF2B5EF4-FFF2-40B4-BE49-F238E27FC236}">
                  <a16:creationId xmlns:a16="http://schemas.microsoft.com/office/drawing/2014/main" id="{B363E4BB-42E1-EF45-BD14-20E3F5319536}"/>
                </a:ext>
              </a:extLst>
            </p:cNvPr>
            <p:cNvCxnSpPr>
              <a:endCxn id="144" idx="1"/>
            </p:cNvCxnSpPr>
            <p:nvPr/>
          </p:nvCxnSpPr>
          <p:spPr>
            <a:xfrm rot="5400000" flipH="1" flipV="1">
              <a:off x="7579528" y="6336570"/>
              <a:ext cx="116800" cy="97068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9834102F-6105-9F97-FCF3-45AFEF2590C3}"/>
                </a:ext>
              </a:extLst>
            </p:cNvPr>
            <p:cNvCxnSpPr>
              <a:cxnSpLocks/>
              <a:endCxn id="145" idx="1"/>
            </p:cNvCxnSpPr>
            <p:nvPr/>
          </p:nvCxnSpPr>
          <p:spPr>
            <a:xfrm rot="16200000" flipH="1">
              <a:off x="7574359" y="6454907"/>
              <a:ext cx="128111" cy="96095"/>
            </a:xfrm>
            <a:prstGeom prst="bentConnector2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0B6A66D1-0A42-CF6D-F743-9334ED6D11C0}"/>
                </a:ext>
              </a:extLst>
            </p:cNvPr>
            <p:cNvSpPr txBox="1"/>
            <p:nvPr/>
          </p:nvSpPr>
          <p:spPr>
            <a:xfrm>
              <a:off x="7942179" y="6060082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F709760E-FC4E-CDDF-92BA-F848605ECA29}"/>
                </a:ext>
              </a:extLst>
            </p:cNvPr>
            <p:cNvSpPr txBox="1"/>
            <p:nvPr/>
          </p:nvSpPr>
          <p:spPr>
            <a:xfrm>
              <a:off x="6746002" y="5540619"/>
              <a:ext cx="47413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6FDD8A2-5BAD-2B7A-984F-BAEB4E138EC6}"/>
                </a:ext>
              </a:extLst>
            </p:cNvPr>
            <p:cNvSpPr txBox="1"/>
            <p:nvPr/>
          </p:nvSpPr>
          <p:spPr>
            <a:xfrm>
              <a:off x="6746002" y="5956013"/>
              <a:ext cx="47413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1516D8FE-8483-F605-0032-2F2FBDB70CFE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00" y="5687483"/>
              <a:ext cx="0" cy="508000"/>
            </a:xfrm>
            <a:prstGeom prst="line">
              <a:avLst/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连接符: 肘形 166">
              <a:extLst>
                <a:ext uri="{FF2B5EF4-FFF2-40B4-BE49-F238E27FC236}">
                  <a16:creationId xmlns:a16="http://schemas.microsoft.com/office/drawing/2014/main" id="{06853FBB-F07E-7679-0737-A41D1D108DFE}"/>
                </a:ext>
              </a:extLst>
            </p:cNvPr>
            <p:cNvCxnSpPr>
              <a:cxnSpLocks/>
            </p:cNvCxnSpPr>
            <p:nvPr/>
          </p:nvCxnSpPr>
          <p:spPr>
            <a:xfrm>
              <a:off x="6815138" y="6196013"/>
              <a:ext cx="776287" cy="249237"/>
            </a:xfrm>
            <a:prstGeom prst="bentConnector3">
              <a:avLst>
                <a:gd name="adj1" fmla="val 716"/>
              </a:avLst>
            </a:prstGeom>
            <a:ln w="12700"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0B28A759-C6AF-701B-4F56-30AB6B88A2AF}"/>
                </a:ext>
              </a:extLst>
            </p:cNvPr>
            <p:cNvSpPr txBox="1"/>
            <p:nvPr/>
          </p:nvSpPr>
          <p:spPr>
            <a:xfrm>
              <a:off x="6772082" y="6280717"/>
              <a:ext cx="50114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*3</a:t>
              </a:r>
              <a:endParaRPr lang="zh-CN" altLang="en-US" sz="5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1305223-51F0-7C92-32DA-BEC77A0C86B7}"/>
                </a:ext>
              </a:extLst>
            </p:cNvPr>
            <p:cNvSpPr txBox="1"/>
            <p:nvPr/>
          </p:nvSpPr>
          <p:spPr>
            <a:xfrm>
              <a:off x="7060504" y="6173191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560EDE56-F1A8-7F90-5BAC-3B08C72D99DA}"/>
                </a:ext>
              </a:extLst>
            </p:cNvPr>
            <p:cNvSpPr txBox="1"/>
            <p:nvPr/>
          </p:nvSpPr>
          <p:spPr>
            <a:xfrm>
              <a:off x="7363644" y="6061316"/>
              <a:ext cx="4254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5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芯光缆</a:t>
              </a:r>
            </a:p>
          </p:txBody>
        </p: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CA647EFF-CA46-777C-1119-3F7C52BBCFEE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 flipV="1">
              <a:off x="1159727" y="2963321"/>
              <a:ext cx="457199" cy="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0811C053-F03F-17DD-6550-B3F6052713B8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2442117" y="2963321"/>
              <a:ext cx="45719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6E0E3481-9374-7533-ADB7-B0A3C88E24C4}"/>
                </a:ext>
              </a:extLst>
            </p:cNvPr>
            <p:cNvCxnSpPr>
              <a:stCxn id="6" idx="3"/>
              <a:endCxn id="59" idx="1"/>
            </p:cNvCxnSpPr>
            <p:nvPr/>
          </p:nvCxnSpPr>
          <p:spPr>
            <a:xfrm flipV="1">
              <a:off x="3464311" y="2960843"/>
              <a:ext cx="457199" cy="247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4F7E7E71-250E-6EAC-2287-4951321C5C11}"/>
                </a:ext>
              </a:extLst>
            </p:cNvPr>
            <p:cNvCxnSpPr>
              <a:stCxn id="60" idx="3"/>
              <a:endCxn id="63" idx="1"/>
            </p:cNvCxnSpPr>
            <p:nvPr/>
          </p:nvCxnSpPr>
          <p:spPr>
            <a:xfrm flipV="1">
              <a:off x="4486505" y="2958365"/>
              <a:ext cx="457199" cy="247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B1DE5B9A-E8FB-B8B0-27CC-F7C76605AA5A}"/>
                </a:ext>
              </a:extLst>
            </p:cNvPr>
            <p:cNvSpPr txBox="1"/>
            <p:nvPr/>
          </p:nvSpPr>
          <p:spPr>
            <a:xfrm>
              <a:off x="2775491" y="3376079"/>
              <a:ext cx="863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光分配点</a:t>
              </a:r>
              <a:endPara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（主干光节点）</a:t>
              </a: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F2A27446-7526-A970-0089-F1C3926EE4C5}"/>
                </a:ext>
              </a:extLst>
            </p:cNvPr>
            <p:cNvSpPr txBox="1"/>
            <p:nvPr/>
          </p:nvSpPr>
          <p:spPr>
            <a:xfrm>
              <a:off x="3791868" y="3388443"/>
              <a:ext cx="863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b="1">
                  <a:latin typeface="宋体" panose="02010600030101010101" pitchFamily="2" charset="-122"/>
                  <a:ea typeface="宋体" panose="02010600030101010101" pitchFamily="2" charset="-122"/>
                </a:rPr>
                <a:t>光分配点</a:t>
              </a:r>
              <a:endParaRPr lang="en-US" altLang="zh-CN" sz="8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800" b="1">
                  <a:latin typeface="宋体" panose="02010600030101010101" pitchFamily="2" charset="-122"/>
                  <a:ea typeface="宋体" panose="02010600030101010101" pitchFamily="2" charset="-122"/>
                </a:rPr>
                <a:t>（小区）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05D5E5A9-FFCE-2B51-985F-993A23A1107E}"/>
                </a:ext>
              </a:extLst>
            </p:cNvPr>
            <p:cNvSpPr txBox="1"/>
            <p:nvPr/>
          </p:nvSpPr>
          <p:spPr>
            <a:xfrm>
              <a:off x="3435529" y="2797113"/>
              <a:ext cx="5639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24</a:t>
              </a:r>
              <a:r>
                <a:rPr lang="zh-CN" altLang="en-US" sz="7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芯光缆</a:t>
              </a:r>
            </a:p>
          </p:txBody>
        </p: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E33D3FDB-B8BF-538E-3EFE-B72D283F279D}"/>
                </a:ext>
              </a:extLst>
            </p:cNvPr>
            <p:cNvSpPr txBox="1"/>
            <p:nvPr/>
          </p:nvSpPr>
          <p:spPr>
            <a:xfrm>
              <a:off x="5106307" y="2755570"/>
              <a:ext cx="37171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483C911A-59E3-B5D8-4C86-78B2A20ACF75}"/>
                </a:ext>
              </a:extLst>
            </p:cNvPr>
            <p:cNvSpPr txBox="1"/>
            <p:nvPr/>
          </p:nvSpPr>
          <p:spPr>
            <a:xfrm>
              <a:off x="4873360" y="3155182"/>
              <a:ext cx="8630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一级分光器</a:t>
              </a:r>
              <a:endPara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20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台</a:t>
              </a:r>
              <a:endPara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953957FE-F9C8-5B92-B3A9-A365F1B0EB8A}"/>
                </a:ext>
              </a:extLst>
            </p:cNvPr>
            <p:cNvSpPr txBox="1"/>
            <p:nvPr/>
          </p:nvSpPr>
          <p:spPr>
            <a:xfrm>
              <a:off x="9241565" y="492644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438A59C-CD0A-BC94-62E9-3CCF7F8CF7AB}"/>
                </a:ext>
              </a:extLst>
            </p:cNvPr>
            <p:cNvSpPr txBox="1"/>
            <p:nvPr/>
          </p:nvSpPr>
          <p:spPr>
            <a:xfrm>
              <a:off x="9241565" y="1148400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11#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59CE104D-64DF-9124-06D1-A90011CE684A}"/>
                </a:ext>
              </a:extLst>
            </p:cNvPr>
            <p:cNvSpPr txBox="1"/>
            <p:nvPr/>
          </p:nvSpPr>
          <p:spPr>
            <a:xfrm>
              <a:off x="9241565" y="2111392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2#-10#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4662FA4A-BFE7-65DC-8EC2-CD6DEDBCA63F}"/>
                </a:ext>
              </a:extLst>
            </p:cNvPr>
            <p:cNvSpPr txBox="1"/>
            <p:nvPr/>
          </p:nvSpPr>
          <p:spPr>
            <a:xfrm>
              <a:off x="9241565" y="2900224"/>
              <a:ext cx="5304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EC31098D-116E-C8FB-A0BA-45A6D97C2E9F}"/>
                </a:ext>
              </a:extLst>
            </p:cNvPr>
            <p:cNvSpPr txBox="1"/>
            <p:nvPr/>
          </p:nvSpPr>
          <p:spPr>
            <a:xfrm>
              <a:off x="9241565" y="3555980"/>
              <a:ext cx="670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3#-6#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612F0BFD-4C8D-C4AD-DFA4-29A5EE8B1857}"/>
                </a:ext>
              </a:extLst>
            </p:cNvPr>
            <p:cNvSpPr txBox="1"/>
            <p:nvPr/>
          </p:nvSpPr>
          <p:spPr>
            <a:xfrm>
              <a:off x="9241565" y="4211736"/>
              <a:ext cx="670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7#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33E286D3-6B92-8A76-96CE-01756485AC81}"/>
                </a:ext>
              </a:extLst>
            </p:cNvPr>
            <p:cNvSpPr txBox="1"/>
            <p:nvPr/>
          </p:nvSpPr>
          <p:spPr>
            <a:xfrm>
              <a:off x="9241565" y="4867492"/>
              <a:ext cx="670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8#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BFDC4EBC-2E3A-4878-35DD-F935A133CA7B}"/>
                </a:ext>
              </a:extLst>
            </p:cNvPr>
            <p:cNvSpPr txBox="1"/>
            <p:nvPr/>
          </p:nvSpPr>
          <p:spPr>
            <a:xfrm>
              <a:off x="9241565" y="5523248"/>
              <a:ext cx="670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E48B74AE-A7F7-0233-1EED-7301CBB9B6F4}"/>
                </a:ext>
              </a:extLst>
            </p:cNvPr>
            <p:cNvSpPr txBox="1"/>
            <p:nvPr/>
          </p:nvSpPr>
          <p:spPr>
            <a:xfrm>
              <a:off x="9241565" y="6179000"/>
              <a:ext cx="9656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南区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1#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9#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10#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83D385B5-F88C-0423-5C03-DA74FB296AFD}"/>
                </a:ext>
              </a:extLst>
            </p:cNvPr>
            <p:cNvSpPr txBox="1"/>
            <p:nvPr/>
          </p:nvSpPr>
          <p:spPr>
            <a:xfrm>
              <a:off x="6314971" y="5800268"/>
              <a:ext cx="7112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芯接头</a:t>
              </a:r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E927D39C-1B18-3635-A418-E3CFCED13612}"/>
                </a:ext>
              </a:extLst>
            </p:cNvPr>
            <p:cNvSpPr txBox="1"/>
            <p:nvPr/>
          </p:nvSpPr>
          <p:spPr>
            <a:xfrm>
              <a:off x="10004275" y="3091844"/>
              <a:ext cx="8630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二级分光器</a:t>
              </a:r>
              <a:endPara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77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台</a:t>
              </a:r>
              <a:endPara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675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EF8D-C4A0-A533-CC8E-0D319AB5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1933F9-98BF-1868-CFAF-F4A230A5FB85}"/>
              </a:ext>
            </a:extLst>
          </p:cNvPr>
          <p:cNvSpPr/>
          <p:nvPr/>
        </p:nvSpPr>
        <p:spPr>
          <a:xfrm>
            <a:off x="601027" y="2765107"/>
            <a:ext cx="1337734" cy="18626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0641477-289D-B684-BC3B-428EA4A956AF}"/>
              </a:ext>
            </a:extLst>
          </p:cNvPr>
          <p:cNvSpPr txBox="1"/>
          <p:nvPr/>
        </p:nvSpPr>
        <p:spPr>
          <a:xfrm>
            <a:off x="2955291" y="560813"/>
            <a:ext cx="3197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宋体" panose="02010600030101010101" pitchFamily="2" charset="-122"/>
                <a:ea typeface="宋体" panose="02010600030101010101" pitchFamily="2" charset="-122"/>
              </a:rPr>
              <a:t>08F</a:t>
            </a:r>
            <a:endParaRPr lang="zh-CN" altLang="en-US" sz="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191C876-9D40-0E70-A406-139F0464F0B2}"/>
              </a:ext>
            </a:extLst>
          </p:cNvPr>
          <p:cNvSpPr/>
          <p:nvPr/>
        </p:nvSpPr>
        <p:spPr>
          <a:xfrm>
            <a:off x="2685659" y="770399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516CEE65-A95E-0008-8FF6-AB63210D2A8C}"/>
              </a:ext>
            </a:extLst>
          </p:cNvPr>
          <p:cNvSpPr txBox="1"/>
          <p:nvPr/>
        </p:nvSpPr>
        <p:spPr>
          <a:xfrm>
            <a:off x="1538721" y="1962765"/>
            <a:ext cx="32648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grpSp>
        <p:nvGrpSpPr>
          <p:cNvPr id="427" name="组合 426">
            <a:extLst>
              <a:ext uri="{FF2B5EF4-FFF2-40B4-BE49-F238E27FC236}">
                <a16:creationId xmlns:a16="http://schemas.microsoft.com/office/drawing/2014/main" id="{54C49819-2335-A841-C8AA-B40BDE9BF8AC}"/>
              </a:ext>
            </a:extLst>
          </p:cNvPr>
          <p:cNvGrpSpPr/>
          <p:nvPr/>
        </p:nvGrpSpPr>
        <p:grpSpPr>
          <a:xfrm>
            <a:off x="1211157" y="458268"/>
            <a:ext cx="1411394" cy="1678507"/>
            <a:chOff x="1196339" y="451918"/>
            <a:chExt cx="1420393" cy="1678507"/>
          </a:xfrm>
        </p:grpSpPr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6B081A45-468C-3F35-2DA0-8B3DB9183836}"/>
                </a:ext>
              </a:extLst>
            </p:cNvPr>
            <p:cNvCxnSpPr>
              <a:stCxn id="153" idx="3"/>
              <a:endCxn id="342" idx="1"/>
            </p:cNvCxnSpPr>
            <p:nvPr/>
          </p:nvCxnSpPr>
          <p:spPr>
            <a:xfrm flipV="1">
              <a:off x="2065283" y="1857319"/>
              <a:ext cx="186725" cy="9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连接符: 肘形 395">
              <a:extLst>
                <a:ext uri="{FF2B5EF4-FFF2-40B4-BE49-F238E27FC236}">
                  <a16:creationId xmlns:a16="http://schemas.microsoft.com/office/drawing/2014/main" id="{074EE35B-A38D-1582-CA31-0270BAEF54DF}"/>
                </a:ext>
              </a:extLst>
            </p:cNvPr>
            <p:cNvCxnSpPr>
              <a:stCxn id="153" idx="3"/>
              <a:endCxn id="307" idx="1"/>
            </p:cNvCxnSpPr>
            <p:nvPr/>
          </p:nvCxnSpPr>
          <p:spPr>
            <a:xfrm flipV="1">
              <a:off x="2065283" y="1119462"/>
              <a:ext cx="186725" cy="738769"/>
            </a:xfrm>
            <a:prstGeom prst="bentConnector3">
              <a:avLst>
                <a:gd name="adj1" fmla="val 3214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连接符: 肘形 399">
              <a:extLst>
                <a:ext uri="{FF2B5EF4-FFF2-40B4-BE49-F238E27FC236}">
                  <a16:creationId xmlns:a16="http://schemas.microsoft.com/office/drawing/2014/main" id="{21BF8517-E0A3-7732-CD11-067AEE47DFED}"/>
                </a:ext>
              </a:extLst>
            </p:cNvPr>
            <p:cNvCxnSpPr>
              <a:stCxn id="153" idx="3"/>
              <a:endCxn id="314" idx="1"/>
            </p:cNvCxnSpPr>
            <p:nvPr/>
          </p:nvCxnSpPr>
          <p:spPr>
            <a:xfrm flipV="1">
              <a:off x="2065283" y="935948"/>
              <a:ext cx="186725" cy="922283"/>
            </a:xfrm>
            <a:prstGeom prst="bentConnector3">
              <a:avLst>
                <a:gd name="adj1" fmla="val 2619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连接符: 肘形 404">
              <a:extLst>
                <a:ext uri="{FF2B5EF4-FFF2-40B4-BE49-F238E27FC236}">
                  <a16:creationId xmlns:a16="http://schemas.microsoft.com/office/drawing/2014/main" id="{76E247BE-5C1E-8AAA-C795-330C9C62FD0A}"/>
                </a:ext>
              </a:extLst>
            </p:cNvPr>
            <p:cNvCxnSpPr>
              <a:stCxn id="153" idx="3"/>
              <a:endCxn id="272" idx="1"/>
            </p:cNvCxnSpPr>
            <p:nvPr/>
          </p:nvCxnSpPr>
          <p:spPr>
            <a:xfrm flipV="1">
              <a:off x="2065283" y="751058"/>
              <a:ext cx="186725" cy="1107173"/>
            </a:xfrm>
            <a:prstGeom prst="bentConnector3">
              <a:avLst>
                <a:gd name="adj1" fmla="val 2109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连接符: 肘形 407">
              <a:extLst>
                <a:ext uri="{FF2B5EF4-FFF2-40B4-BE49-F238E27FC236}">
                  <a16:creationId xmlns:a16="http://schemas.microsoft.com/office/drawing/2014/main" id="{557AD429-987B-B202-69D5-FCE5CC19DEBB}"/>
                </a:ext>
              </a:extLst>
            </p:cNvPr>
            <p:cNvCxnSpPr>
              <a:stCxn id="153" idx="3"/>
              <a:endCxn id="259" idx="1"/>
            </p:cNvCxnSpPr>
            <p:nvPr/>
          </p:nvCxnSpPr>
          <p:spPr>
            <a:xfrm flipV="1">
              <a:off x="2065283" y="567544"/>
              <a:ext cx="186725" cy="1290687"/>
            </a:xfrm>
            <a:prstGeom prst="bentConnector3">
              <a:avLst>
                <a:gd name="adj1" fmla="val 1514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6" name="组合 425">
              <a:extLst>
                <a:ext uri="{FF2B5EF4-FFF2-40B4-BE49-F238E27FC236}">
                  <a16:creationId xmlns:a16="http://schemas.microsoft.com/office/drawing/2014/main" id="{B7C5728F-144C-2DA4-0F4B-CDC97FF2A3B5}"/>
                </a:ext>
              </a:extLst>
            </p:cNvPr>
            <p:cNvGrpSpPr/>
            <p:nvPr/>
          </p:nvGrpSpPr>
          <p:grpSpPr>
            <a:xfrm>
              <a:off x="1196339" y="451918"/>
              <a:ext cx="1420393" cy="1678507"/>
              <a:chOff x="1196339" y="451918"/>
              <a:chExt cx="1420393" cy="1678507"/>
            </a:xfrm>
          </p:grpSpPr>
          <p:grpSp>
            <p:nvGrpSpPr>
              <p:cNvPr id="424" name="组合 423">
                <a:extLst>
                  <a:ext uri="{FF2B5EF4-FFF2-40B4-BE49-F238E27FC236}">
                    <a16:creationId xmlns:a16="http://schemas.microsoft.com/office/drawing/2014/main" id="{69E571DD-D38C-5F5F-BFE2-D4B8E5FBE8AE}"/>
                  </a:ext>
                </a:extLst>
              </p:cNvPr>
              <p:cNvGrpSpPr/>
              <p:nvPr/>
            </p:nvGrpSpPr>
            <p:grpSpPr>
              <a:xfrm>
                <a:off x="1196339" y="473287"/>
                <a:ext cx="1420393" cy="1657138"/>
                <a:chOff x="1196339" y="473287"/>
                <a:chExt cx="1420393" cy="1657138"/>
              </a:xfrm>
            </p:grpSpPr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660248D7-71C2-66CE-7FBF-8E50C2F2980F}"/>
                    </a:ext>
                  </a:extLst>
                </p:cNvPr>
                <p:cNvSpPr/>
                <p:nvPr/>
              </p:nvSpPr>
              <p:spPr>
                <a:xfrm>
                  <a:off x="1665129" y="1789439"/>
                  <a:ext cx="400154" cy="137584"/>
                </a:xfrm>
                <a:prstGeom prst="rect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500" dirty="0">
                      <a:solidFill>
                        <a:sysClr val="windowText" lastClr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FTTH</a:t>
                  </a:r>
                  <a:r>
                    <a:rPr lang="zh-CN" altLang="en-US" sz="500" dirty="0">
                      <a:solidFill>
                        <a:sysClr val="windowText" lastClr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箱</a:t>
                  </a:r>
                </a:p>
              </p:txBody>
            </p:sp>
            <p:grpSp>
              <p:nvGrpSpPr>
                <p:cNvPr id="423" name="组合 422">
                  <a:extLst>
                    <a:ext uri="{FF2B5EF4-FFF2-40B4-BE49-F238E27FC236}">
                      <a16:creationId xmlns:a16="http://schemas.microsoft.com/office/drawing/2014/main" id="{113D0BC4-48E4-D43B-E09B-10D133A23868}"/>
                    </a:ext>
                  </a:extLst>
                </p:cNvPr>
                <p:cNvGrpSpPr/>
                <p:nvPr/>
              </p:nvGrpSpPr>
              <p:grpSpPr>
                <a:xfrm>
                  <a:off x="1196339" y="473287"/>
                  <a:ext cx="1420393" cy="1476041"/>
                  <a:chOff x="1196339" y="473287"/>
                  <a:chExt cx="1420393" cy="1476041"/>
                </a:xfrm>
              </p:grpSpPr>
              <p:grpSp>
                <p:nvGrpSpPr>
                  <p:cNvPr id="287" name="组合 286">
                    <a:extLst>
                      <a:ext uri="{FF2B5EF4-FFF2-40B4-BE49-F238E27FC236}">
                        <a16:creationId xmlns:a16="http://schemas.microsoft.com/office/drawing/2014/main" id="{E5332B94-7F45-DC14-1111-CC982AB1D440}"/>
                      </a:ext>
                    </a:extLst>
                  </p:cNvPr>
                  <p:cNvGrpSpPr/>
                  <p:nvPr/>
                </p:nvGrpSpPr>
                <p:grpSpPr>
                  <a:xfrm>
                    <a:off x="1196339" y="473287"/>
                    <a:ext cx="1420393" cy="369780"/>
                    <a:chOff x="1196339" y="473287"/>
                    <a:chExt cx="1420393" cy="369780"/>
                  </a:xfrm>
                </p:grpSpPr>
                <p:grpSp>
                  <p:nvGrpSpPr>
                    <p:cNvPr id="264" name="组合 263">
                      <a:extLst>
                        <a:ext uri="{FF2B5EF4-FFF2-40B4-BE49-F238E27FC236}">
                          <a16:creationId xmlns:a16="http://schemas.microsoft.com/office/drawing/2014/main" id="{E6E166C4-08A2-C613-E650-6AE140A3A2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473287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2" name="矩形: 圆角 1">
                        <a:extLst>
                          <a:ext uri="{FF2B5EF4-FFF2-40B4-BE49-F238E27FC236}">
                            <a16:creationId xmlns:a16="http://schemas.microsoft.com/office/drawing/2014/main" id="{F916E7BA-426A-B397-8EF1-A180057320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8" name="直接连接符 27">
                        <a:extLst>
                          <a:ext uri="{FF2B5EF4-FFF2-40B4-BE49-F238E27FC236}">
                            <a16:creationId xmlns:a16="http://schemas.microsoft.com/office/drawing/2014/main" id="{AF3AA96D-7359-F3B2-8952-0BE97EE6980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9" name="文本框 28">
                        <a:extLst>
                          <a:ext uri="{FF2B5EF4-FFF2-40B4-BE49-F238E27FC236}">
                            <a16:creationId xmlns:a16="http://schemas.microsoft.com/office/drawing/2014/main" id="{DC5DF9FD-9BDC-B86A-2C7C-10241BBB101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54" name="文本框 153">
                        <a:extLst>
                          <a:ext uri="{FF2B5EF4-FFF2-40B4-BE49-F238E27FC236}">
                            <a16:creationId xmlns:a16="http://schemas.microsoft.com/office/drawing/2014/main" id="{9C8992FB-30B5-5E4B-4371-72ACD497B6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08F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9" name="矩形 258">
                        <a:extLst>
                          <a:ext uri="{FF2B5EF4-FFF2-40B4-BE49-F238E27FC236}">
                            <a16:creationId xmlns:a16="http://schemas.microsoft.com/office/drawing/2014/main" id="{E4B01433-8FF2-AE7F-C53E-89185988D1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265" name="组合 264">
                      <a:extLst>
                        <a:ext uri="{FF2B5EF4-FFF2-40B4-BE49-F238E27FC236}">
                          <a16:creationId xmlns:a16="http://schemas.microsoft.com/office/drawing/2014/main" id="{86ABF26E-2559-A266-2D99-B6DABD8AA8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656801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268" name="矩形: 圆角 267">
                        <a:extLst>
                          <a:ext uri="{FF2B5EF4-FFF2-40B4-BE49-F238E27FC236}">
                            <a16:creationId xmlns:a16="http://schemas.microsoft.com/office/drawing/2014/main" id="{1EAA9CF3-A05C-D550-117A-DD7A97C7F6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69" name="直接连接符 268">
                        <a:extLst>
                          <a:ext uri="{FF2B5EF4-FFF2-40B4-BE49-F238E27FC236}">
                            <a16:creationId xmlns:a16="http://schemas.microsoft.com/office/drawing/2014/main" id="{0C06F5E1-38EB-85D4-0C27-655BE976DDA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70" name="文本框 269">
                        <a:extLst>
                          <a:ext uri="{FF2B5EF4-FFF2-40B4-BE49-F238E27FC236}">
                            <a16:creationId xmlns:a16="http://schemas.microsoft.com/office/drawing/2014/main" id="{8AF4B343-E3AC-79EC-65FB-CA5017EED33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71" name="文本框 270">
                        <a:extLst>
                          <a:ext uri="{FF2B5EF4-FFF2-40B4-BE49-F238E27FC236}">
                            <a16:creationId xmlns:a16="http://schemas.microsoft.com/office/drawing/2014/main" id="{E002D3EE-DD15-6BEE-6212-EDF12045BF0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07F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72" name="矩形 271">
                        <a:extLst>
                          <a:ext uri="{FF2B5EF4-FFF2-40B4-BE49-F238E27FC236}">
                            <a16:creationId xmlns:a16="http://schemas.microsoft.com/office/drawing/2014/main" id="{8965D9F3-C14F-04AA-E82B-B809D9E763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98" name="组合 297">
                    <a:extLst>
                      <a:ext uri="{FF2B5EF4-FFF2-40B4-BE49-F238E27FC236}">
                        <a16:creationId xmlns:a16="http://schemas.microsoft.com/office/drawing/2014/main" id="{4D1C8FDA-9751-0935-625D-64D24D46ED09}"/>
                      </a:ext>
                    </a:extLst>
                  </p:cNvPr>
                  <p:cNvGrpSpPr/>
                  <p:nvPr/>
                </p:nvGrpSpPr>
                <p:grpSpPr>
                  <a:xfrm>
                    <a:off x="1196339" y="841691"/>
                    <a:ext cx="1420393" cy="369780"/>
                    <a:chOff x="1196339" y="473287"/>
                    <a:chExt cx="1420393" cy="369780"/>
                  </a:xfrm>
                </p:grpSpPr>
                <p:grpSp>
                  <p:nvGrpSpPr>
                    <p:cNvPr id="299" name="组合 298">
                      <a:extLst>
                        <a:ext uri="{FF2B5EF4-FFF2-40B4-BE49-F238E27FC236}">
                          <a16:creationId xmlns:a16="http://schemas.microsoft.com/office/drawing/2014/main" id="{CCE5E6EE-D135-055A-3B00-D11D0D2975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473287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09" name="矩形: 圆角 308">
                        <a:extLst>
                          <a:ext uri="{FF2B5EF4-FFF2-40B4-BE49-F238E27FC236}">
                            <a16:creationId xmlns:a16="http://schemas.microsoft.com/office/drawing/2014/main" id="{00543C2D-9BAD-5039-2497-62EEC74609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10" name="直接连接符 309">
                        <a:extLst>
                          <a:ext uri="{FF2B5EF4-FFF2-40B4-BE49-F238E27FC236}">
                            <a16:creationId xmlns:a16="http://schemas.microsoft.com/office/drawing/2014/main" id="{6C4B2A6D-7734-AC16-2FCC-5C5CE617113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11" name="文本框 310">
                        <a:extLst>
                          <a:ext uri="{FF2B5EF4-FFF2-40B4-BE49-F238E27FC236}">
                            <a16:creationId xmlns:a16="http://schemas.microsoft.com/office/drawing/2014/main" id="{7A214286-8187-BFBC-9550-A60137EE39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3" name="文本框 312">
                        <a:extLst>
                          <a:ext uri="{FF2B5EF4-FFF2-40B4-BE49-F238E27FC236}">
                            <a16:creationId xmlns:a16="http://schemas.microsoft.com/office/drawing/2014/main" id="{17788C71-2681-6846-33C5-B0D22629A5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06F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4" name="矩形 313">
                        <a:extLst>
                          <a:ext uri="{FF2B5EF4-FFF2-40B4-BE49-F238E27FC236}">
                            <a16:creationId xmlns:a16="http://schemas.microsoft.com/office/drawing/2014/main" id="{9E3B2541-04E9-8E9C-4298-E409F3A3A5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300" name="组合 299">
                      <a:extLst>
                        <a:ext uri="{FF2B5EF4-FFF2-40B4-BE49-F238E27FC236}">
                          <a16:creationId xmlns:a16="http://schemas.microsoft.com/office/drawing/2014/main" id="{930F6BA1-C2C0-E9B6-35A1-B9C69E36CD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656801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01" name="矩形: 圆角 300">
                        <a:extLst>
                          <a:ext uri="{FF2B5EF4-FFF2-40B4-BE49-F238E27FC236}">
                            <a16:creationId xmlns:a16="http://schemas.microsoft.com/office/drawing/2014/main" id="{CBB867E8-90BB-FD50-2B76-3F2D3AA8A0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02" name="直接连接符 301">
                        <a:extLst>
                          <a:ext uri="{FF2B5EF4-FFF2-40B4-BE49-F238E27FC236}">
                            <a16:creationId xmlns:a16="http://schemas.microsoft.com/office/drawing/2014/main" id="{CEB934BF-56F5-1BDA-12D4-9B6ACED142A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03" name="文本框 302">
                        <a:extLst>
                          <a:ext uri="{FF2B5EF4-FFF2-40B4-BE49-F238E27FC236}">
                            <a16:creationId xmlns:a16="http://schemas.microsoft.com/office/drawing/2014/main" id="{031BE81E-3CCB-9198-8A9A-FDB1E4B028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06" name="文本框 305">
                        <a:extLst>
                          <a:ext uri="{FF2B5EF4-FFF2-40B4-BE49-F238E27FC236}">
                            <a16:creationId xmlns:a16="http://schemas.microsoft.com/office/drawing/2014/main" id="{36690A67-7607-2DA2-3377-BB4AEC9255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05F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07" name="矩形 306">
                        <a:extLst>
                          <a:ext uri="{FF2B5EF4-FFF2-40B4-BE49-F238E27FC236}">
                            <a16:creationId xmlns:a16="http://schemas.microsoft.com/office/drawing/2014/main" id="{6BB5CA33-98F3-6E85-19F9-CD298A6FAC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315" name="组合 314">
                    <a:extLst>
                      <a:ext uri="{FF2B5EF4-FFF2-40B4-BE49-F238E27FC236}">
                        <a16:creationId xmlns:a16="http://schemas.microsoft.com/office/drawing/2014/main" id="{3A241B5A-E48D-3183-778F-B273B0117F39}"/>
                      </a:ext>
                    </a:extLst>
                  </p:cNvPr>
                  <p:cNvGrpSpPr/>
                  <p:nvPr/>
                </p:nvGrpSpPr>
                <p:grpSpPr>
                  <a:xfrm>
                    <a:off x="1196339" y="1210095"/>
                    <a:ext cx="1420393" cy="369780"/>
                    <a:chOff x="1196339" y="473287"/>
                    <a:chExt cx="1420393" cy="369780"/>
                  </a:xfrm>
                </p:grpSpPr>
                <p:grpSp>
                  <p:nvGrpSpPr>
                    <p:cNvPr id="316" name="组合 315">
                      <a:extLst>
                        <a:ext uri="{FF2B5EF4-FFF2-40B4-BE49-F238E27FC236}">
                          <a16:creationId xmlns:a16="http://schemas.microsoft.com/office/drawing/2014/main" id="{B2649060-0A0A-ED7F-ADFF-607B3DA90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473287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23" name="矩形: 圆角 322">
                        <a:extLst>
                          <a:ext uri="{FF2B5EF4-FFF2-40B4-BE49-F238E27FC236}">
                            <a16:creationId xmlns:a16="http://schemas.microsoft.com/office/drawing/2014/main" id="{2DE5D0FF-C717-E84E-8471-042E0A8C2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24" name="直接连接符 323">
                        <a:extLst>
                          <a:ext uri="{FF2B5EF4-FFF2-40B4-BE49-F238E27FC236}">
                            <a16:creationId xmlns:a16="http://schemas.microsoft.com/office/drawing/2014/main" id="{4C746211-76E6-1715-1D0B-1D776C323F5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25" name="文本框 324">
                        <a:extLst>
                          <a:ext uri="{FF2B5EF4-FFF2-40B4-BE49-F238E27FC236}">
                            <a16:creationId xmlns:a16="http://schemas.microsoft.com/office/drawing/2014/main" id="{ECA5D5A6-CAA2-7F79-442D-B62C0B1D490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26" name="文本框 325">
                        <a:extLst>
                          <a:ext uri="{FF2B5EF4-FFF2-40B4-BE49-F238E27FC236}">
                            <a16:creationId xmlns:a16="http://schemas.microsoft.com/office/drawing/2014/main" id="{2E337D2F-379C-5477-BE3C-D34C261C367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04F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27" name="矩形 326">
                        <a:extLst>
                          <a:ext uri="{FF2B5EF4-FFF2-40B4-BE49-F238E27FC236}">
                            <a16:creationId xmlns:a16="http://schemas.microsoft.com/office/drawing/2014/main" id="{6326542F-0403-2D36-7845-E9766223E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317" name="组合 316">
                      <a:extLst>
                        <a:ext uri="{FF2B5EF4-FFF2-40B4-BE49-F238E27FC236}">
                          <a16:creationId xmlns:a16="http://schemas.microsoft.com/office/drawing/2014/main" id="{BF0699E2-FE5B-BC11-1CCA-A32197C897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656801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18" name="矩形: 圆角 317">
                        <a:extLst>
                          <a:ext uri="{FF2B5EF4-FFF2-40B4-BE49-F238E27FC236}">
                            <a16:creationId xmlns:a16="http://schemas.microsoft.com/office/drawing/2014/main" id="{1DD02EA3-4E48-0653-7C8C-949A9F12AD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19" name="直接连接符 318">
                        <a:extLst>
                          <a:ext uri="{FF2B5EF4-FFF2-40B4-BE49-F238E27FC236}">
                            <a16:creationId xmlns:a16="http://schemas.microsoft.com/office/drawing/2014/main" id="{7B478A04-81FE-A138-5BB9-64506D77C7E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20" name="文本框 319">
                        <a:extLst>
                          <a:ext uri="{FF2B5EF4-FFF2-40B4-BE49-F238E27FC236}">
                            <a16:creationId xmlns:a16="http://schemas.microsoft.com/office/drawing/2014/main" id="{7DEFDA9C-B26E-BC65-F944-4AD37FA6448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21" name="文本框 320">
                        <a:extLst>
                          <a:ext uri="{FF2B5EF4-FFF2-40B4-BE49-F238E27FC236}">
                            <a16:creationId xmlns:a16="http://schemas.microsoft.com/office/drawing/2014/main" id="{D4DDE061-0268-6F7A-7910-0B3683101E9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03F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22" name="矩形 321">
                        <a:extLst>
                          <a:ext uri="{FF2B5EF4-FFF2-40B4-BE49-F238E27FC236}">
                            <a16:creationId xmlns:a16="http://schemas.microsoft.com/office/drawing/2014/main" id="{E75CD7EB-CC29-3C6F-CD89-35251C28A2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328" name="组合 327">
                    <a:extLst>
                      <a:ext uri="{FF2B5EF4-FFF2-40B4-BE49-F238E27FC236}">
                        <a16:creationId xmlns:a16="http://schemas.microsoft.com/office/drawing/2014/main" id="{E330B422-CEAA-A7C3-2E97-FCCC7411F037}"/>
                      </a:ext>
                    </a:extLst>
                  </p:cNvPr>
                  <p:cNvGrpSpPr/>
                  <p:nvPr/>
                </p:nvGrpSpPr>
                <p:grpSpPr>
                  <a:xfrm>
                    <a:off x="1196339" y="1579548"/>
                    <a:ext cx="1420393" cy="369780"/>
                    <a:chOff x="1196339" y="473287"/>
                    <a:chExt cx="1420393" cy="369780"/>
                  </a:xfrm>
                </p:grpSpPr>
                <p:grpSp>
                  <p:nvGrpSpPr>
                    <p:cNvPr id="329" name="组合 328">
                      <a:extLst>
                        <a:ext uri="{FF2B5EF4-FFF2-40B4-BE49-F238E27FC236}">
                          <a16:creationId xmlns:a16="http://schemas.microsoft.com/office/drawing/2014/main" id="{03AE386C-3EA9-ADD5-0017-1CBCC9D21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473287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43" name="矩形: 圆角 342">
                        <a:extLst>
                          <a:ext uri="{FF2B5EF4-FFF2-40B4-BE49-F238E27FC236}">
                            <a16:creationId xmlns:a16="http://schemas.microsoft.com/office/drawing/2014/main" id="{8F17A3EA-323B-C248-1AA6-E39F2259EC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44" name="直接连接符 343">
                        <a:extLst>
                          <a:ext uri="{FF2B5EF4-FFF2-40B4-BE49-F238E27FC236}">
                            <a16:creationId xmlns:a16="http://schemas.microsoft.com/office/drawing/2014/main" id="{D187EA18-E88A-831E-511B-58991E634B8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46" name="文本框 345">
                        <a:extLst>
                          <a:ext uri="{FF2B5EF4-FFF2-40B4-BE49-F238E27FC236}">
                            <a16:creationId xmlns:a16="http://schemas.microsoft.com/office/drawing/2014/main" id="{A4D38957-BDC1-5521-9B2A-E593DC9733C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47" name="文本框 346">
                        <a:extLst>
                          <a:ext uri="{FF2B5EF4-FFF2-40B4-BE49-F238E27FC236}">
                            <a16:creationId xmlns:a16="http://schemas.microsoft.com/office/drawing/2014/main" id="{50A915F5-50E6-280F-1115-3F44D287E24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02F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48" name="矩形 347">
                        <a:extLst>
                          <a:ext uri="{FF2B5EF4-FFF2-40B4-BE49-F238E27FC236}">
                            <a16:creationId xmlns:a16="http://schemas.microsoft.com/office/drawing/2014/main" id="{07AEA6BF-0715-7FC9-1EC4-25AAD69FBF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331" name="组合 330">
                      <a:extLst>
                        <a:ext uri="{FF2B5EF4-FFF2-40B4-BE49-F238E27FC236}">
                          <a16:creationId xmlns:a16="http://schemas.microsoft.com/office/drawing/2014/main" id="{C3C66413-6D80-80DE-D77B-5CE633B24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6339" y="656801"/>
                      <a:ext cx="1420393" cy="186266"/>
                      <a:chOff x="1196339" y="473287"/>
                      <a:chExt cx="1420393" cy="186266"/>
                    </a:xfrm>
                  </p:grpSpPr>
                  <p:sp>
                    <p:nvSpPr>
                      <p:cNvPr id="332" name="矩形: 圆角 331">
                        <a:extLst>
                          <a:ext uri="{FF2B5EF4-FFF2-40B4-BE49-F238E27FC236}">
                            <a16:creationId xmlns:a16="http://schemas.microsoft.com/office/drawing/2014/main" id="{D0577F6A-0E44-8A55-E112-13CB44B535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6339" y="473287"/>
                        <a:ext cx="1337734" cy="186266"/>
                      </a:xfrm>
                      <a:prstGeom prst="round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36" name="直接连接符 335">
                        <a:extLst>
                          <a:ext uri="{FF2B5EF4-FFF2-40B4-BE49-F238E27FC236}">
                            <a16:creationId xmlns:a16="http://schemas.microsoft.com/office/drawing/2014/main" id="{A96CA4DB-B077-9719-807A-AA04CFAC55C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516063" y="473287"/>
                        <a:ext cx="0" cy="186266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7" name="文本框 336">
                        <a:extLst>
                          <a:ext uri="{FF2B5EF4-FFF2-40B4-BE49-F238E27FC236}">
                            <a16:creationId xmlns:a16="http://schemas.microsoft.com/office/drawing/2014/main" id="{440BEEC8-AEF4-F5B4-FAF5-618C507C93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6340" y="489476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2</a:t>
                        </a:r>
                        <a:r>
                          <a:rPr lang="zh-CN" altLang="en-US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户</a:t>
                        </a:r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/F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38" name="文本框 337">
                        <a:extLst>
                          <a:ext uri="{FF2B5EF4-FFF2-40B4-BE49-F238E27FC236}">
                            <a16:creationId xmlns:a16="http://schemas.microsoft.com/office/drawing/2014/main" id="{3B67E844-4EED-6332-9CE7-904BA29D701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97008" y="486724"/>
                        <a:ext cx="319724" cy="1538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4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01F</a:t>
                        </a:r>
                        <a:endParaRPr lang="zh-CN" altLang="en-US" sz="4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42" name="矩形 341">
                        <a:extLst>
                          <a:ext uri="{FF2B5EF4-FFF2-40B4-BE49-F238E27FC236}">
                            <a16:creationId xmlns:a16="http://schemas.microsoft.com/office/drawing/2014/main" id="{2CF48737-F534-AB36-5ED8-820A250B4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008" y="522544"/>
                        <a:ext cx="90000" cy="90000"/>
                      </a:xfrm>
                      <a:prstGeom prst="rect">
                        <a:avLst/>
                      </a:prstGeom>
                      <a:noFill/>
                      <a:ln w="63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</p:grpSp>
            <p:cxnSp>
              <p:nvCxnSpPr>
                <p:cNvPr id="411" name="连接符: 肘形 410">
                  <a:extLst>
                    <a:ext uri="{FF2B5EF4-FFF2-40B4-BE49-F238E27FC236}">
                      <a16:creationId xmlns:a16="http://schemas.microsoft.com/office/drawing/2014/main" id="{4E334F38-B332-3369-B881-39E70FEE8F42}"/>
                    </a:ext>
                  </a:extLst>
                </p:cNvPr>
                <p:cNvCxnSpPr>
                  <a:stCxn id="153" idx="1"/>
                </p:cNvCxnSpPr>
                <p:nvPr/>
              </p:nvCxnSpPr>
              <p:spPr>
                <a:xfrm rot="10800000" flipV="1">
                  <a:off x="1609725" y="1858231"/>
                  <a:ext cx="55404" cy="272194"/>
                </a:xfrm>
                <a:prstGeom prst="bentConnector2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25556E38-8BA6-70F5-2227-03F91D0B3A7C}"/>
                  </a:ext>
                </a:extLst>
              </p:cNvPr>
              <p:cNvSpPr txBox="1"/>
              <p:nvPr/>
            </p:nvSpPr>
            <p:spPr>
              <a:xfrm>
                <a:off x="1963911" y="451918"/>
                <a:ext cx="389467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皮线光缆</a:t>
                </a:r>
                <a:r>
                  <a:rPr lang="en-US" altLang="zh-CN" sz="3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*1</a:t>
                </a:r>
                <a:endParaRPr lang="zh-CN" altLang="en-US" sz="3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16" name="连接符: 肘形 415">
              <a:extLst>
                <a:ext uri="{FF2B5EF4-FFF2-40B4-BE49-F238E27FC236}">
                  <a16:creationId xmlns:a16="http://schemas.microsoft.com/office/drawing/2014/main" id="{E7B21CCF-1BCC-4ECC-5321-BB9EA50CC004}"/>
                </a:ext>
              </a:extLst>
            </p:cNvPr>
            <p:cNvCxnSpPr>
              <a:stCxn id="153" idx="3"/>
              <a:endCxn id="348" idx="1"/>
            </p:cNvCxnSpPr>
            <p:nvPr/>
          </p:nvCxnSpPr>
          <p:spPr>
            <a:xfrm flipV="1">
              <a:off x="2065283" y="1673805"/>
              <a:ext cx="186725" cy="18442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连接符: 肘形 417">
              <a:extLst>
                <a:ext uri="{FF2B5EF4-FFF2-40B4-BE49-F238E27FC236}">
                  <a16:creationId xmlns:a16="http://schemas.microsoft.com/office/drawing/2014/main" id="{8A67423A-7A68-ABB3-F88D-2C119535E9CE}"/>
                </a:ext>
              </a:extLst>
            </p:cNvPr>
            <p:cNvCxnSpPr>
              <a:stCxn id="153" idx="3"/>
              <a:endCxn id="322" idx="1"/>
            </p:cNvCxnSpPr>
            <p:nvPr/>
          </p:nvCxnSpPr>
          <p:spPr>
            <a:xfrm flipV="1">
              <a:off x="2065283" y="1487866"/>
              <a:ext cx="186725" cy="370365"/>
            </a:xfrm>
            <a:prstGeom prst="bentConnector3">
              <a:avLst>
                <a:gd name="adj1" fmla="val 4404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连接符: 肘形 420">
              <a:extLst>
                <a:ext uri="{FF2B5EF4-FFF2-40B4-BE49-F238E27FC236}">
                  <a16:creationId xmlns:a16="http://schemas.microsoft.com/office/drawing/2014/main" id="{D142955A-AA5F-7275-31E6-4E20EEF12B0B}"/>
                </a:ext>
              </a:extLst>
            </p:cNvPr>
            <p:cNvCxnSpPr>
              <a:stCxn id="153" idx="3"/>
              <a:endCxn id="327" idx="1"/>
            </p:cNvCxnSpPr>
            <p:nvPr/>
          </p:nvCxnSpPr>
          <p:spPr>
            <a:xfrm flipV="1">
              <a:off x="2065283" y="1304352"/>
              <a:ext cx="186725" cy="553879"/>
            </a:xfrm>
            <a:prstGeom prst="bentConnector3">
              <a:avLst>
                <a:gd name="adj1" fmla="val 3894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组合 441">
            <a:extLst>
              <a:ext uri="{FF2B5EF4-FFF2-40B4-BE49-F238E27FC236}">
                <a16:creationId xmlns:a16="http://schemas.microsoft.com/office/drawing/2014/main" id="{91B43F75-C828-C714-82E6-4D80BFE89E88}"/>
              </a:ext>
            </a:extLst>
          </p:cNvPr>
          <p:cNvGrpSpPr/>
          <p:nvPr/>
        </p:nvGrpSpPr>
        <p:grpSpPr>
          <a:xfrm>
            <a:off x="3427415" y="4792263"/>
            <a:ext cx="1411394" cy="381205"/>
            <a:chOff x="3427415" y="309178"/>
            <a:chExt cx="1411394" cy="381205"/>
          </a:xfrm>
        </p:grpSpPr>
        <p:grpSp>
          <p:nvGrpSpPr>
            <p:cNvPr id="435" name="组合 434">
              <a:extLst>
                <a:ext uri="{FF2B5EF4-FFF2-40B4-BE49-F238E27FC236}">
                  <a16:creationId xmlns:a16="http://schemas.microsoft.com/office/drawing/2014/main" id="{CC6AFCEA-439F-B584-2621-E016409EBB22}"/>
                </a:ext>
              </a:extLst>
            </p:cNvPr>
            <p:cNvGrpSpPr/>
            <p:nvPr/>
          </p:nvGrpSpPr>
          <p:grpSpPr>
            <a:xfrm>
              <a:off x="3427415" y="309178"/>
              <a:ext cx="1411394" cy="186266"/>
              <a:chOff x="1363557" y="632037"/>
              <a:chExt cx="1411394" cy="186266"/>
            </a:xfrm>
          </p:grpSpPr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2772B5B4-E344-8741-AC66-DCDA9C269FC1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30" name="直接连接符 429">
                <a:extLst>
                  <a:ext uri="{FF2B5EF4-FFF2-40B4-BE49-F238E27FC236}">
                    <a16:creationId xmlns:a16="http://schemas.microsoft.com/office/drawing/2014/main" id="{D46BBF3F-E5C0-8028-DCA3-65F5E909AE4D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1" name="文本框 430">
                <a:extLst>
                  <a:ext uri="{FF2B5EF4-FFF2-40B4-BE49-F238E27FC236}">
                    <a16:creationId xmlns:a16="http://schemas.microsoft.com/office/drawing/2014/main" id="{2785AD57-4794-E5FB-8E80-85892493454C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CEEBBFFB-6966-F0EF-6020-B6898CFFB822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10F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33" name="矩形 432">
                <a:extLst>
                  <a:ext uri="{FF2B5EF4-FFF2-40B4-BE49-F238E27FC236}">
                    <a16:creationId xmlns:a16="http://schemas.microsoft.com/office/drawing/2014/main" id="{4B08B217-1DBF-52B1-5B86-7DE26DB8E280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6" name="组合 435">
              <a:extLst>
                <a:ext uri="{FF2B5EF4-FFF2-40B4-BE49-F238E27FC236}">
                  <a16:creationId xmlns:a16="http://schemas.microsoft.com/office/drawing/2014/main" id="{A8D74DD6-C673-C77C-0398-E24B4C5CFC8E}"/>
                </a:ext>
              </a:extLst>
            </p:cNvPr>
            <p:cNvGrpSpPr/>
            <p:nvPr/>
          </p:nvGrpSpPr>
          <p:grpSpPr>
            <a:xfrm>
              <a:off x="3427415" y="504117"/>
              <a:ext cx="1411394" cy="186266"/>
              <a:chOff x="1363557" y="632037"/>
              <a:chExt cx="1411394" cy="186266"/>
            </a:xfrm>
          </p:grpSpPr>
          <p:sp>
            <p:nvSpPr>
              <p:cNvPr id="437" name="矩形: 圆角 436">
                <a:extLst>
                  <a:ext uri="{FF2B5EF4-FFF2-40B4-BE49-F238E27FC236}">
                    <a16:creationId xmlns:a16="http://schemas.microsoft.com/office/drawing/2014/main" id="{82F17001-3637-994D-4660-58FDF4CB797D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EFCAA09B-BEE0-ADFC-52EA-26259F2E9CC9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9" name="文本框 438">
                <a:extLst>
                  <a:ext uri="{FF2B5EF4-FFF2-40B4-BE49-F238E27FC236}">
                    <a16:creationId xmlns:a16="http://schemas.microsoft.com/office/drawing/2014/main" id="{74AF9237-DA99-2F83-604C-9AEEB2303E92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11A10A07-406E-E4C1-0E79-02DDEF3C852C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09F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1" name="矩形 440">
                <a:extLst>
                  <a:ext uri="{FF2B5EF4-FFF2-40B4-BE49-F238E27FC236}">
                    <a16:creationId xmlns:a16="http://schemas.microsoft.com/office/drawing/2014/main" id="{6711F5E7-C05D-2A0E-7AD3-D734EA7AC8FF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4C6E0C33-0C03-C42D-B46F-9C34EC28C40D}"/>
              </a:ext>
            </a:extLst>
          </p:cNvPr>
          <p:cNvGrpSpPr/>
          <p:nvPr/>
        </p:nvGrpSpPr>
        <p:grpSpPr>
          <a:xfrm>
            <a:off x="3427415" y="5182692"/>
            <a:ext cx="1411394" cy="381205"/>
            <a:chOff x="3427415" y="309178"/>
            <a:chExt cx="1411394" cy="381205"/>
          </a:xfrm>
        </p:grpSpPr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4E6873C5-F132-70E0-DA6F-F4DEBAA5C649}"/>
                </a:ext>
              </a:extLst>
            </p:cNvPr>
            <p:cNvGrpSpPr/>
            <p:nvPr/>
          </p:nvGrpSpPr>
          <p:grpSpPr>
            <a:xfrm>
              <a:off x="3427415" y="309178"/>
              <a:ext cx="1411394" cy="186266"/>
              <a:chOff x="1363557" y="632037"/>
              <a:chExt cx="1411394" cy="186266"/>
            </a:xfrm>
          </p:grpSpPr>
          <p:sp>
            <p:nvSpPr>
              <p:cNvPr id="457" name="矩形: 圆角 456">
                <a:extLst>
                  <a:ext uri="{FF2B5EF4-FFF2-40B4-BE49-F238E27FC236}">
                    <a16:creationId xmlns:a16="http://schemas.microsoft.com/office/drawing/2014/main" id="{855377CD-5B82-9BC3-583A-C3CE207F1D82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58" name="直接连接符 457">
                <a:extLst>
                  <a:ext uri="{FF2B5EF4-FFF2-40B4-BE49-F238E27FC236}">
                    <a16:creationId xmlns:a16="http://schemas.microsoft.com/office/drawing/2014/main" id="{BAE46334-E861-AEBD-46BC-11FD92DFFFEF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65155A07-9F03-F93E-FDEC-E0436BFC2087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720E4B36-9A50-A522-9A4B-F1E8DE9DF99A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08F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1" name="矩形 460">
                <a:extLst>
                  <a:ext uri="{FF2B5EF4-FFF2-40B4-BE49-F238E27FC236}">
                    <a16:creationId xmlns:a16="http://schemas.microsoft.com/office/drawing/2014/main" id="{5E2F1C73-4AF6-5EF5-1852-AE8FF5DE0A4C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CBB5EC73-9825-998C-E130-3EA85787ADAD}"/>
                </a:ext>
              </a:extLst>
            </p:cNvPr>
            <p:cNvGrpSpPr/>
            <p:nvPr/>
          </p:nvGrpSpPr>
          <p:grpSpPr>
            <a:xfrm>
              <a:off x="3427415" y="504117"/>
              <a:ext cx="1411394" cy="186266"/>
              <a:chOff x="1363557" y="632037"/>
              <a:chExt cx="1411394" cy="186266"/>
            </a:xfrm>
          </p:grpSpPr>
          <p:sp>
            <p:nvSpPr>
              <p:cNvPr id="452" name="矩形: 圆角 451">
                <a:extLst>
                  <a:ext uri="{FF2B5EF4-FFF2-40B4-BE49-F238E27FC236}">
                    <a16:creationId xmlns:a16="http://schemas.microsoft.com/office/drawing/2014/main" id="{37E4BDBC-E5D2-8FCE-BA0F-A2DAA45BFE49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53" name="直接连接符 452">
                <a:extLst>
                  <a:ext uri="{FF2B5EF4-FFF2-40B4-BE49-F238E27FC236}">
                    <a16:creationId xmlns:a16="http://schemas.microsoft.com/office/drawing/2014/main" id="{495525AA-3144-5F84-03CD-90D4E96B5EAC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E78319BA-5CAA-1B61-F42A-532E2F42260B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97152B0C-8C2B-4ECD-86AB-727E78B04666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07F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6" name="矩形 455">
                <a:extLst>
                  <a:ext uri="{FF2B5EF4-FFF2-40B4-BE49-F238E27FC236}">
                    <a16:creationId xmlns:a16="http://schemas.microsoft.com/office/drawing/2014/main" id="{09B2F60C-B369-BDBD-0E1A-F2CA0040A133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EAD4923A-9419-3378-4FCB-0F4AE0458058}"/>
              </a:ext>
            </a:extLst>
          </p:cNvPr>
          <p:cNvGrpSpPr/>
          <p:nvPr/>
        </p:nvGrpSpPr>
        <p:grpSpPr>
          <a:xfrm>
            <a:off x="3427415" y="5573580"/>
            <a:ext cx="1411394" cy="381205"/>
            <a:chOff x="3427415" y="309178"/>
            <a:chExt cx="1411394" cy="381205"/>
          </a:xfrm>
        </p:grpSpPr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FC8D711E-2949-6436-B7F7-59F3EF08459D}"/>
                </a:ext>
              </a:extLst>
            </p:cNvPr>
            <p:cNvGrpSpPr/>
            <p:nvPr/>
          </p:nvGrpSpPr>
          <p:grpSpPr>
            <a:xfrm>
              <a:off x="3427415" y="309178"/>
              <a:ext cx="1411394" cy="186266"/>
              <a:chOff x="1363557" y="632037"/>
              <a:chExt cx="1411394" cy="186266"/>
            </a:xfrm>
          </p:grpSpPr>
          <p:sp>
            <p:nvSpPr>
              <p:cNvPr id="470" name="矩形: 圆角 469">
                <a:extLst>
                  <a:ext uri="{FF2B5EF4-FFF2-40B4-BE49-F238E27FC236}">
                    <a16:creationId xmlns:a16="http://schemas.microsoft.com/office/drawing/2014/main" id="{EB682583-9F26-F31F-6FEA-846FC9F32538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54272A1A-37A6-4A53-FE91-8846D8C76FFD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D3236C6B-3DE2-4E8B-90B1-4929EA34BD6E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61AA2C8B-9E02-E71C-90B8-18D8CEEAF137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06F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74" name="矩形 473">
                <a:extLst>
                  <a:ext uri="{FF2B5EF4-FFF2-40B4-BE49-F238E27FC236}">
                    <a16:creationId xmlns:a16="http://schemas.microsoft.com/office/drawing/2014/main" id="{22B103D2-C4E4-C628-7CF3-19AE7466E14B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>
              <a:extLst>
                <a:ext uri="{FF2B5EF4-FFF2-40B4-BE49-F238E27FC236}">
                  <a16:creationId xmlns:a16="http://schemas.microsoft.com/office/drawing/2014/main" id="{51FC1848-0A47-19A2-EA9E-27CBBE374C60}"/>
                </a:ext>
              </a:extLst>
            </p:cNvPr>
            <p:cNvGrpSpPr/>
            <p:nvPr/>
          </p:nvGrpSpPr>
          <p:grpSpPr>
            <a:xfrm>
              <a:off x="3427415" y="504117"/>
              <a:ext cx="1411394" cy="186266"/>
              <a:chOff x="1363557" y="632037"/>
              <a:chExt cx="1411394" cy="186266"/>
            </a:xfrm>
          </p:grpSpPr>
          <p:sp>
            <p:nvSpPr>
              <p:cNvPr id="465" name="矩形: 圆角 464">
                <a:extLst>
                  <a:ext uri="{FF2B5EF4-FFF2-40B4-BE49-F238E27FC236}">
                    <a16:creationId xmlns:a16="http://schemas.microsoft.com/office/drawing/2014/main" id="{33612969-B324-6E61-D3BE-C0A9D713DE6D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66" name="直接连接符 465">
                <a:extLst>
                  <a:ext uri="{FF2B5EF4-FFF2-40B4-BE49-F238E27FC236}">
                    <a16:creationId xmlns:a16="http://schemas.microsoft.com/office/drawing/2014/main" id="{A9AC2748-079C-37DD-9AC8-D58057471777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7" name="文本框 466">
                <a:extLst>
                  <a:ext uri="{FF2B5EF4-FFF2-40B4-BE49-F238E27FC236}">
                    <a16:creationId xmlns:a16="http://schemas.microsoft.com/office/drawing/2014/main" id="{49FDBE69-77D0-D6FA-A343-4E16CDF9659B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8" name="文本框 467">
                <a:extLst>
                  <a:ext uri="{FF2B5EF4-FFF2-40B4-BE49-F238E27FC236}">
                    <a16:creationId xmlns:a16="http://schemas.microsoft.com/office/drawing/2014/main" id="{A1846FBC-91DC-58CF-BA8F-4AEA4FF64BB8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05F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9" name="矩形 468">
                <a:extLst>
                  <a:ext uri="{FF2B5EF4-FFF2-40B4-BE49-F238E27FC236}">
                    <a16:creationId xmlns:a16="http://schemas.microsoft.com/office/drawing/2014/main" id="{E0C76555-FCCA-A4B8-4E1B-D1C83CE934DC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75" name="组合 474">
            <a:extLst>
              <a:ext uri="{FF2B5EF4-FFF2-40B4-BE49-F238E27FC236}">
                <a16:creationId xmlns:a16="http://schemas.microsoft.com/office/drawing/2014/main" id="{33EF8508-0D27-E95A-A846-1C59C342166E}"/>
              </a:ext>
            </a:extLst>
          </p:cNvPr>
          <p:cNvGrpSpPr/>
          <p:nvPr/>
        </p:nvGrpSpPr>
        <p:grpSpPr>
          <a:xfrm>
            <a:off x="3427415" y="5952818"/>
            <a:ext cx="1411394" cy="381205"/>
            <a:chOff x="3427415" y="309178"/>
            <a:chExt cx="1411394" cy="381205"/>
          </a:xfrm>
        </p:grpSpPr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2E6A9309-1071-7DDC-5955-999AA767C49D}"/>
                </a:ext>
              </a:extLst>
            </p:cNvPr>
            <p:cNvGrpSpPr/>
            <p:nvPr/>
          </p:nvGrpSpPr>
          <p:grpSpPr>
            <a:xfrm>
              <a:off x="3427415" y="309178"/>
              <a:ext cx="1411394" cy="186266"/>
              <a:chOff x="1363557" y="632037"/>
              <a:chExt cx="1411394" cy="186266"/>
            </a:xfrm>
          </p:grpSpPr>
          <p:sp>
            <p:nvSpPr>
              <p:cNvPr id="483" name="矩形: 圆角 482">
                <a:extLst>
                  <a:ext uri="{FF2B5EF4-FFF2-40B4-BE49-F238E27FC236}">
                    <a16:creationId xmlns:a16="http://schemas.microsoft.com/office/drawing/2014/main" id="{48E24009-D4D1-CE6F-EF0A-9BBA233E76C7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84" name="直接连接符 483">
                <a:extLst>
                  <a:ext uri="{FF2B5EF4-FFF2-40B4-BE49-F238E27FC236}">
                    <a16:creationId xmlns:a16="http://schemas.microsoft.com/office/drawing/2014/main" id="{91B72DE6-B04F-805A-FE37-7991E69FE280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A853EC16-19C5-9F27-B2CE-5759720535EB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C5742FF5-6C5E-557B-A2ED-D4B49DEE384E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04F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7" name="矩形 486">
                <a:extLst>
                  <a:ext uri="{FF2B5EF4-FFF2-40B4-BE49-F238E27FC236}">
                    <a16:creationId xmlns:a16="http://schemas.microsoft.com/office/drawing/2014/main" id="{1D836717-5DF3-06F1-E92B-427FE37CCD3B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815B236B-9B48-23B3-3831-E0EBECB80019}"/>
                </a:ext>
              </a:extLst>
            </p:cNvPr>
            <p:cNvGrpSpPr/>
            <p:nvPr/>
          </p:nvGrpSpPr>
          <p:grpSpPr>
            <a:xfrm>
              <a:off x="3427415" y="504117"/>
              <a:ext cx="1411394" cy="186266"/>
              <a:chOff x="1363557" y="632037"/>
              <a:chExt cx="1411394" cy="186266"/>
            </a:xfrm>
          </p:grpSpPr>
          <p:sp>
            <p:nvSpPr>
              <p:cNvPr id="478" name="矩形: 圆角 477">
                <a:extLst>
                  <a:ext uri="{FF2B5EF4-FFF2-40B4-BE49-F238E27FC236}">
                    <a16:creationId xmlns:a16="http://schemas.microsoft.com/office/drawing/2014/main" id="{AC1F3ED1-0AF8-0D81-3B20-AEAD3BF045E2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79" name="直接连接符 478">
                <a:extLst>
                  <a:ext uri="{FF2B5EF4-FFF2-40B4-BE49-F238E27FC236}">
                    <a16:creationId xmlns:a16="http://schemas.microsoft.com/office/drawing/2014/main" id="{A3B35532-9E56-E00C-A4DE-ED6BA8EB2006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0" name="文本框 479">
                <a:extLst>
                  <a:ext uri="{FF2B5EF4-FFF2-40B4-BE49-F238E27FC236}">
                    <a16:creationId xmlns:a16="http://schemas.microsoft.com/office/drawing/2014/main" id="{BBA2B5F3-A91D-681D-517D-0E9761AE9267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1" name="文本框 480">
                <a:extLst>
                  <a:ext uri="{FF2B5EF4-FFF2-40B4-BE49-F238E27FC236}">
                    <a16:creationId xmlns:a16="http://schemas.microsoft.com/office/drawing/2014/main" id="{D6751B60-2EDA-29A7-AA29-33B00D0A612F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03F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EB43F596-D752-CF53-720C-B999241DFDC3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2B50FDEF-D635-8243-8AE3-66F1E2C13AA7}"/>
              </a:ext>
            </a:extLst>
          </p:cNvPr>
          <p:cNvGrpSpPr/>
          <p:nvPr/>
        </p:nvGrpSpPr>
        <p:grpSpPr>
          <a:xfrm>
            <a:off x="3427415" y="6342481"/>
            <a:ext cx="1411394" cy="381205"/>
            <a:chOff x="3427415" y="309178"/>
            <a:chExt cx="1411394" cy="381205"/>
          </a:xfrm>
        </p:grpSpPr>
        <p:grpSp>
          <p:nvGrpSpPr>
            <p:cNvPr id="489" name="组合 488">
              <a:extLst>
                <a:ext uri="{FF2B5EF4-FFF2-40B4-BE49-F238E27FC236}">
                  <a16:creationId xmlns:a16="http://schemas.microsoft.com/office/drawing/2014/main" id="{1C8101A0-093D-6FEA-6FE4-B9FBA6105B8A}"/>
                </a:ext>
              </a:extLst>
            </p:cNvPr>
            <p:cNvGrpSpPr/>
            <p:nvPr/>
          </p:nvGrpSpPr>
          <p:grpSpPr>
            <a:xfrm>
              <a:off x="3427415" y="309178"/>
              <a:ext cx="1411394" cy="186266"/>
              <a:chOff x="1363557" y="632037"/>
              <a:chExt cx="1411394" cy="186266"/>
            </a:xfrm>
          </p:grpSpPr>
          <p:sp>
            <p:nvSpPr>
              <p:cNvPr id="496" name="矩形: 圆角 495">
                <a:extLst>
                  <a:ext uri="{FF2B5EF4-FFF2-40B4-BE49-F238E27FC236}">
                    <a16:creationId xmlns:a16="http://schemas.microsoft.com/office/drawing/2014/main" id="{5F77E036-2535-30DA-AB81-04514FB08BCF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97" name="直接连接符 496">
                <a:extLst>
                  <a:ext uri="{FF2B5EF4-FFF2-40B4-BE49-F238E27FC236}">
                    <a16:creationId xmlns:a16="http://schemas.microsoft.com/office/drawing/2014/main" id="{2695A0E3-CBC0-37BB-BB5E-58B5FB92A253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8" name="文本框 497">
                <a:extLst>
                  <a:ext uri="{FF2B5EF4-FFF2-40B4-BE49-F238E27FC236}">
                    <a16:creationId xmlns:a16="http://schemas.microsoft.com/office/drawing/2014/main" id="{B45D5E9B-718D-55AA-1147-869D57E5A699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DC5CA8CE-7A90-DAD6-D331-37BD0B2D8B63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02F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0" name="矩形 499">
                <a:extLst>
                  <a:ext uri="{FF2B5EF4-FFF2-40B4-BE49-F238E27FC236}">
                    <a16:creationId xmlns:a16="http://schemas.microsoft.com/office/drawing/2014/main" id="{8B6ED2B3-B723-379E-860C-30BF5308C031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DFE70331-E934-DF15-DE3B-5EBE4C5978F9}"/>
                </a:ext>
              </a:extLst>
            </p:cNvPr>
            <p:cNvGrpSpPr/>
            <p:nvPr/>
          </p:nvGrpSpPr>
          <p:grpSpPr>
            <a:xfrm>
              <a:off x="3427415" y="504117"/>
              <a:ext cx="1411394" cy="186266"/>
              <a:chOff x="1363557" y="632037"/>
              <a:chExt cx="1411394" cy="186266"/>
            </a:xfrm>
          </p:grpSpPr>
          <p:sp>
            <p:nvSpPr>
              <p:cNvPr id="491" name="矩形: 圆角 490">
                <a:extLst>
                  <a:ext uri="{FF2B5EF4-FFF2-40B4-BE49-F238E27FC236}">
                    <a16:creationId xmlns:a16="http://schemas.microsoft.com/office/drawing/2014/main" id="{274E04BA-3E84-BC28-B353-A28A98DA95A2}"/>
                  </a:ext>
                </a:extLst>
              </p:cNvPr>
              <p:cNvSpPr/>
              <p:nvPr/>
            </p:nvSpPr>
            <p:spPr>
              <a:xfrm>
                <a:off x="1363557" y="632037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92" name="直接连接符 491">
                <a:extLst>
                  <a:ext uri="{FF2B5EF4-FFF2-40B4-BE49-F238E27FC236}">
                    <a16:creationId xmlns:a16="http://schemas.microsoft.com/office/drawing/2014/main" id="{030CAD75-0CD4-0D30-F5C9-D8FEE66424CB}"/>
                  </a:ext>
                </a:extLst>
              </p:cNvPr>
              <p:cNvCxnSpPr/>
              <p:nvPr/>
            </p:nvCxnSpPr>
            <p:spPr>
              <a:xfrm>
                <a:off x="1681255" y="632037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3" name="文本框 492">
                <a:extLst>
                  <a:ext uri="{FF2B5EF4-FFF2-40B4-BE49-F238E27FC236}">
                    <a16:creationId xmlns:a16="http://schemas.microsoft.com/office/drawing/2014/main" id="{E67B8463-22A8-9D8D-71D0-9838AF41C535}"/>
                  </a:ext>
                </a:extLst>
              </p:cNvPr>
              <p:cNvSpPr txBox="1"/>
              <p:nvPr/>
            </p:nvSpPr>
            <p:spPr>
              <a:xfrm>
                <a:off x="1363558" y="648226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4" name="文本框 493">
                <a:extLst>
                  <a:ext uri="{FF2B5EF4-FFF2-40B4-BE49-F238E27FC236}">
                    <a16:creationId xmlns:a16="http://schemas.microsoft.com/office/drawing/2014/main" id="{36156FAC-2F98-5E86-829F-3D8C8693E082}"/>
                  </a:ext>
                </a:extLst>
              </p:cNvPr>
              <p:cNvSpPr txBox="1"/>
              <p:nvPr/>
            </p:nvSpPr>
            <p:spPr>
              <a:xfrm>
                <a:off x="2457253" y="645474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01F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5" name="矩形 494">
                <a:extLst>
                  <a:ext uri="{FF2B5EF4-FFF2-40B4-BE49-F238E27FC236}">
                    <a16:creationId xmlns:a16="http://schemas.microsoft.com/office/drawing/2014/main" id="{22A3F549-D1A8-F0E6-F5F0-10ABDE1BF94D}"/>
                  </a:ext>
                </a:extLst>
              </p:cNvPr>
              <p:cNvSpPr/>
              <p:nvPr/>
            </p:nvSpPr>
            <p:spPr>
              <a:xfrm>
                <a:off x="2412538" y="681294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01" name="矩形 500">
            <a:extLst>
              <a:ext uri="{FF2B5EF4-FFF2-40B4-BE49-F238E27FC236}">
                <a16:creationId xmlns:a16="http://schemas.microsoft.com/office/drawing/2014/main" id="{E20B4F53-FA1E-EDE6-21FF-7569787B26DD}"/>
              </a:ext>
            </a:extLst>
          </p:cNvPr>
          <p:cNvSpPr/>
          <p:nvPr/>
        </p:nvSpPr>
        <p:spPr>
          <a:xfrm>
            <a:off x="3887548" y="6173580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AB399022-C311-7462-7E55-C1CAE061BD85}"/>
              </a:ext>
            </a:extLst>
          </p:cNvPr>
          <p:cNvSpPr/>
          <p:nvPr/>
        </p:nvSpPr>
        <p:spPr>
          <a:xfrm>
            <a:off x="3887548" y="5208515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C0239FF0-3CA5-9B02-1921-0648A461E822}"/>
              </a:ext>
            </a:extLst>
          </p:cNvPr>
          <p:cNvCxnSpPr>
            <a:cxnSpLocks/>
            <a:stCxn id="502" idx="3"/>
            <a:endCxn id="461" idx="1"/>
          </p:cNvCxnSpPr>
          <p:nvPr/>
        </p:nvCxnSpPr>
        <p:spPr>
          <a:xfrm flipV="1">
            <a:off x="4287702" y="5276949"/>
            <a:ext cx="188694" cy="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C723FE65-FCA6-EEB3-95C7-AF2E1F9D8A32}"/>
              </a:ext>
            </a:extLst>
          </p:cNvPr>
          <p:cNvCxnSpPr>
            <a:stCxn id="501" idx="3"/>
            <a:endCxn id="482" idx="1"/>
          </p:cNvCxnSpPr>
          <p:nvPr/>
        </p:nvCxnSpPr>
        <p:spPr>
          <a:xfrm flipV="1">
            <a:off x="4287702" y="6242014"/>
            <a:ext cx="188694" cy="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>
            <a:extLst>
              <a:ext uri="{FF2B5EF4-FFF2-40B4-BE49-F238E27FC236}">
                <a16:creationId xmlns:a16="http://schemas.microsoft.com/office/drawing/2014/main" id="{79DB8C8E-30CC-7360-291B-8231471FC51E}"/>
              </a:ext>
            </a:extLst>
          </p:cNvPr>
          <p:cNvCxnSpPr>
            <a:stCxn id="502" idx="3"/>
            <a:endCxn id="441" idx="1"/>
          </p:cNvCxnSpPr>
          <p:nvPr/>
        </p:nvCxnSpPr>
        <p:spPr>
          <a:xfrm flipV="1">
            <a:off x="4287702" y="5081459"/>
            <a:ext cx="188694" cy="19584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连接符: 肘形 511">
            <a:extLst>
              <a:ext uri="{FF2B5EF4-FFF2-40B4-BE49-F238E27FC236}">
                <a16:creationId xmlns:a16="http://schemas.microsoft.com/office/drawing/2014/main" id="{AFA0BE6A-47BD-6BCE-8CD8-430F30E44E8E}"/>
              </a:ext>
            </a:extLst>
          </p:cNvPr>
          <p:cNvCxnSpPr>
            <a:stCxn id="502" idx="3"/>
            <a:endCxn id="433" idx="1"/>
          </p:cNvCxnSpPr>
          <p:nvPr/>
        </p:nvCxnSpPr>
        <p:spPr>
          <a:xfrm flipV="1">
            <a:off x="4287702" y="4886520"/>
            <a:ext cx="188694" cy="390787"/>
          </a:xfrm>
          <a:prstGeom prst="bentConnector3">
            <a:avLst>
              <a:gd name="adj1" fmla="val 415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连接符: 肘形 514">
            <a:extLst>
              <a:ext uri="{FF2B5EF4-FFF2-40B4-BE49-F238E27FC236}">
                <a16:creationId xmlns:a16="http://schemas.microsoft.com/office/drawing/2014/main" id="{2DAD1949-0E35-1CFD-00EB-A3A9BE926AE0}"/>
              </a:ext>
            </a:extLst>
          </p:cNvPr>
          <p:cNvCxnSpPr>
            <a:stCxn id="502" idx="3"/>
            <a:endCxn id="456" idx="1"/>
          </p:cNvCxnSpPr>
          <p:nvPr/>
        </p:nvCxnSpPr>
        <p:spPr>
          <a:xfrm>
            <a:off x="4287702" y="5277307"/>
            <a:ext cx="188694" cy="194581"/>
          </a:xfrm>
          <a:prstGeom prst="bentConnector3">
            <a:avLst>
              <a:gd name="adj1" fmla="val 6262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连接符: 肘形 517">
            <a:extLst>
              <a:ext uri="{FF2B5EF4-FFF2-40B4-BE49-F238E27FC236}">
                <a16:creationId xmlns:a16="http://schemas.microsoft.com/office/drawing/2014/main" id="{255D0E19-E78A-001C-DE88-DB9F8732C64E}"/>
              </a:ext>
            </a:extLst>
          </p:cNvPr>
          <p:cNvCxnSpPr>
            <a:stCxn id="502" idx="3"/>
            <a:endCxn id="474" idx="1"/>
          </p:cNvCxnSpPr>
          <p:nvPr/>
        </p:nvCxnSpPr>
        <p:spPr>
          <a:xfrm>
            <a:off x="4287702" y="5277307"/>
            <a:ext cx="188694" cy="390530"/>
          </a:xfrm>
          <a:prstGeom prst="bentConnector3">
            <a:avLst>
              <a:gd name="adj1" fmla="val 542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连接符: 肘形 521">
            <a:extLst>
              <a:ext uri="{FF2B5EF4-FFF2-40B4-BE49-F238E27FC236}">
                <a16:creationId xmlns:a16="http://schemas.microsoft.com/office/drawing/2014/main" id="{B6861108-8ED9-DB71-1E8F-AE1C4BE5A247}"/>
              </a:ext>
            </a:extLst>
          </p:cNvPr>
          <p:cNvCxnSpPr>
            <a:stCxn id="501" idx="3"/>
            <a:endCxn id="487" idx="1"/>
          </p:cNvCxnSpPr>
          <p:nvPr/>
        </p:nvCxnSpPr>
        <p:spPr>
          <a:xfrm flipV="1">
            <a:off x="4287702" y="6047075"/>
            <a:ext cx="188694" cy="1952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连接符: 肘形 523">
            <a:extLst>
              <a:ext uri="{FF2B5EF4-FFF2-40B4-BE49-F238E27FC236}">
                <a16:creationId xmlns:a16="http://schemas.microsoft.com/office/drawing/2014/main" id="{8598B075-69B4-EFC4-E942-05C4BFB6596B}"/>
              </a:ext>
            </a:extLst>
          </p:cNvPr>
          <p:cNvCxnSpPr>
            <a:cxnSpLocks/>
            <a:stCxn id="501" idx="3"/>
            <a:endCxn id="469" idx="1"/>
          </p:cNvCxnSpPr>
          <p:nvPr/>
        </p:nvCxnSpPr>
        <p:spPr>
          <a:xfrm flipV="1">
            <a:off x="4287702" y="5862776"/>
            <a:ext cx="188694" cy="379596"/>
          </a:xfrm>
          <a:prstGeom prst="bentConnector3">
            <a:avLst>
              <a:gd name="adj1" fmla="val 407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连接符: 肘形 527">
            <a:extLst>
              <a:ext uri="{FF2B5EF4-FFF2-40B4-BE49-F238E27FC236}">
                <a16:creationId xmlns:a16="http://schemas.microsoft.com/office/drawing/2014/main" id="{D6D706FA-1A0A-89C6-A7D2-CF3FD0173938}"/>
              </a:ext>
            </a:extLst>
          </p:cNvPr>
          <p:cNvCxnSpPr>
            <a:stCxn id="501" idx="3"/>
            <a:endCxn id="500" idx="1"/>
          </p:cNvCxnSpPr>
          <p:nvPr/>
        </p:nvCxnSpPr>
        <p:spPr>
          <a:xfrm>
            <a:off x="4287702" y="6242372"/>
            <a:ext cx="188694" cy="194366"/>
          </a:xfrm>
          <a:prstGeom prst="bentConnector3">
            <a:avLst>
              <a:gd name="adj1" fmla="val 651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连接符: 肘形 532">
            <a:extLst>
              <a:ext uri="{FF2B5EF4-FFF2-40B4-BE49-F238E27FC236}">
                <a16:creationId xmlns:a16="http://schemas.microsoft.com/office/drawing/2014/main" id="{D25EB129-9C6A-9F6C-1817-48FC2CEE0707}"/>
              </a:ext>
            </a:extLst>
          </p:cNvPr>
          <p:cNvCxnSpPr>
            <a:stCxn id="501" idx="3"/>
            <a:endCxn id="495" idx="1"/>
          </p:cNvCxnSpPr>
          <p:nvPr/>
        </p:nvCxnSpPr>
        <p:spPr>
          <a:xfrm>
            <a:off x="4287702" y="6242372"/>
            <a:ext cx="188694" cy="389305"/>
          </a:xfrm>
          <a:prstGeom prst="bentConnector3">
            <a:avLst>
              <a:gd name="adj1" fmla="val 567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连接符: 肘形 542">
            <a:extLst>
              <a:ext uri="{FF2B5EF4-FFF2-40B4-BE49-F238E27FC236}">
                <a16:creationId xmlns:a16="http://schemas.microsoft.com/office/drawing/2014/main" id="{385CD1BE-65B6-2696-2D57-A1399954A947}"/>
              </a:ext>
            </a:extLst>
          </p:cNvPr>
          <p:cNvCxnSpPr>
            <a:cxnSpLocks/>
            <a:stCxn id="502" idx="1"/>
            <a:endCxn id="501" idx="1"/>
          </p:cNvCxnSpPr>
          <p:nvPr/>
        </p:nvCxnSpPr>
        <p:spPr>
          <a:xfrm rot="10800000" flipV="1">
            <a:off x="3887548" y="5277306"/>
            <a:ext cx="12700" cy="965065"/>
          </a:xfrm>
          <a:prstGeom prst="bentConnector3">
            <a:avLst>
              <a:gd name="adj1" fmla="val 2874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连接符: 肘形 581">
            <a:extLst>
              <a:ext uri="{FF2B5EF4-FFF2-40B4-BE49-F238E27FC236}">
                <a16:creationId xmlns:a16="http://schemas.microsoft.com/office/drawing/2014/main" id="{55D380ED-EF06-FA94-0421-763EB5A287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28063" y="5820469"/>
            <a:ext cx="137128" cy="1044023"/>
          </a:xfrm>
          <a:prstGeom prst="bentConnector2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文本框 587">
            <a:extLst>
              <a:ext uri="{FF2B5EF4-FFF2-40B4-BE49-F238E27FC236}">
                <a16:creationId xmlns:a16="http://schemas.microsoft.com/office/drawing/2014/main" id="{96B0CE59-25DE-5CCF-38DA-0373D2535741}"/>
              </a:ext>
            </a:extLst>
          </p:cNvPr>
          <p:cNvSpPr txBox="1"/>
          <p:nvPr/>
        </p:nvSpPr>
        <p:spPr>
          <a:xfrm>
            <a:off x="4188549" y="4772092"/>
            <a:ext cx="387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皮线光缆</a:t>
            </a:r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*1</a:t>
            </a:r>
            <a:endParaRPr lang="zh-CN" altLang="en-US" sz="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9" name="文本框 588">
            <a:extLst>
              <a:ext uri="{FF2B5EF4-FFF2-40B4-BE49-F238E27FC236}">
                <a16:creationId xmlns:a16="http://schemas.microsoft.com/office/drawing/2014/main" id="{459405BD-9C2D-8552-2DCD-AE91E3A9ADC6}"/>
              </a:ext>
            </a:extLst>
          </p:cNvPr>
          <p:cNvSpPr txBox="1"/>
          <p:nvPr/>
        </p:nvSpPr>
        <p:spPr>
          <a:xfrm>
            <a:off x="4188549" y="5744329"/>
            <a:ext cx="387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皮线光缆</a:t>
            </a:r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*1</a:t>
            </a:r>
            <a:endParaRPr lang="zh-CN" altLang="en-US" sz="3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0" name="文本框 589">
            <a:extLst>
              <a:ext uri="{FF2B5EF4-FFF2-40B4-BE49-F238E27FC236}">
                <a16:creationId xmlns:a16="http://schemas.microsoft.com/office/drawing/2014/main" id="{A8DC4734-6826-15D0-91DB-C9F66F5E002D}"/>
              </a:ext>
            </a:extLst>
          </p:cNvPr>
          <p:cNvSpPr txBox="1"/>
          <p:nvPr/>
        </p:nvSpPr>
        <p:spPr>
          <a:xfrm>
            <a:off x="3662470" y="5164608"/>
            <a:ext cx="32648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591" name="文本框 590">
            <a:extLst>
              <a:ext uri="{FF2B5EF4-FFF2-40B4-BE49-F238E27FC236}">
                <a16:creationId xmlns:a16="http://schemas.microsoft.com/office/drawing/2014/main" id="{D253C5B1-EF38-BD24-0CF5-C2DEBDBD2056}"/>
              </a:ext>
            </a:extLst>
          </p:cNvPr>
          <p:cNvSpPr txBox="1"/>
          <p:nvPr/>
        </p:nvSpPr>
        <p:spPr>
          <a:xfrm>
            <a:off x="3662469" y="6214414"/>
            <a:ext cx="32648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592" name="文本框 591">
            <a:extLst>
              <a:ext uri="{FF2B5EF4-FFF2-40B4-BE49-F238E27FC236}">
                <a16:creationId xmlns:a16="http://schemas.microsoft.com/office/drawing/2014/main" id="{AAE42BAF-99F1-0872-7606-3E1C151B69DC}"/>
              </a:ext>
            </a:extLst>
          </p:cNvPr>
          <p:cNvSpPr txBox="1"/>
          <p:nvPr/>
        </p:nvSpPr>
        <p:spPr>
          <a:xfrm>
            <a:off x="3865191" y="5751219"/>
            <a:ext cx="32648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芯接头</a:t>
            </a:r>
          </a:p>
        </p:txBody>
      </p:sp>
      <p:sp>
        <p:nvSpPr>
          <p:cNvPr id="593" name="文本框 592">
            <a:extLst>
              <a:ext uri="{FF2B5EF4-FFF2-40B4-BE49-F238E27FC236}">
                <a16:creationId xmlns:a16="http://schemas.microsoft.com/office/drawing/2014/main" id="{A45BA3B7-D047-C41C-EE8A-F528724B99D7}"/>
              </a:ext>
            </a:extLst>
          </p:cNvPr>
          <p:cNvSpPr txBox="1"/>
          <p:nvPr/>
        </p:nvSpPr>
        <p:spPr>
          <a:xfrm>
            <a:off x="3662468" y="6759199"/>
            <a:ext cx="32648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749" name="矩形 748">
            <a:extLst>
              <a:ext uri="{FF2B5EF4-FFF2-40B4-BE49-F238E27FC236}">
                <a16:creationId xmlns:a16="http://schemas.microsoft.com/office/drawing/2014/main" id="{203F5D1F-6446-99D6-FD84-F998D97A4C6B}"/>
              </a:ext>
            </a:extLst>
          </p:cNvPr>
          <p:cNvSpPr/>
          <p:nvPr/>
        </p:nvSpPr>
        <p:spPr>
          <a:xfrm>
            <a:off x="2838059" y="922799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grpSp>
        <p:nvGrpSpPr>
          <p:cNvPr id="600" name="组合 599">
            <a:extLst>
              <a:ext uri="{FF2B5EF4-FFF2-40B4-BE49-F238E27FC236}">
                <a16:creationId xmlns:a16="http://schemas.microsoft.com/office/drawing/2014/main" id="{C20BD742-8075-8880-CDF0-43F1952B62B8}"/>
              </a:ext>
            </a:extLst>
          </p:cNvPr>
          <p:cNvGrpSpPr/>
          <p:nvPr/>
        </p:nvGrpSpPr>
        <p:grpSpPr>
          <a:xfrm>
            <a:off x="6009618" y="4327204"/>
            <a:ext cx="1411394" cy="186266"/>
            <a:chOff x="3579815" y="988628"/>
            <a:chExt cx="1411394" cy="186266"/>
          </a:xfrm>
        </p:grpSpPr>
        <p:sp>
          <p:nvSpPr>
            <p:cNvPr id="601" name="矩形: 圆角 600">
              <a:extLst>
                <a:ext uri="{FF2B5EF4-FFF2-40B4-BE49-F238E27FC236}">
                  <a16:creationId xmlns:a16="http://schemas.microsoft.com/office/drawing/2014/main" id="{B3268A35-8B9A-B0A7-B47F-4BE20EF35E92}"/>
                </a:ext>
              </a:extLst>
            </p:cNvPr>
            <p:cNvSpPr/>
            <p:nvPr/>
          </p:nvSpPr>
          <p:spPr>
            <a:xfrm>
              <a:off x="3579815" y="988628"/>
              <a:ext cx="1329259" cy="186266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02" name="直接连接符 601">
              <a:extLst>
                <a:ext uri="{FF2B5EF4-FFF2-40B4-BE49-F238E27FC236}">
                  <a16:creationId xmlns:a16="http://schemas.microsoft.com/office/drawing/2014/main" id="{1B4C718F-AF7B-2088-95F7-47B19E3DA046}"/>
                </a:ext>
              </a:extLst>
            </p:cNvPr>
            <p:cNvCxnSpPr/>
            <p:nvPr/>
          </p:nvCxnSpPr>
          <p:spPr>
            <a:xfrm>
              <a:off x="3897513" y="988628"/>
              <a:ext cx="0" cy="186266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3" name="文本框 602">
              <a:extLst>
                <a:ext uri="{FF2B5EF4-FFF2-40B4-BE49-F238E27FC236}">
                  <a16:creationId xmlns:a16="http://schemas.microsoft.com/office/drawing/2014/main" id="{DAA539BC-A093-AB2D-453D-B3EF27800767}"/>
                </a:ext>
              </a:extLst>
            </p:cNvPr>
            <p:cNvSpPr txBox="1"/>
            <p:nvPr/>
          </p:nvSpPr>
          <p:spPr>
            <a:xfrm>
              <a:off x="3579816" y="1004817"/>
              <a:ext cx="31769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rPr>
                <a:t>户</a:t>
              </a:r>
              <a:r>
                <a:rPr lang="en-US" altLang="zh-CN" sz="400" dirty="0">
                  <a:latin typeface="宋体" panose="02010600030101010101" pitchFamily="2" charset="-122"/>
                  <a:ea typeface="宋体" panose="02010600030101010101" pitchFamily="2" charset="-122"/>
                </a:rPr>
                <a:t>/F</a:t>
              </a:r>
              <a:endParaRPr lang="zh-CN" altLang="en-US" sz="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4" name="文本框 603">
              <a:extLst>
                <a:ext uri="{FF2B5EF4-FFF2-40B4-BE49-F238E27FC236}">
                  <a16:creationId xmlns:a16="http://schemas.microsoft.com/office/drawing/2014/main" id="{FBAAD262-5B9B-B4F7-A11E-06E9CED3FC30}"/>
                </a:ext>
              </a:extLst>
            </p:cNvPr>
            <p:cNvSpPr txBox="1"/>
            <p:nvPr/>
          </p:nvSpPr>
          <p:spPr>
            <a:xfrm>
              <a:off x="4673511" y="1002065"/>
              <a:ext cx="31769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" dirty="0">
                  <a:latin typeface="宋体" panose="02010600030101010101" pitchFamily="2" charset="-122"/>
                  <a:ea typeface="宋体" panose="02010600030101010101" pitchFamily="2" charset="-122"/>
                </a:rPr>
                <a:t>01F</a:t>
              </a:r>
              <a:endParaRPr lang="zh-CN" altLang="en-US" sz="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5" name="矩形 604">
              <a:extLst>
                <a:ext uri="{FF2B5EF4-FFF2-40B4-BE49-F238E27FC236}">
                  <a16:creationId xmlns:a16="http://schemas.microsoft.com/office/drawing/2014/main" id="{E29205B6-693A-B0EC-4985-5B5251113AAB}"/>
                </a:ext>
              </a:extLst>
            </p:cNvPr>
            <p:cNvSpPr/>
            <p:nvPr/>
          </p:nvSpPr>
          <p:spPr>
            <a:xfrm>
              <a:off x="4628796" y="1037885"/>
              <a:ext cx="89430" cy="9000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2" name="组合 611">
            <a:extLst>
              <a:ext uri="{FF2B5EF4-FFF2-40B4-BE49-F238E27FC236}">
                <a16:creationId xmlns:a16="http://schemas.microsoft.com/office/drawing/2014/main" id="{AEF909C2-0353-3272-8237-89F2B4DAF8C5}"/>
              </a:ext>
            </a:extLst>
          </p:cNvPr>
          <p:cNvGrpSpPr/>
          <p:nvPr/>
        </p:nvGrpSpPr>
        <p:grpSpPr>
          <a:xfrm>
            <a:off x="6009618" y="509313"/>
            <a:ext cx="1413291" cy="375993"/>
            <a:chOff x="6028815" y="509313"/>
            <a:chExt cx="1413291" cy="375993"/>
          </a:xfrm>
        </p:grpSpPr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B9005AF-5F9A-7D80-4C66-28B14CE124E9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594" name="矩形: 圆角 593">
                <a:extLst>
                  <a:ext uri="{FF2B5EF4-FFF2-40B4-BE49-F238E27FC236}">
                    <a16:creationId xmlns:a16="http://schemas.microsoft.com/office/drawing/2014/main" id="{A0D89F68-4D5D-758F-4FAB-ECD4ABE38A90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595" name="直接连接符 594">
                <a:extLst>
                  <a:ext uri="{FF2B5EF4-FFF2-40B4-BE49-F238E27FC236}">
                    <a16:creationId xmlns:a16="http://schemas.microsoft.com/office/drawing/2014/main" id="{857AF31F-94FD-0174-7749-EC7F1869EB3C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6" name="文本框 595">
                <a:extLst>
                  <a:ext uri="{FF2B5EF4-FFF2-40B4-BE49-F238E27FC236}">
                    <a16:creationId xmlns:a16="http://schemas.microsoft.com/office/drawing/2014/main" id="{B62159B5-F615-F49D-2138-809242409A95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7" name="文本框 596">
                <a:extLst>
                  <a:ext uri="{FF2B5EF4-FFF2-40B4-BE49-F238E27FC236}">
                    <a16:creationId xmlns:a16="http://schemas.microsoft.com/office/drawing/2014/main" id="{FCDE6550-C5D7-BFF1-B5A2-FAA776890CAF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21F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8" name="矩形 597">
                <a:extLst>
                  <a:ext uri="{FF2B5EF4-FFF2-40B4-BE49-F238E27FC236}">
                    <a16:creationId xmlns:a16="http://schemas.microsoft.com/office/drawing/2014/main" id="{B072D2AC-4C1B-968E-9C4B-EC54B8B6EC0E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6" name="组合 605">
              <a:extLst>
                <a:ext uri="{FF2B5EF4-FFF2-40B4-BE49-F238E27FC236}">
                  <a16:creationId xmlns:a16="http://schemas.microsoft.com/office/drawing/2014/main" id="{01F0FD44-5E8C-7EA2-F473-F88CE2D67997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07" name="矩形: 圆角 606">
                <a:extLst>
                  <a:ext uri="{FF2B5EF4-FFF2-40B4-BE49-F238E27FC236}">
                    <a16:creationId xmlns:a16="http://schemas.microsoft.com/office/drawing/2014/main" id="{6342617E-AE70-8B75-253A-559BDB192FEE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274E3188-DC40-6257-481E-66408579D2EF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9" name="文本框 608">
                <a:extLst>
                  <a:ext uri="{FF2B5EF4-FFF2-40B4-BE49-F238E27FC236}">
                    <a16:creationId xmlns:a16="http://schemas.microsoft.com/office/drawing/2014/main" id="{FA1D7C11-5FA0-DA6E-887D-3E69390076B9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10" name="文本框 609">
                <a:extLst>
                  <a:ext uri="{FF2B5EF4-FFF2-40B4-BE49-F238E27FC236}">
                    <a16:creationId xmlns:a16="http://schemas.microsoft.com/office/drawing/2014/main" id="{0994518F-CF2F-D865-7A81-D3F54ABBA210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20F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714C7502-3501-8FC9-8AEC-5920028508E2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19" name="组合 618">
            <a:extLst>
              <a:ext uri="{FF2B5EF4-FFF2-40B4-BE49-F238E27FC236}">
                <a16:creationId xmlns:a16="http://schemas.microsoft.com/office/drawing/2014/main" id="{C84341CB-6E20-C272-2EBF-31E79183AE77}"/>
              </a:ext>
            </a:extLst>
          </p:cNvPr>
          <p:cNvGrpSpPr/>
          <p:nvPr/>
        </p:nvGrpSpPr>
        <p:grpSpPr>
          <a:xfrm>
            <a:off x="6009618" y="3569238"/>
            <a:ext cx="1413291" cy="375993"/>
            <a:chOff x="6028815" y="509313"/>
            <a:chExt cx="1413291" cy="375993"/>
          </a:xfrm>
        </p:grpSpPr>
        <p:grpSp>
          <p:nvGrpSpPr>
            <p:cNvPr id="620" name="组合 619">
              <a:extLst>
                <a:ext uri="{FF2B5EF4-FFF2-40B4-BE49-F238E27FC236}">
                  <a16:creationId xmlns:a16="http://schemas.microsoft.com/office/drawing/2014/main" id="{3B7C57C6-EE16-41E5-1A6D-D14450B362EA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27" name="矩形: 圆角 626">
                <a:extLst>
                  <a:ext uri="{FF2B5EF4-FFF2-40B4-BE49-F238E27FC236}">
                    <a16:creationId xmlns:a16="http://schemas.microsoft.com/office/drawing/2014/main" id="{9409C934-B109-82B8-BDC3-6D199DCB7F93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28" name="直接连接符 627">
                <a:extLst>
                  <a:ext uri="{FF2B5EF4-FFF2-40B4-BE49-F238E27FC236}">
                    <a16:creationId xmlns:a16="http://schemas.microsoft.com/office/drawing/2014/main" id="{7F9F91A1-CB8E-6E62-7BE9-FFFE0167FDB7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8C61CBF5-E784-3004-3C77-4035E1130BB4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0" name="文本框 629">
                <a:extLst>
                  <a:ext uri="{FF2B5EF4-FFF2-40B4-BE49-F238E27FC236}">
                    <a16:creationId xmlns:a16="http://schemas.microsoft.com/office/drawing/2014/main" id="{5245FA1F-C9B1-2E86-2B18-B99A059664A6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05F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1" name="矩形 630">
                <a:extLst>
                  <a:ext uri="{FF2B5EF4-FFF2-40B4-BE49-F238E27FC236}">
                    <a16:creationId xmlns:a16="http://schemas.microsoft.com/office/drawing/2014/main" id="{0FA543C1-5380-9011-81C9-0D7941FB049A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1" name="组合 620">
              <a:extLst>
                <a:ext uri="{FF2B5EF4-FFF2-40B4-BE49-F238E27FC236}">
                  <a16:creationId xmlns:a16="http://schemas.microsoft.com/office/drawing/2014/main" id="{8043E4D3-9B78-6903-949C-307ECDBCCE04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22" name="矩形: 圆角 621">
                <a:extLst>
                  <a:ext uri="{FF2B5EF4-FFF2-40B4-BE49-F238E27FC236}">
                    <a16:creationId xmlns:a16="http://schemas.microsoft.com/office/drawing/2014/main" id="{11AFAF90-C4B7-55A6-D134-FAEBC6C77295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23" name="直接连接符 622">
                <a:extLst>
                  <a:ext uri="{FF2B5EF4-FFF2-40B4-BE49-F238E27FC236}">
                    <a16:creationId xmlns:a16="http://schemas.microsoft.com/office/drawing/2014/main" id="{8667EDB8-8CF5-B80C-7E00-A976175F25BA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9BB98452-021B-3B5B-B9E1-4E936CF82266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28B07712-5015-CED4-FE27-7DDBDBC476A1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04F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26" name="矩形 625">
                <a:extLst>
                  <a:ext uri="{FF2B5EF4-FFF2-40B4-BE49-F238E27FC236}">
                    <a16:creationId xmlns:a16="http://schemas.microsoft.com/office/drawing/2014/main" id="{1D5CA1BA-0C15-5F82-B7A0-506CDDD5F99B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32" name="组合 631">
            <a:extLst>
              <a:ext uri="{FF2B5EF4-FFF2-40B4-BE49-F238E27FC236}">
                <a16:creationId xmlns:a16="http://schemas.microsoft.com/office/drawing/2014/main" id="{EE384492-21CB-3D88-E07D-A3A9B3517C37}"/>
              </a:ext>
            </a:extLst>
          </p:cNvPr>
          <p:cNvGrpSpPr/>
          <p:nvPr/>
        </p:nvGrpSpPr>
        <p:grpSpPr>
          <a:xfrm>
            <a:off x="6009618" y="1268710"/>
            <a:ext cx="1413291" cy="375993"/>
            <a:chOff x="6028815" y="509313"/>
            <a:chExt cx="1413291" cy="375993"/>
          </a:xfrm>
        </p:grpSpPr>
        <p:grpSp>
          <p:nvGrpSpPr>
            <p:cNvPr id="633" name="组合 632">
              <a:extLst>
                <a:ext uri="{FF2B5EF4-FFF2-40B4-BE49-F238E27FC236}">
                  <a16:creationId xmlns:a16="http://schemas.microsoft.com/office/drawing/2014/main" id="{E25A5308-ACF7-53A5-564F-F4E263AE07CE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40" name="矩形: 圆角 639">
                <a:extLst>
                  <a:ext uri="{FF2B5EF4-FFF2-40B4-BE49-F238E27FC236}">
                    <a16:creationId xmlns:a16="http://schemas.microsoft.com/office/drawing/2014/main" id="{060E3968-9827-0CAA-968A-636EF91775D6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41" name="直接连接符 640">
                <a:extLst>
                  <a:ext uri="{FF2B5EF4-FFF2-40B4-BE49-F238E27FC236}">
                    <a16:creationId xmlns:a16="http://schemas.microsoft.com/office/drawing/2014/main" id="{9F2EB02A-B4F7-4266-5AE2-2C32D4DAD11F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2" name="文本框 641">
                <a:extLst>
                  <a:ext uri="{FF2B5EF4-FFF2-40B4-BE49-F238E27FC236}">
                    <a16:creationId xmlns:a16="http://schemas.microsoft.com/office/drawing/2014/main" id="{4DC2CC3F-76C8-C79E-D7E1-EAEF3A89BCC4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43" name="文本框 642">
                <a:extLst>
                  <a:ext uri="{FF2B5EF4-FFF2-40B4-BE49-F238E27FC236}">
                    <a16:creationId xmlns:a16="http://schemas.microsoft.com/office/drawing/2014/main" id="{7A60068A-30C5-1292-1CD0-3F7B4D807CF0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17F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44" name="矩形 643">
                <a:extLst>
                  <a:ext uri="{FF2B5EF4-FFF2-40B4-BE49-F238E27FC236}">
                    <a16:creationId xmlns:a16="http://schemas.microsoft.com/office/drawing/2014/main" id="{F127964D-6EFF-892B-BC6A-8975DE505425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4C0B96B6-FB7B-3251-26C5-B281CDE964A4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35" name="矩形: 圆角 634">
                <a:extLst>
                  <a:ext uri="{FF2B5EF4-FFF2-40B4-BE49-F238E27FC236}">
                    <a16:creationId xmlns:a16="http://schemas.microsoft.com/office/drawing/2014/main" id="{36CDE1B4-EBE0-0277-D92D-96E4E876F7BE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36" name="直接连接符 635">
                <a:extLst>
                  <a:ext uri="{FF2B5EF4-FFF2-40B4-BE49-F238E27FC236}">
                    <a16:creationId xmlns:a16="http://schemas.microsoft.com/office/drawing/2014/main" id="{AE442A57-F0B4-5196-0F76-518A3487CC83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7" name="文本框 636">
                <a:extLst>
                  <a:ext uri="{FF2B5EF4-FFF2-40B4-BE49-F238E27FC236}">
                    <a16:creationId xmlns:a16="http://schemas.microsoft.com/office/drawing/2014/main" id="{00A6E978-11B8-FFAD-ECEC-8B635C3B5B9B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8" name="文本框 637">
                <a:extLst>
                  <a:ext uri="{FF2B5EF4-FFF2-40B4-BE49-F238E27FC236}">
                    <a16:creationId xmlns:a16="http://schemas.microsoft.com/office/drawing/2014/main" id="{F6A316D2-A625-5A44-EE13-1B8396F43193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16F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9" name="矩形 638">
                <a:extLst>
                  <a:ext uri="{FF2B5EF4-FFF2-40B4-BE49-F238E27FC236}">
                    <a16:creationId xmlns:a16="http://schemas.microsoft.com/office/drawing/2014/main" id="{6BE4006C-974A-CF6A-724A-708C53E10060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45" name="组合 644">
            <a:extLst>
              <a:ext uri="{FF2B5EF4-FFF2-40B4-BE49-F238E27FC236}">
                <a16:creationId xmlns:a16="http://schemas.microsoft.com/office/drawing/2014/main" id="{4F0088A1-13C0-44F3-44AC-5AD26D475F88}"/>
              </a:ext>
            </a:extLst>
          </p:cNvPr>
          <p:cNvGrpSpPr/>
          <p:nvPr/>
        </p:nvGrpSpPr>
        <p:grpSpPr>
          <a:xfrm>
            <a:off x="6009618" y="1651787"/>
            <a:ext cx="1413291" cy="375993"/>
            <a:chOff x="6028815" y="509313"/>
            <a:chExt cx="1413291" cy="375993"/>
          </a:xfrm>
        </p:grpSpPr>
        <p:grpSp>
          <p:nvGrpSpPr>
            <p:cNvPr id="646" name="组合 645">
              <a:extLst>
                <a:ext uri="{FF2B5EF4-FFF2-40B4-BE49-F238E27FC236}">
                  <a16:creationId xmlns:a16="http://schemas.microsoft.com/office/drawing/2014/main" id="{E6D51DFB-F574-7823-7F3F-DBE7EEF156CA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53" name="矩形: 圆角 652">
                <a:extLst>
                  <a:ext uri="{FF2B5EF4-FFF2-40B4-BE49-F238E27FC236}">
                    <a16:creationId xmlns:a16="http://schemas.microsoft.com/office/drawing/2014/main" id="{4053B3DC-FD4B-DBBF-F648-CC0624694D1E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54" name="直接连接符 653">
                <a:extLst>
                  <a:ext uri="{FF2B5EF4-FFF2-40B4-BE49-F238E27FC236}">
                    <a16:creationId xmlns:a16="http://schemas.microsoft.com/office/drawing/2014/main" id="{18AC8A3E-4462-63BE-1EBC-91D18750177C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5" name="文本框 654">
                <a:extLst>
                  <a:ext uri="{FF2B5EF4-FFF2-40B4-BE49-F238E27FC236}">
                    <a16:creationId xmlns:a16="http://schemas.microsoft.com/office/drawing/2014/main" id="{3DB2D4B5-0A16-49FC-4369-9F560A74291D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56" name="文本框 655">
                <a:extLst>
                  <a:ext uri="{FF2B5EF4-FFF2-40B4-BE49-F238E27FC236}">
                    <a16:creationId xmlns:a16="http://schemas.microsoft.com/office/drawing/2014/main" id="{B027D458-0ECB-A588-1FC8-CC6C003752B2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15F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57" name="矩形 656">
                <a:extLst>
                  <a:ext uri="{FF2B5EF4-FFF2-40B4-BE49-F238E27FC236}">
                    <a16:creationId xmlns:a16="http://schemas.microsoft.com/office/drawing/2014/main" id="{5B1C8850-695B-571A-737B-29E449572ECE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7" name="组合 646">
              <a:extLst>
                <a:ext uri="{FF2B5EF4-FFF2-40B4-BE49-F238E27FC236}">
                  <a16:creationId xmlns:a16="http://schemas.microsoft.com/office/drawing/2014/main" id="{094333FC-197F-BB72-7371-9059F1C996B4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48" name="矩形: 圆角 647">
                <a:extLst>
                  <a:ext uri="{FF2B5EF4-FFF2-40B4-BE49-F238E27FC236}">
                    <a16:creationId xmlns:a16="http://schemas.microsoft.com/office/drawing/2014/main" id="{1D1DF864-87BB-12CA-85BD-3FA9379A1BD6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49" name="直接连接符 648">
                <a:extLst>
                  <a:ext uri="{FF2B5EF4-FFF2-40B4-BE49-F238E27FC236}">
                    <a16:creationId xmlns:a16="http://schemas.microsoft.com/office/drawing/2014/main" id="{9DE45E0C-4358-36C3-C48F-CF30A68DE398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0" name="文本框 649">
                <a:extLst>
                  <a:ext uri="{FF2B5EF4-FFF2-40B4-BE49-F238E27FC236}">
                    <a16:creationId xmlns:a16="http://schemas.microsoft.com/office/drawing/2014/main" id="{7CCFE283-6810-E2CE-89BF-D963BC281DDE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51" name="文本框 650">
                <a:extLst>
                  <a:ext uri="{FF2B5EF4-FFF2-40B4-BE49-F238E27FC236}">
                    <a16:creationId xmlns:a16="http://schemas.microsoft.com/office/drawing/2014/main" id="{E1F7FFBA-7EEC-2102-CD9D-22081717A134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14F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52" name="矩形 651">
                <a:extLst>
                  <a:ext uri="{FF2B5EF4-FFF2-40B4-BE49-F238E27FC236}">
                    <a16:creationId xmlns:a16="http://schemas.microsoft.com/office/drawing/2014/main" id="{8323E993-C123-770F-87E0-28C7C4B3155C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58" name="组合 657">
            <a:extLst>
              <a:ext uri="{FF2B5EF4-FFF2-40B4-BE49-F238E27FC236}">
                <a16:creationId xmlns:a16="http://schemas.microsoft.com/office/drawing/2014/main" id="{6817400A-B8A2-5A0B-A013-A55BD41A7074}"/>
              </a:ext>
            </a:extLst>
          </p:cNvPr>
          <p:cNvGrpSpPr/>
          <p:nvPr/>
        </p:nvGrpSpPr>
        <p:grpSpPr>
          <a:xfrm>
            <a:off x="6009618" y="2032014"/>
            <a:ext cx="1413291" cy="375993"/>
            <a:chOff x="6028815" y="509313"/>
            <a:chExt cx="1413291" cy="375993"/>
          </a:xfrm>
        </p:grpSpPr>
        <p:grpSp>
          <p:nvGrpSpPr>
            <p:cNvPr id="659" name="组合 658">
              <a:extLst>
                <a:ext uri="{FF2B5EF4-FFF2-40B4-BE49-F238E27FC236}">
                  <a16:creationId xmlns:a16="http://schemas.microsoft.com/office/drawing/2014/main" id="{235B524D-02AD-B700-11DF-B9AE3A1F5EA2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66" name="矩形: 圆角 665">
                <a:extLst>
                  <a:ext uri="{FF2B5EF4-FFF2-40B4-BE49-F238E27FC236}">
                    <a16:creationId xmlns:a16="http://schemas.microsoft.com/office/drawing/2014/main" id="{88602A8B-CAAC-B9BF-A2D9-FACDEA3FAA2D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67" name="直接连接符 666">
                <a:extLst>
                  <a:ext uri="{FF2B5EF4-FFF2-40B4-BE49-F238E27FC236}">
                    <a16:creationId xmlns:a16="http://schemas.microsoft.com/office/drawing/2014/main" id="{1519D64C-DA07-78CD-6809-C45699477FE9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8" name="文本框 667">
                <a:extLst>
                  <a:ext uri="{FF2B5EF4-FFF2-40B4-BE49-F238E27FC236}">
                    <a16:creationId xmlns:a16="http://schemas.microsoft.com/office/drawing/2014/main" id="{4AE56756-4950-0864-3BCB-7CA9B8378C76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69" name="文本框 668">
                <a:extLst>
                  <a:ext uri="{FF2B5EF4-FFF2-40B4-BE49-F238E27FC236}">
                    <a16:creationId xmlns:a16="http://schemas.microsoft.com/office/drawing/2014/main" id="{7787B9B7-D52B-4C0E-30CA-9BB6AA9D00C7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13F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4EAAEA2A-06C4-AD94-B877-56954277C948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0" name="组合 659">
              <a:extLst>
                <a:ext uri="{FF2B5EF4-FFF2-40B4-BE49-F238E27FC236}">
                  <a16:creationId xmlns:a16="http://schemas.microsoft.com/office/drawing/2014/main" id="{D66E3D52-0CB1-06E4-2C7A-6B7980CB2D7B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61" name="矩形: 圆角 660">
                <a:extLst>
                  <a:ext uri="{FF2B5EF4-FFF2-40B4-BE49-F238E27FC236}">
                    <a16:creationId xmlns:a16="http://schemas.microsoft.com/office/drawing/2014/main" id="{86E602C1-D19E-1628-863F-5E909BE1DB64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62" name="直接连接符 661">
                <a:extLst>
                  <a:ext uri="{FF2B5EF4-FFF2-40B4-BE49-F238E27FC236}">
                    <a16:creationId xmlns:a16="http://schemas.microsoft.com/office/drawing/2014/main" id="{FD6FB634-8266-466C-2D77-2958B63BF609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3" name="文本框 662">
                <a:extLst>
                  <a:ext uri="{FF2B5EF4-FFF2-40B4-BE49-F238E27FC236}">
                    <a16:creationId xmlns:a16="http://schemas.microsoft.com/office/drawing/2014/main" id="{B1F47247-C2DA-5E9F-764F-B40F6A997C04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64" name="文本框 663">
                <a:extLst>
                  <a:ext uri="{FF2B5EF4-FFF2-40B4-BE49-F238E27FC236}">
                    <a16:creationId xmlns:a16="http://schemas.microsoft.com/office/drawing/2014/main" id="{AF642364-F873-A3F1-9E38-ACFF1B3697EA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12F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72BD6048-0707-E7D4-6751-DFBE4242C260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0AEA48D4-0B63-C275-FF81-C07FA5C091ED}"/>
              </a:ext>
            </a:extLst>
          </p:cNvPr>
          <p:cNvGrpSpPr/>
          <p:nvPr/>
        </p:nvGrpSpPr>
        <p:grpSpPr>
          <a:xfrm>
            <a:off x="6009618" y="2414313"/>
            <a:ext cx="1413291" cy="375993"/>
            <a:chOff x="6028815" y="509313"/>
            <a:chExt cx="1413291" cy="375993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D415670E-CA41-17ED-DA95-079063EF09C6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79" name="矩形: 圆角 678">
                <a:extLst>
                  <a:ext uri="{FF2B5EF4-FFF2-40B4-BE49-F238E27FC236}">
                    <a16:creationId xmlns:a16="http://schemas.microsoft.com/office/drawing/2014/main" id="{723BF7B0-1FA6-EE03-0A32-73E97B72AFB1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80" name="直接连接符 679">
                <a:extLst>
                  <a:ext uri="{FF2B5EF4-FFF2-40B4-BE49-F238E27FC236}">
                    <a16:creationId xmlns:a16="http://schemas.microsoft.com/office/drawing/2014/main" id="{030EC944-6F20-1CB6-5BBE-1D595575EE03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1" name="文本框 680">
                <a:extLst>
                  <a:ext uri="{FF2B5EF4-FFF2-40B4-BE49-F238E27FC236}">
                    <a16:creationId xmlns:a16="http://schemas.microsoft.com/office/drawing/2014/main" id="{C091A7ED-EBBC-5755-1F93-935DAE99B2E8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56230EE1-920C-493F-197E-4CB51A9257C0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11F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83" name="矩形 682">
                <a:extLst>
                  <a:ext uri="{FF2B5EF4-FFF2-40B4-BE49-F238E27FC236}">
                    <a16:creationId xmlns:a16="http://schemas.microsoft.com/office/drawing/2014/main" id="{BBFE4C1A-310C-EC6B-32F6-F6DD49AE11C1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4637DACD-A39E-3EF5-E4D1-556A244226D2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74" name="矩形: 圆角 673">
                <a:extLst>
                  <a:ext uri="{FF2B5EF4-FFF2-40B4-BE49-F238E27FC236}">
                    <a16:creationId xmlns:a16="http://schemas.microsoft.com/office/drawing/2014/main" id="{CF683E0D-DCF7-A7DF-1D86-CCC5443139DF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75" name="直接连接符 674">
                <a:extLst>
                  <a:ext uri="{FF2B5EF4-FFF2-40B4-BE49-F238E27FC236}">
                    <a16:creationId xmlns:a16="http://schemas.microsoft.com/office/drawing/2014/main" id="{C5C9E804-B7A2-216D-48C7-8F3ED77480D9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D9806A09-C47B-970D-D7E1-9527FFF6A2EB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77" name="文本框 676">
                <a:extLst>
                  <a:ext uri="{FF2B5EF4-FFF2-40B4-BE49-F238E27FC236}">
                    <a16:creationId xmlns:a16="http://schemas.microsoft.com/office/drawing/2014/main" id="{09C3AD39-BB23-F3F0-EEC2-C92A69AAD26C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10F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22303257-8ACE-8EE1-710C-304B405D3460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84" name="组合 683">
            <a:extLst>
              <a:ext uri="{FF2B5EF4-FFF2-40B4-BE49-F238E27FC236}">
                <a16:creationId xmlns:a16="http://schemas.microsoft.com/office/drawing/2014/main" id="{A3518F28-149D-1314-4BD2-9F2C0A25FF60}"/>
              </a:ext>
            </a:extLst>
          </p:cNvPr>
          <p:cNvGrpSpPr/>
          <p:nvPr/>
        </p:nvGrpSpPr>
        <p:grpSpPr>
          <a:xfrm>
            <a:off x="6009618" y="2798488"/>
            <a:ext cx="1413291" cy="375993"/>
            <a:chOff x="6028815" y="509313"/>
            <a:chExt cx="1413291" cy="375993"/>
          </a:xfrm>
        </p:grpSpPr>
        <p:grpSp>
          <p:nvGrpSpPr>
            <p:cNvPr id="685" name="组合 684">
              <a:extLst>
                <a:ext uri="{FF2B5EF4-FFF2-40B4-BE49-F238E27FC236}">
                  <a16:creationId xmlns:a16="http://schemas.microsoft.com/office/drawing/2014/main" id="{2489EFC7-A408-EBBB-96B3-952B432BA342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692" name="矩形: 圆角 691">
                <a:extLst>
                  <a:ext uri="{FF2B5EF4-FFF2-40B4-BE49-F238E27FC236}">
                    <a16:creationId xmlns:a16="http://schemas.microsoft.com/office/drawing/2014/main" id="{74B1310A-C252-8756-A07D-8A09574B7B77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93" name="直接连接符 692">
                <a:extLst>
                  <a:ext uri="{FF2B5EF4-FFF2-40B4-BE49-F238E27FC236}">
                    <a16:creationId xmlns:a16="http://schemas.microsoft.com/office/drawing/2014/main" id="{D7123D62-2D95-B6FC-024E-5F3771A7BF42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8B24F80C-4956-497C-921A-FB8994A84D42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95" name="文本框 694">
                <a:extLst>
                  <a:ext uri="{FF2B5EF4-FFF2-40B4-BE49-F238E27FC236}">
                    <a16:creationId xmlns:a16="http://schemas.microsoft.com/office/drawing/2014/main" id="{C4970BDC-6C31-DC48-E41A-88BC3147D42F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09F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96" name="矩形 695">
                <a:extLst>
                  <a:ext uri="{FF2B5EF4-FFF2-40B4-BE49-F238E27FC236}">
                    <a16:creationId xmlns:a16="http://schemas.microsoft.com/office/drawing/2014/main" id="{BCFF4A78-4F68-3A01-E54E-DAB9000D84EB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6" name="组合 685">
              <a:extLst>
                <a:ext uri="{FF2B5EF4-FFF2-40B4-BE49-F238E27FC236}">
                  <a16:creationId xmlns:a16="http://schemas.microsoft.com/office/drawing/2014/main" id="{419B2FA7-E678-5F44-EF64-00C526467479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687" name="矩形: 圆角 686">
                <a:extLst>
                  <a:ext uri="{FF2B5EF4-FFF2-40B4-BE49-F238E27FC236}">
                    <a16:creationId xmlns:a16="http://schemas.microsoft.com/office/drawing/2014/main" id="{FE88C915-7246-E8E7-F921-5686AF557D53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88" name="直接连接符 687">
                <a:extLst>
                  <a:ext uri="{FF2B5EF4-FFF2-40B4-BE49-F238E27FC236}">
                    <a16:creationId xmlns:a16="http://schemas.microsoft.com/office/drawing/2014/main" id="{553298D4-0729-CD85-DF6A-3DB7B78A4BC9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9" name="文本框 688">
                <a:extLst>
                  <a:ext uri="{FF2B5EF4-FFF2-40B4-BE49-F238E27FC236}">
                    <a16:creationId xmlns:a16="http://schemas.microsoft.com/office/drawing/2014/main" id="{189601EB-D275-9BEA-2403-B9E455C6CB36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90" name="文本框 689">
                <a:extLst>
                  <a:ext uri="{FF2B5EF4-FFF2-40B4-BE49-F238E27FC236}">
                    <a16:creationId xmlns:a16="http://schemas.microsoft.com/office/drawing/2014/main" id="{53BE77E4-7BF6-270A-DDD3-C445A5EA464A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08F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91" name="矩形 690">
                <a:extLst>
                  <a:ext uri="{FF2B5EF4-FFF2-40B4-BE49-F238E27FC236}">
                    <a16:creationId xmlns:a16="http://schemas.microsoft.com/office/drawing/2014/main" id="{30246BB8-36FF-E993-A50A-98D22A8B5015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7" name="组合 696">
            <a:extLst>
              <a:ext uri="{FF2B5EF4-FFF2-40B4-BE49-F238E27FC236}">
                <a16:creationId xmlns:a16="http://schemas.microsoft.com/office/drawing/2014/main" id="{B1BB5241-781B-0650-52C8-54819E6CFDB7}"/>
              </a:ext>
            </a:extLst>
          </p:cNvPr>
          <p:cNvGrpSpPr/>
          <p:nvPr/>
        </p:nvGrpSpPr>
        <p:grpSpPr>
          <a:xfrm>
            <a:off x="6009618" y="3183720"/>
            <a:ext cx="1413291" cy="375993"/>
            <a:chOff x="6028815" y="509313"/>
            <a:chExt cx="1413291" cy="375993"/>
          </a:xfrm>
        </p:grpSpPr>
        <p:grpSp>
          <p:nvGrpSpPr>
            <p:cNvPr id="698" name="组合 697">
              <a:extLst>
                <a:ext uri="{FF2B5EF4-FFF2-40B4-BE49-F238E27FC236}">
                  <a16:creationId xmlns:a16="http://schemas.microsoft.com/office/drawing/2014/main" id="{07C1AC7B-F4FA-2B70-1AED-A4DED493BE87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705" name="矩形: 圆角 704">
                <a:extLst>
                  <a:ext uri="{FF2B5EF4-FFF2-40B4-BE49-F238E27FC236}">
                    <a16:creationId xmlns:a16="http://schemas.microsoft.com/office/drawing/2014/main" id="{709BE514-2BD5-4670-10DE-29EF404F38E0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06" name="直接连接符 705">
                <a:extLst>
                  <a:ext uri="{FF2B5EF4-FFF2-40B4-BE49-F238E27FC236}">
                    <a16:creationId xmlns:a16="http://schemas.microsoft.com/office/drawing/2014/main" id="{DE88ABE6-1CB0-3ABB-91A1-E021B4679055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7" name="文本框 706">
                <a:extLst>
                  <a:ext uri="{FF2B5EF4-FFF2-40B4-BE49-F238E27FC236}">
                    <a16:creationId xmlns:a16="http://schemas.microsoft.com/office/drawing/2014/main" id="{76B8D1C8-6C73-A048-D18A-AD5A351F5050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8" name="文本框 707">
                <a:extLst>
                  <a:ext uri="{FF2B5EF4-FFF2-40B4-BE49-F238E27FC236}">
                    <a16:creationId xmlns:a16="http://schemas.microsoft.com/office/drawing/2014/main" id="{6E7E69F7-8FEE-1FF0-214A-1268613A41A1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07F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90B11755-46C1-976B-4571-F81870C9AE0A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9" name="组合 698">
              <a:extLst>
                <a:ext uri="{FF2B5EF4-FFF2-40B4-BE49-F238E27FC236}">
                  <a16:creationId xmlns:a16="http://schemas.microsoft.com/office/drawing/2014/main" id="{496D960F-B486-AD67-189D-002B0B9B0474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700" name="矩形: 圆角 699">
                <a:extLst>
                  <a:ext uri="{FF2B5EF4-FFF2-40B4-BE49-F238E27FC236}">
                    <a16:creationId xmlns:a16="http://schemas.microsoft.com/office/drawing/2014/main" id="{46D65B8C-6705-3D2A-62AB-C71D79DF3893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01" name="直接连接符 700">
                <a:extLst>
                  <a:ext uri="{FF2B5EF4-FFF2-40B4-BE49-F238E27FC236}">
                    <a16:creationId xmlns:a16="http://schemas.microsoft.com/office/drawing/2014/main" id="{6809AEE3-BDDB-AB1C-438C-92B9597D4153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2" name="文本框 701">
                <a:extLst>
                  <a:ext uri="{FF2B5EF4-FFF2-40B4-BE49-F238E27FC236}">
                    <a16:creationId xmlns:a16="http://schemas.microsoft.com/office/drawing/2014/main" id="{D4C7B4B7-0A69-5E51-168C-7F792DD5B3B4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3" name="文本框 702">
                <a:extLst>
                  <a:ext uri="{FF2B5EF4-FFF2-40B4-BE49-F238E27FC236}">
                    <a16:creationId xmlns:a16="http://schemas.microsoft.com/office/drawing/2014/main" id="{C8D9AC22-D2CF-060F-7B68-77B82ADCD919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06F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58B3F691-77E8-1E13-798C-C34E6D53FF6D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10" name="组合 709">
            <a:extLst>
              <a:ext uri="{FF2B5EF4-FFF2-40B4-BE49-F238E27FC236}">
                <a16:creationId xmlns:a16="http://schemas.microsoft.com/office/drawing/2014/main" id="{311DEE91-042D-77CF-D94E-D388DC56BBD1}"/>
              </a:ext>
            </a:extLst>
          </p:cNvPr>
          <p:cNvGrpSpPr/>
          <p:nvPr/>
        </p:nvGrpSpPr>
        <p:grpSpPr>
          <a:xfrm>
            <a:off x="6009618" y="883963"/>
            <a:ext cx="1413291" cy="375993"/>
            <a:chOff x="6028815" y="509313"/>
            <a:chExt cx="1413291" cy="375993"/>
          </a:xfrm>
        </p:grpSpPr>
        <p:grpSp>
          <p:nvGrpSpPr>
            <p:cNvPr id="711" name="组合 710">
              <a:extLst>
                <a:ext uri="{FF2B5EF4-FFF2-40B4-BE49-F238E27FC236}">
                  <a16:creationId xmlns:a16="http://schemas.microsoft.com/office/drawing/2014/main" id="{4B40AD45-345F-411A-8466-BA5CD1D0233A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718" name="矩形: 圆角 717">
                <a:extLst>
                  <a:ext uri="{FF2B5EF4-FFF2-40B4-BE49-F238E27FC236}">
                    <a16:creationId xmlns:a16="http://schemas.microsoft.com/office/drawing/2014/main" id="{A7AA53C2-4AFD-953A-DCEC-DE5B831D580B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19" name="直接连接符 718">
                <a:extLst>
                  <a:ext uri="{FF2B5EF4-FFF2-40B4-BE49-F238E27FC236}">
                    <a16:creationId xmlns:a16="http://schemas.microsoft.com/office/drawing/2014/main" id="{367DFD22-7C42-77D2-E7EF-5F254EE1AC82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0" name="文本框 719">
                <a:extLst>
                  <a:ext uri="{FF2B5EF4-FFF2-40B4-BE49-F238E27FC236}">
                    <a16:creationId xmlns:a16="http://schemas.microsoft.com/office/drawing/2014/main" id="{1931C440-E825-6492-5DBF-51F33B63AC30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8FB5F329-F647-F8A1-52DB-CA92B93AC71E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19F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22" name="矩形 721">
                <a:extLst>
                  <a:ext uri="{FF2B5EF4-FFF2-40B4-BE49-F238E27FC236}">
                    <a16:creationId xmlns:a16="http://schemas.microsoft.com/office/drawing/2014/main" id="{30638BBE-CDA3-33CE-9254-AC8447505DE2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2" name="组合 711">
              <a:extLst>
                <a:ext uri="{FF2B5EF4-FFF2-40B4-BE49-F238E27FC236}">
                  <a16:creationId xmlns:a16="http://schemas.microsoft.com/office/drawing/2014/main" id="{7C4E04EF-0E73-9412-DBF0-F2BCA9E455A2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713" name="矩形: 圆角 712">
                <a:extLst>
                  <a:ext uri="{FF2B5EF4-FFF2-40B4-BE49-F238E27FC236}">
                    <a16:creationId xmlns:a16="http://schemas.microsoft.com/office/drawing/2014/main" id="{B98DC182-C7A1-19B4-F9E6-BFC19A46B73D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14" name="直接连接符 713">
                <a:extLst>
                  <a:ext uri="{FF2B5EF4-FFF2-40B4-BE49-F238E27FC236}">
                    <a16:creationId xmlns:a16="http://schemas.microsoft.com/office/drawing/2014/main" id="{40C27228-A3BA-7275-FB55-35E338962166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5" name="文本框 714">
                <a:extLst>
                  <a:ext uri="{FF2B5EF4-FFF2-40B4-BE49-F238E27FC236}">
                    <a16:creationId xmlns:a16="http://schemas.microsoft.com/office/drawing/2014/main" id="{D445A0A9-3851-B380-52BF-5BC2B6CB4C6A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16" name="文本框 715">
                <a:extLst>
                  <a:ext uri="{FF2B5EF4-FFF2-40B4-BE49-F238E27FC236}">
                    <a16:creationId xmlns:a16="http://schemas.microsoft.com/office/drawing/2014/main" id="{950937F9-2BF9-0201-2DAC-959B9B5B0027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18F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17" name="矩形 716">
                <a:extLst>
                  <a:ext uri="{FF2B5EF4-FFF2-40B4-BE49-F238E27FC236}">
                    <a16:creationId xmlns:a16="http://schemas.microsoft.com/office/drawing/2014/main" id="{7A6047E3-AB03-1360-16C5-B80FA3B951F4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23" name="组合 722">
            <a:extLst>
              <a:ext uri="{FF2B5EF4-FFF2-40B4-BE49-F238E27FC236}">
                <a16:creationId xmlns:a16="http://schemas.microsoft.com/office/drawing/2014/main" id="{18009F51-BB4D-D63E-D437-28F144B7FAC0}"/>
              </a:ext>
            </a:extLst>
          </p:cNvPr>
          <p:cNvGrpSpPr/>
          <p:nvPr/>
        </p:nvGrpSpPr>
        <p:grpSpPr>
          <a:xfrm>
            <a:off x="6009618" y="3941544"/>
            <a:ext cx="1413291" cy="375993"/>
            <a:chOff x="6028815" y="509313"/>
            <a:chExt cx="1413291" cy="375993"/>
          </a:xfrm>
        </p:grpSpPr>
        <p:grpSp>
          <p:nvGrpSpPr>
            <p:cNvPr id="724" name="组合 723">
              <a:extLst>
                <a:ext uri="{FF2B5EF4-FFF2-40B4-BE49-F238E27FC236}">
                  <a16:creationId xmlns:a16="http://schemas.microsoft.com/office/drawing/2014/main" id="{595392A5-B96D-700A-D13F-4CD9A81AAD7E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731" name="矩形: 圆角 730">
                <a:extLst>
                  <a:ext uri="{FF2B5EF4-FFF2-40B4-BE49-F238E27FC236}">
                    <a16:creationId xmlns:a16="http://schemas.microsoft.com/office/drawing/2014/main" id="{215B53DE-7346-D945-4E15-285E7EFE6C9E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32" name="直接连接符 731">
                <a:extLst>
                  <a:ext uri="{FF2B5EF4-FFF2-40B4-BE49-F238E27FC236}">
                    <a16:creationId xmlns:a16="http://schemas.microsoft.com/office/drawing/2014/main" id="{EC982CBD-BEE8-D802-B83E-4DF11CED4E47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682E83CC-3D0F-AD7D-0097-798C1C79E48C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4" name="文本框 733">
                <a:extLst>
                  <a:ext uri="{FF2B5EF4-FFF2-40B4-BE49-F238E27FC236}">
                    <a16:creationId xmlns:a16="http://schemas.microsoft.com/office/drawing/2014/main" id="{AC80D828-5339-7667-A643-E26D5C0CCF1D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03F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5" name="矩形 734">
                <a:extLst>
                  <a:ext uri="{FF2B5EF4-FFF2-40B4-BE49-F238E27FC236}">
                    <a16:creationId xmlns:a16="http://schemas.microsoft.com/office/drawing/2014/main" id="{BAABCC87-1500-0097-5C5E-F25D6B381DFB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5" name="组合 724">
              <a:extLst>
                <a:ext uri="{FF2B5EF4-FFF2-40B4-BE49-F238E27FC236}">
                  <a16:creationId xmlns:a16="http://schemas.microsoft.com/office/drawing/2014/main" id="{CAD82955-7960-8598-BB55-7AA343EDF16D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726" name="矩形: 圆角 725">
                <a:extLst>
                  <a:ext uri="{FF2B5EF4-FFF2-40B4-BE49-F238E27FC236}">
                    <a16:creationId xmlns:a16="http://schemas.microsoft.com/office/drawing/2014/main" id="{2BB28A1B-CC73-A1F5-3AFA-76FF5E66071D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27" name="直接连接符 726">
                <a:extLst>
                  <a:ext uri="{FF2B5EF4-FFF2-40B4-BE49-F238E27FC236}">
                    <a16:creationId xmlns:a16="http://schemas.microsoft.com/office/drawing/2014/main" id="{9F91DABC-0053-D11E-7B97-154EF4F6914A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8" name="文本框 727">
                <a:extLst>
                  <a:ext uri="{FF2B5EF4-FFF2-40B4-BE49-F238E27FC236}">
                    <a16:creationId xmlns:a16="http://schemas.microsoft.com/office/drawing/2014/main" id="{7E41D4EA-4E0D-998A-5CF4-947CA6A77243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29" name="文本框 728">
                <a:extLst>
                  <a:ext uri="{FF2B5EF4-FFF2-40B4-BE49-F238E27FC236}">
                    <a16:creationId xmlns:a16="http://schemas.microsoft.com/office/drawing/2014/main" id="{CEAD8908-D5A6-2B1E-3100-A10E64BB6C5B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02F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1A23D4DE-2F46-7EC4-0473-2A67F9C5B07C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36" name="组合 735">
            <a:extLst>
              <a:ext uri="{FF2B5EF4-FFF2-40B4-BE49-F238E27FC236}">
                <a16:creationId xmlns:a16="http://schemas.microsoft.com/office/drawing/2014/main" id="{111BA0A8-DD62-124C-C422-B4C1198574B2}"/>
              </a:ext>
            </a:extLst>
          </p:cNvPr>
          <p:cNvGrpSpPr/>
          <p:nvPr/>
        </p:nvGrpSpPr>
        <p:grpSpPr>
          <a:xfrm>
            <a:off x="6009618" y="130429"/>
            <a:ext cx="1413291" cy="375993"/>
            <a:chOff x="6028815" y="509313"/>
            <a:chExt cx="1413291" cy="375993"/>
          </a:xfrm>
        </p:grpSpPr>
        <p:grpSp>
          <p:nvGrpSpPr>
            <p:cNvPr id="737" name="组合 736">
              <a:extLst>
                <a:ext uri="{FF2B5EF4-FFF2-40B4-BE49-F238E27FC236}">
                  <a16:creationId xmlns:a16="http://schemas.microsoft.com/office/drawing/2014/main" id="{B970C9CA-CA98-19C3-23AE-DF337641E520}"/>
                </a:ext>
              </a:extLst>
            </p:cNvPr>
            <p:cNvGrpSpPr/>
            <p:nvPr/>
          </p:nvGrpSpPr>
          <p:grpSpPr>
            <a:xfrm>
              <a:off x="6028815" y="509313"/>
              <a:ext cx="1411394" cy="186266"/>
              <a:chOff x="3579815" y="988628"/>
              <a:chExt cx="1411394" cy="186266"/>
            </a:xfrm>
          </p:grpSpPr>
          <p:sp>
            <p:nvSpPr>
              <p:cNvPr id="744" name="矩形: 圆角 743">
                <a:extLst>
                  <a:ext uri="{FF2B5EF4-FFF2-40B4-BE49-F238E27FC236}">
                    <a16:creationId xmlns:a16="http://schemas.microsoft.com/office/drawing/2014/main" id="{4BFA04C8-5D0E-F567-2A61-2E196B0CAD48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45" name="直接连接符 744">
                <a:extLst>
                  <a:ext uri="{FF2B5EF4-FFF2-40B4-BE49-F238E27FC236}">
                    <a16:creationId xmlns:a16="http://schemas.microsoft.com/office/drawing/2014/main" id="{80917D9E-E211-DC01-6B00-3809E0352CE3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6" name="文本框 745">
                <a:extLst>
                  <a:ext uri="{FF2B5EF4-FFF2-40B4-BE49-F238E27FC236}">
                    <a16:creationId xmlns:a16="http://schemas.microsoft.com/office/drawing/2014/main" id="{5B3A3EB4-9B72-30FA-1C40-779C6A8DB6E8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7" name="文本框 746">
                <a:extLst>
                  <a:ext uri="{FF2B5EF4-FFF2-40B4-BE49-F238E27FC236}">
                    <a16:creationId xmlns:a16="http://schemas.microsoft.com/office/drawing/2014/main" id="{4CE4C047-77E6-A3EE-00AF-DEAED49D0C6A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23F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8" name="矩形 747">
                <a:extLst>
                  <a:ext uri="{FF2B5EF4-FFF2-40B4-BE49-F238E27FC236}">
                    <a16:creationId xmlns:a16="http://schemas.microsoft.com/office/drawing/2014/main" id="{F7DF8E68-C506-8D48-2625-39235A21DAC8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8" name="组合 737">
              <a:extLst>
                <a:ext uri="{FF2B5EF4-FFF2-40B4-BE49-F238E27FC236}">
                  <a16:creationId xmlns:a16="http://schemas.microsoft.com/office/drawing/2014/main" id="{32DF3FF9-3D7B-8E80-5704-CFEC97729E5B}"/>
                </a:ext>
              </a:extLst>
            </p:cNvPr>
            <p:cNvGrpSpPr/>
            <p:nvPr/>
          </p:nvGrpSpPr>
          <p:grpSpPr>
            <a:xfrm>
              <a:off x="6030712" y="699040"/>
              <a:ext cx="1411394" cy="186266"/>
              <a:chOff x="3579815" y="988628"/>
              <a:chExt cx="1411394" cy="186266"/>
            </a:xfrm>
          </p:grpSpPr>
          <p:sp>
            <p:nvSpPr>
              <p:cNvPr id="739" name="矩形: 圆角 738">
                <a:extLst>
                  <a:ext uri="{FF2B5EF4-FFF2-40B4-BE49-F238E27FC236}">
                    <a16:creationId xmlns:a16="http://schemas.microsoft.com/office/drawing/2014/main" id="{B6F83DDA-23E7-FAD6-37AE-F7749170A597}"/>
                  </a:ext>
                </a:extLst>
              </p:cNvPr>
              <p:cNvSpPr/>
              <p:nvPr/>
            </p:nvSpPr>
            <p:spPr>
              <a:xfrm>
                <a:off x="3579815" y="988628"/>
                <a:ext cx="1329259" cy="18626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40" name="直接连接符 739">
                <a:extLst>
                  <a:ext uri="{FF2B5EF4-FFF2-40B4-BE49-F238E27FC236}">
                    <a16:creationId xmlns:a16="http://schemas.microsoft.com/office/drawing/2014/main" id="{AC172F87-845F-4711-8F01-2E36763E01EB}"/>
                  </a:ext>
                </a:extLst>
              </p:cNvPr>
              <p:cNvCxnSpPr/>
              <p:nvPr/>
            </p:nvCxnSpPr>
            <p:spPr>
              <a:xfrm>
                <a:off x="3897513" y="988628"/>
                <a:ext cx="0" cy="18626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55057EF1-8B99-D70D-7997-E432CF478E78}"/>
                  </a:ext>
                </a:extLst>
              </p:cNvPr>
              <p:cNvSpPr txBox="1"/>
              <p:nvPr/>
            </p:nvSpPr>
            <p:spPr>
              <a:xfrm>
                <a:off x="3579816" y="1004817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户</a:t>
                </a:r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/F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224DC48B-7DA2-5290-9177-051D864038AA}"/>
                  </a:ext>
                </a:extLst>
              </p:cNvPr>
              <p:cNvSpPr txBox="1"/>
              <p:nvPr/>
            </p:nvSpPr>
            <p:spPr>
              <a:xfrm>
                <a:off x="4673511" y="1002065"/>
                <a:ext cx="31769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22F</a:t>
                </a:r>
                <a:endParaRPr lang="zh-CN" altLang="en-US" sz="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3" name="矩形 742">
                <a:extLst>
                  <a:ext uri="{FF2B5EF4-FFF2-40B4-BE49-F238E27FC236}">
                    <a16:creationId xmlns:a16="http://schemas.microsoft.com/office/drawing/2014/main" id="{AFB9AEBB-FD59-D5F8-B8E9-551F62161A08}"/>
                  </a:ext>
                </a:extLst>
              </p:cNvPr>
              <p:cNvSpPr/>
              <p:nvPr/>
            </p:nvSpPr>
            <p:spPr>
              <a:xfrm>
                <a:off x="4628796" y="1037885"/>
                <a:ext cx="89430" cy="90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50" name="矩形 749">
            <a:extLst>
              <a:ext uri="{FF2B5EF4-FFF2-40B4-BE49-F238E27FC236}">
                <a16:creationId xmlns:a16="http://schemas.microsoft.com/office/drawing/2014/main" id="{29367A6B-EF1E-07AC-D3C0-6B6A19E61017}"/>
              </a:ext>
            </a:extLst>
          </p:cNvPr>
          <p:cNvSpPr/>
          <p:nvPr/>
        </p:nvSpPr>
        <p:spPr>
          <a:xfrm>
            <a:off x="6510718" y="2440238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sp>
        <p:nvSpPr>
          <p:cNvPr id="751" name="矩形 750">
            <a:extLst>
              <a:ext uri="{FF2B5EF4-FFF2-40B4-BE49-F238E27FC236}">
                <a16:creationId xmlns:a16="http://schemas.microsoft.com/office/drawing/2014/main" id="{A11EBEE0-5C8E-FFB9-C97C-E115CCE070D3}"/>
              </a:ext>
            </a:extLst>
          </p:cNvPr>
          <p:cNvSpPr/>
          <p:nvPr/>
        </p:nvSpPr>
        <p:spPr>
          <a:xfrm>
            <a:off x="6515238" y="910031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sp>
        <p:nvSpPr>
          <p:cNvPr id="752" name="矩形 751">
            <a:extLst>
              <a:ext uri="{FF2B5EF4-FFF2-40B4-BE49-F238E27FC236}">
                <a16:creationId xmlns:a16="http://schemas.microsoft.com/office/drawing/2014/main" id="{3F8E9E92-1EB3-3AA0-A08E-3574464317F7}"/>
              </a:ext>
            </a:extLst>
          </p:cNvPr>
          <p:cNvSpPr/>
          <p:nvPr/>
        </p:nvSpPr>
        <p:spPr>
          <a:xfrm>
            <a:off x="6510718" y="3783792"/>
            <a:ext cx="400154" cy="13758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FTTH</a:t>
            </a:r>
            <a:r>
              <a:rPr lang="zh-CN" altLang="en-US" sz="5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箱</a:t>
            </a:r>
          </a:p>
        </p:txBody>
      </p:sp>
      <p:cxnSp>
        <p:nvCxnSpPr>
          <p:cNvPr id="754" name="直接连接符 753">
            <a:extLst>
              <a:ext uri="{FF2B5EF4-FFF2-40B4-BE49-F238E27FC236}">
                <a16:creationId xmlns:a16="http://schemas.microsoft.com/office/drawing/2014/main" id="{181AA314-7797-3807-59A2-87B647BFAEC8}"/>
              </a:ext>
            </a:extLst>
          </p:cNvPr>
          <p:cNvCxnSpPr>
            <a:stCxn id="751" idx="3"/>
            <a:endCxn id="722" idx="1"/>
          </p:cNvCxnSpPr>
          <p:nvPr/>
        </p:nvCxnSpPr>
        <p:spPr>
          <a:xfrm flipV="1">
            <a:off x="6915392" y="978220"/>
            <a:ext cx="143207" cy="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直接连接符 755">
            <a:extLst>
              <a:ext uri="{FF2B5EF4-FFF2-40B4-BE49-F238E27FC236}">
                <a16:creationId xmlns:a16="http://schemas.microsoft.com/office/drawing/2014/main" id="{771D979D-9392-4090-8855-E717EDC8E599}"/>
              </a:ext>
            </a:extLst>
          </p:cNvPr>
          <p:cNvCxnSpPr>
            <a:stCxn id="750" idx="3"/>
            <a:endCxn id="683" idx="1"/>
          </p:cNvCxnSpPr>
          <p:nvPr/>
        </p:nvCxnSpPr>
        <p:spPr>
          <a:xfrm flipV="1">
            <a:off x="6910872" y="2508570"/>
            <a:ext cx="147727" cy="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直接连接符 757">
            <a:extLst>
              <a:ext uri="{FF2B5EF4-FFF2-40B4-BE49-F238E27FC236}">
                <a16:creationId xmlns:a16="http://schemas.microsoft.com/office/drawing/2014/main" id="{1534B9F8-AFC4-09D1-6AFD-9D9C71856DA2}"/>
              </a:ext>
            </a:extLst>
          </p:cNvPr>
          <p:cNvCxnSpPr>
            <a:stCxn id="752" idx="3"/>
            <a:endCxn id="626" idx="1"/>
          </p:cNvCxnSpPr>
          <p:nvPr/>
        </p:nvCxnSpPr>
        <p:spPr>
          <a:xfrm>
            <a:off x="6910872" y="3852584"/>
            <a:ext cx="149624" cy="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连接符: 肘形 759">
            <a:extLst>
              <a:ext uri="{FF2B5EF4-FFF2-40B4-BE49-F238E27FC236}">
                <a16:creationId xmlns:a16="http://schemas.microsoft.com/office/drawing/2014/main" id="{9D68457F-825C-B55A-4C68-CA764235C238}"/>
              </a:ext>
            </a:extLst>
          </p:cNvPr>
          <p:cNvCxnSpPr>
            <a:stCxn id="751" idx="3"/>
            <a:endCxn id="611" idx="1"/>
          </p:cNvCxnSpPr>
          <p:nvPr/>
        </p:nvCxnSpPr>
        <p:spPr>
          <a:xfrm flipV="1">
            <a:off x="6915392" y="793297"/>
            <a:ext cx="145104" cy="1855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连接符: 肘形 761">
            <a:extLst>
              <a:ext uri="{FF2B5EF4-FFF2-40B4-BE49-F238E27FC236}">
                <a16:creationId xmlns:a16="http://schemas.microsoft.com/office/drawing/2014/main" id="{439BA81B-D6AB-CA12-61EB-8D504AC2CD44}"/>
              </a:ext>
            </a:extLst>
          </p:cNvPr>
          <p:cNvCxnSpPr>
            <a:stCxn id="751" idx="3"/>
            <a:endCxn id="598" idx="1"/>
          </p:cNvCxnSpPr>
          <p:nvPr/>
        </p:nvCxnSpPr>
        <p:spPr>
          <a:xfrm flipV="1">
            <a:off x="6915392" y="603570"/>
            <a:ext cx="143207" cy="375253"/>
          </a:xfrm>
          <a:prstGeom prst="bentConnector3">
            <a:avLst>
              <a:gd name="adj1" fmla="val 433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连接符: 肘形 764">
            <a:extLst>
              <a:ext uri="{FF2B5EF4-FFF2-40B4-BE49-F238E27FC236}">
                <a16:creationId xmlns:a16="http://schemas.microsoft.com/office/drawing/2014/main" id="{5401B9EA-9C38-46AA-B454-0ECAD029B6B2}"/>
              </a:ext>
            </a:extLst>
          </p:cNvPr>
          <p:cNvCxnSpPr>
            <a:cxnSpLocks/>
            <a:stCxn id="751" idx="3"/>
            <a:endCxn id="743" idx="1"/>
          </p:cNvCxnSpPr>
          <p:nvPr/>
        </p:nvCxnSpPr>
        <p:spPr>
          <a:xfrm flipV="1">
            <a:off x="6915392" y="414413"/>
            <a:ext cx="145104" cy="564410"/>
          </a:xfrm>
          <a:prstGeom prst="bentConnector3">
            <a:avLst>
              <a:gd name="adj1" fmla="val 3577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连接符: 肘形 771">
            <a:extLst>
              <a:ext uri="{FF2B5EF4-FFF2-40B4-BE49-F238E27FC236}">
                <a16:creationId xmlns:a16="http://schemas.microsoft.com/office/drawing/2014/main" id="{1BB89B94-9280-6E89-02B9-CD1CDFC59C23}"/>
              </a:ext>
            </a:extLst>
          </p:cNvPr>
          <p:cNvCxnSpPr>
            <a:stCxn id="751" idx="3"/>
            <a:endCxn id="748" idx="1"/>
          </p:cNvCxnSpPr>
          <p:nvPr/>
        </p:nvCxnSpPr>
        <p:spPr>
          <a:xfrm flipV="1">
            <a:off x="6915392" y="224686"/>
            <a:ext cx="143207" cy="754137"/>
          </a:xfrm>
          <a:prstGeom prst="bentConnector3">
            <a:avLst>
              <a:gd name="adj1" fmla="val 300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连接符: 肘形 774">
            <a:extLst>
              <a:ext uri="{FF2B5EF4-FFF2-40B4-BE49-F238E27FC236}">
                <a16:creationId xmlns:a16="http://schemas.microsoft.com/office/drawing/2014/main" id="{3676E0FB-C091-FB17-E656-8CEF3BA54F3A}"/>
              </a:ext>
            </a:extLst>
          </p:cNvPr>
          <p:cNvCxnSpPr>
            <a:stCxn id="751" idx="3"/>
            <a:endCxn id="717" idx="1"/>
          </p:cNvCxnSpPr>
          <p:nvPr/>
        </p:nvCxnSpPr>
        <p:spPr>
          <a:xfrm>
            <a:off x="6915392" y="978823"/>
            <a:ext cx="145104" cy="189124"/>
          </a:xfrm>
          <a:prstGeom prst="bentConnector3">
            <a:avLst>
              <a:gd name="adj1" fmla="val 882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连接符: 肘形 777">
            <a:extLst>
              <a:ext uri="{FF2B5EF4-FFF2-40B4-BE49-F238E27FC236}">
                <a16:creationId xmlns:a16="http://schemas.microsoft.com/office/drawing/2014/main" id="{28EAA736-3D83-E6CC-849F-0BDF8C923AFE}"/>
              </a:ext>
            </a:extLst>
          </p:cNvPr>
          <p:cNvCxnSpPr>
            <a:stCxn id="751" idx="3"/>
            <a:endCxn id="644" idx="1"/>
          </p:cNvCxnSpPr>
          <p:nvPr/>
        </p:nvCxnSpPr>
        <p:spPr>
          <a:xfrm>
            <a:off x="6915392" y="978823"/>
            <a:ext cx="143207" cy="384144"/>
          </a:xfrm>
          <a:prstGeom prst="bentConnector3">
            <a:avLst>
              <a:gd name="adj1" fmla="val 821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连接符: 肘形 780">
            <a:extLst>
              <a:ext uri="{FF2B5EF4-FFF2-40B4-BE49-F238E27FC236}">
                <a16:creationId xmlns:a16="http://schemas.microsoft.com/office/drawing/2014/main" id="{4459F681-6F1A-75AC-83DD-164BD5672F67}"/>
              </a:ext>
            </a:extLst>
          </p:cNvPr>
          <p:cNvCxnSpPr>
            <a:stCxn id="751" idx="3"/>
            <a:endCxn id="639" idx="1"/>
          </p:cNvCxnSpPr>
          <p:nvPr/>
        </p:nvCxnSpPr>
        <p:spPr>
          <a:xfrm>
            <a:off x="6915392" y="978823"/>
            <a:ext cx="145104" cy="573871"/>
          </a:xfrm>
          <a:prstGeom prst="bentConnector3">
            <a:avLst>
              <a:gd name="adj1" fmla="val 740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连接符: 肘形 784">
            <a:extLst>
              <a:ext uri="{FF2B5EF4-FFF2-40B4-BE49-F238E27FC236}">
                <a16:creationId xmlns:a16="http://schemas.microsoft.com/office/drawing/2014/main" id="{642D773B-7A8D-5C45-724D-5002564ACAE1}"/>
              </a:ext>
            </a:extLst>
          </p:cNvPr>
          <p:cNvCxnSpPr>
            <a:stCxn id="750" idx="3"/>
            <a:endCxn id="665" idx="1"/>
          </p:cNvCxnSpPr>
          <p:nvPr/>
        </p:nvCxnSpPr>
        <p:spPr>
          <a:xfrm flipV="1">
            <a:off x="6910872" y="2315998"/>
            <a:ext cx="149624" cy="19303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连接符: 肘形 787">
            <a:extLst>
              <a:ext uri="{FF2B5EF4-FFF2-40B4-BE49-F238E27FC236}">
                <a16:creationId xmlns:a16="http://schemas.microsoft.com/office/drawing/2014/main" id="{50ED7223-7CA6-3ED0-8D33-D2C0FCEAF5D8}"/>
              </a:ext>
            </a:extLst>
          </p:cNvPr>
          <p:cNvCxnSpPr>
            <a:stCxn id="750" idx="3"/>
            <a:endCxn id="670" idx="1"/>
          </p:cNvCxnSpPr>
          <p:nvPr/>
        </p:nvCxnSpPr>
        <p:spPr>
          <a:xfrm flipV="1">
            <a:off x="6910872" y="2126271"/>
            <a:ext cx="147727" cy="382759"/>
          </a:xfrm>
          <a:prstGeom prst="bentConnector3">
            <a:avLst>
              <a:gd name="adj1" fmla="val 428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连接符: 肘形 790">
            <a:extLst>
              <a:ext uri="{FF2B5EF4-FFF2-40B4-BE49-F238E27FC236}">
                <a16:creationId xmlns:a16="http://schemas.microsoft.com/office/drawing/2014/main" id="{0DD627FD-D078-C8B8-36A8-00D4B6E58EC7}"/>
              </a:ext>
            </a:extLst>
          </p:cNvPr>
          <p:cNvCxnSpPr>
            <a:stCxn id="750" idx="3"/>
            <a:endCxn id="652" idx="1"/>
          </p:cNvCxnSpPr>
          <p:nvPr/>
        </p:nvCxnSpPr>
        <p:spPr>
          <a:xfrm flipV="1">
            <a:off x="6910872" y="1935771"/>
            <a:ext cx="149624" cy="573259"/>
          </a:xfrm>
          <a:prstGeom prst="bentConnector3">
            <a:avLst>
              <a:gd name="adj1" fmla="val 358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连接符: 肘形 793">
            <a:extLst>
              <a:ext uri="{FF2B5EF4-FFF2-40B4-BE49-F238E27FC236}">
                <a16:creationId xmlns:a16="http://schemas.microsoft.com/office/drawing/2014/main" id="{AD15E0D8-BB68-244C-9898-F5CBE8E7C436}"/>
              </a:ext>
            </a:extLst>
          </p:cNvPr>
          <p:cNvCxnSpPr>
            <a:stCxn id="750" idx="3"/>
            <a:endCxn id="657" idx="1"/>
          </p:cNvCxnSpPr>
          <p:nvPr/>
        </p:nvCxnSpPr>
        <p:spPr>
          <a:xfrm flipV="1">
            <a:off x="6910872" y="1746044"/>
            <a:ext cx="147727" cy="762986"/>
          </a:xfrm>
          <a:prstGeom prst="bentConnector3">
            <a:avLst>
              <a:gd name="adj1" fmla="val 285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连接符: 肘形 796">
            <a:extLst>
              <a:ext uri="{FF2B5EF4-FFF2-40B4-BE49-F238E27FC236}">
                <a16:creationId xmlns:a16="http://schemas.microsoft.com/office/drawing/2014/main" id="{BD1976E5-F3BD-95AD-AE27-80DCDC3BBE1E}"/>
              </a:ext>
            </a:extLst>
          </p:cNvPr>
          <p:cNvCxnSpPr>
            <a:stCxn id="750" idx="3"/>
            <a:endCxn id="678" idx="1"/>
          </p:cNvCxnSpPr>
          <p:nvPr/>
        </p:nvCxnSpPr>
        <p:spPr>
          <a:xfrm>
            <a:off x="6910872" y="2509030"/>
            <a:ext cx="149624" cy="189267"/>
          </a:xfrm>
          <a:prstGeom prst="bentConnector3">
            <a:avLst>
              <a:gd name="adj1" fmla="val 797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连接符: 肘形 799">
            <a:extLst>
              <a:ext uri="{FF2B5EF4-FFF2-40B4-BE49-F238E27FC236}">
                <a16:creationId xmlns:a16="http://schemas.microsoft.com/office/drawing/2014/main" id="{A3F8F9B0-F265-CA01-BFF5-D6180570D47F}"/>
              </a:ext>
            </a:extLst>
          </p:cNvPr>
          <p:cNvCxnSpPr>
            <a:stCxn id="750" idx="3"/>
            <a:endCxn id="696" idx="1"/>
          </p:cNvCxnSpPr>
          <p:nvPr/>
        </p:nvCxnSpPr>
        <p:spPr>
          <a:xfrm>
            <a:off x="6910872" y="2509030"/>
            <a:ext cx="147727" cy="383715"/>
          </a:xfrm>
          <a:prstGeom prst="bentConnector3">
            <a:avLst>
              <a:gd name="adj1" fmla="val 736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连接符: 肘形 802">
            <a:extLst>
              <a:ext uri="{FF2B5EF4-FFF2-40B4-BE49-F238E27FC236}">
                <a16:creationId xmlns:a16="http://schemas.microsoft.com/office/drawing/2014/main" id="{6F0315EB-DD41-5820-7AE6-899AABF3A5C9}"/>
              </a:ext>
            </a:extLst>
          </p:cNvPr>
          <p:cNvCxnSpPr>
            <a:stCxn id="750" idx="3"/>
            <a:endCxn id="691" idx="1"/>
          </p:cNvCxnSpPr>
          <p:nvPr/>
        </p:nvCxnSpPr>
        <p:spPr>
          <a:xfrm>
            <a:off x="6910872" y="2509030"/>
            <a:ext cx="149624" cy="573442"/>
          </a:xfrm>
          <a:prstGeom prst="bentConnector3">
            <a:avLst>
              <a:gd name="adj1" fmla="val 648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连接符: 肘形 805">
            <a:extLst>
              <a:ext uri="{FF2B5EF4-FFF2-40B4-BE49-F238E27FC236}">
                <a16:creationId xmlns:a16="http://schemas.microsoft.com/office/drawing/2014/main" id="{7752F6AB-FBB8-203E-B9E6-1670475E1DCB}"/>
              </a:ext>
            </a:extLst>
          </p:cNvPr>
          <p:cNvCxnSpPr>
            <a:stCxn id="752" idx="3"/>
            <a:endCxn id="631" idx="1"/>
          </p:cNvCxnSpPr>
          <p:nvPr/>
        </p:nvCxnSpPr>
        <p:spPr>
          <a:xfrm flipV="1">
            <a:off x="6910872" y="3663495"/>
            <a:ext cx="147727" cy="18908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连接符: 肘形 807">
            <a:extLst>
              <a:ext uri="{FF2B5EF4-FFF2-40B4-BE49-F238E27FC236}">
                <a16:creationId xmlns:a16="http://schemas.microsoft.com/office/drawing/2014/main" id="{290F3218-8FFD-4609-AC04-5147E65F7CFF}"/>
              </a:ext>
            </a:extLst>
          </p:cNvPr>
          <p:cNvCxnSpPr>
            <a:stCxn id="752" idx="3"/>
            <a:endCxn id="704" idx="1"/>
          </p:cNvCxnSpPr>
          <p:nvPr/>
        </p:nvCxnSpPr>
        <p:spPr>
          <a:xfrm flipV="1">
            <a:off x="6910872" y="3467704"/>
            <a:ext cx="149624" cy="384880"/>
          </a:xfrm>
          <a:prstGeom prst="bentConnector3">
            <a:avLst>
              <a:gd name="adj1" fmla="val 429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连接符: 肘形 810">
            <a:extLst>
              <a:ext uri="{FF2B5EF4-FFF2-40B4-BE49-F238E27FC236}">
                <a16:creationId xmlns:a16="http://schemas.microsoft.com/office/drawing/2014/main" id="{BC18ABBC-35EB-4857-E1CD-D2870EFD48E8}"/>
              </a:ext>
            </a:extLst>
          </p:cNvPr>
          <p:cNvCxnSpPr>
            <a:stCxn id="752" idx="3"/>
            <a:endCxn id="709" idx="1"/>
          </p:cNvCxnSpPr>
          <p:nvPr/>
        </p:nvCxnSpPr>
        <p:spPr>
          <a:xfrm flipV="1">
            <a:off x="6910872" y="3277977"/>
            <a:ext cx="147727" cy="574607"/>
          </a:xfrm>
          <a:prstGeom prst="bentConnector3">
            <a:avLst>
              <a:gd name="adj1" fmla="val 356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连接符: 肘形 814">
            <a:extLst>
              <a:ext uri="{FF2B5EF4-FFF2-40B4-BE49-F238E27FC236}">
                <a16:creationId xmlns:a16="http://schemas.microsoft.com/office/drawing/2014/main" id="{54E94712-4205-147D-BA4B-1CDE702A36F5}"/>
              </a:ext>
            </a:extLst>
          </p:cNvPr>
          <p:cNvCxnSpPr>
            <a:stCxn id="752" idx="3"/>
            <a:endCxn id="735" idx="1"/>
          </p:cNvCxnSpPr>
          <p:nvPr/>
        </p:nvCxnSpPr>
        <p:spPr>
          <a:xfrm>
            <a:off x="6910872" y="3852584"/>
            <a:ext cx="147727" cy="183217"/>
          </a:xfrm>
          <a:prstGeom prst="bentConnector3">
            <a:avLst>
              <a:gd name="adj1" fmla="val 8582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连接符: 肘形 817">
            <a:extLst>
              <a:ext uri="{FF2B5EF4-FFF2-40B4-BE49-F238E27FC236}">
                <a16:creationId xmlns:a16="http://schemas.microsoft.com/office/drawing/2014/main" id="{41DE238D-9D66-6FE6-DC58-FEB950EDB84E}"/>
              </a:ext>
            </a:extLst>
          </p:cNvPr>
          <p:cNvCxnSpPr>
            <a:stCxn id="752" idx="3"/>
            <a:endCxn id="730" idx="1"/>
          </p:cNvCxnSpPr>
          <p:nvPr/>
        </p:nvCxnSpPr>
        <p:spPr>
          <a:xfrm>
            <a:off x="6910872" y="3852584"/>
            <a:ext cx="149624" cy="372944"/>
          </a:xfrm>
          <a:prstGeom prst="bentConnector3">
            <a:avLst>
              <a:gd name="adj1" fmla="val 7829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连接符: 肘形 820">
            <a:extLst>
              <a:ext uri="{FF2B5EF4-FFF2-40B4-BE49-F238E27FC236}">
                <a16:creationId xmlns:a16="http://schemas.microsoft.com/office/drawing/2014/main" id="{1A07FA6C-849A-E970-0D22-1122534CF432}"/>
              </a:ext>
            </a:extLst>
          </p:cNvPr>
          <p:cNvCxnSpPr>
            <a:stCxn id="752" idx="3"/>
            <a:endCxn id="605" idx="1"/>
          </p:cNvCxnSpPr>
          <p:nvPr/>
        </p:nvCxnSpPr>
        <p:spPr>
          <a:xfrm>
            <a:off x="6910872" y="3852584"/>
            <a:ext cx="147727" cy="568877"/>
          </a:xfrm>
          <a:prstGeom prst="bentConnector3">
            <a:avLst>
              <a:gd name="adj1" fmla="val 679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连接符: 肘形 824">
            <a:extLst>
              <a:ext uri="{FF2B5EF4-FFF2-40B4-BE49-F238E27FC236}">
                <a16:creationId xmlns:a16="http://schemas.microsoft.com/office/drawing/2014/main" id="{30885819-042A-8C98-2061-DD654CC3C8C2}"/>
              </a:ext>
            </a:extLst>
          </p:cNvPr>
          <p:cNvCxnSpPr>
            <a:stCxn id="751" idx="1"/>
            <a:endCxn id="752" idx="1"/>
          </p:cNvCxnSpPr>
          <p:nvPr/>
        </p:nvCxnSpPr>
        <p:spPr>
          <a:xfrm rot="10800000" flipV="1">
            <a:off x="6510718" y="978822"/>
            <a:ext cx="4520" cy="2873761"/>
          </a:xfrm>
          <a:prstGeom prst="bentConnector3">
            <a:avLst>
              <a:gd name="adj1" fmla="val 19263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直接连接符 829">
            <a:extLst>
              <a:ext uri="{FF2B5EF4-FFF2-40B4-BE49-F238E27FC236}">
                <a16:creationId xmlns:a16="http://schemas.microsoft.com/office/drawing/2014/main" id="{767D38F2-953B-B37F-B3F6-86B363528648}"/>
              </a:ext>
            </a:extLst>
          </p:cNvPr>
          <p:cNvCxnSpPr>
            <a:stCxn id="750" idx="1"/>
          </p:cNvCxnSpPr>
          <p:nvPr/>
        </p:nvCxnSpPr>
        <p:spPr>
          <a:xfrm flipH="1" flipV="1">
            <a:off x="6426200" y="2508570"/>
            <a:ext cx="84518" cy="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文本框 836">
            <a:extLst>
              <a:ext uri="{FF2B5EF4-FFF2-40B4-BE49-F238E27FC236}">
                <a16:creationId xmlns:a16="http://schemas.microsoft.com/office/drawing/2014/main" id="{7EDC545C-E0E7-5A17-BFCD-83D6A1FB2BD2}"/>
              </a:ext>
            </a:extLst>
          </p:cNvPr>
          <p:cNvSpPr txBox="1"/>
          <p:nvPr/>
        </p:nvSpPr>
        <p:spPr>
          <a:xfrm>
            <a:off x="6275482" y="875177"/>
            <a:ext cx="32648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845" name="文本框 844">
            <a:extLst>
              <a:ext uri="{FF2B5EF4-FFF2-40B4-BE49-F238E27FC236}">
                <a16:creationId xmlns:a16="http://schemas.microsoft.com/office/drawing/2014/main" id="{27187539-709C-104C-7BD6-82ABF651D4FE}"/>
              </a:ext>
            </a:extLst>
          </p:cNvPr>
          <p:cNvSpPr txBox="1"/>
          <p:nvPr/>
        </p:nvSpPr>
        <p:spPr>
          <a:xfrm>
            <a:off x="6357705" y="2301278"/>
            <a:ext cx="32648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846" name="文本框 845">
            <a:extLst>
              <a:ext uri="{FF2B5EF4-FFF2-40B4-BE49-F238E27FC236}">
                <a16:creationId xmlns:a16="http://schemas.microsoft.com/office/drawing/2014/main" id="{4E9DC62E-6FAE-D917-404D-0EE5DE3BD67D}"/>
              </a:ext>
            </a:extLst>
          </p:cNvPr>
          <p:cNvSpPr txBox="1"/>
          <p:nvPr/>
        </p:nvSpPr>
        <p:spPr>
          <a:xfrm>
            <a:off x="6363581" y="3654394"/>
            <a:ext cx="32648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847" name="文本框 846">
            <a:extLst>
              <a:ext uri="{FF2B5EF4-FFF2-40B4-BE49-F238E27FC236}">
                <a16:creationId xmlns:a16="http://schemas.microsoft.com/office/drawing/2014/main" id="{4B902BBE-CEE1-C23D-AC4C-47B424C7CC0A}"/>
              </a:ext>
            </a:extLst>
          </p:cNvPr>
          <p:cNvSpPr txBox="1"/>
          <p:nvPr/>
        </p:nvSpPr>
        <p:spPr>
          <a:xfrm>
            <a:off x="6205143" y="4494213"/>
            <a:ext cx="32648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芯光缆</a:t>
            </a:r>
          </a:p>
        </p:txBody>
      </p:sp>
      <p:sp>
        <p:nvSpPr>
          <p:cNvPr id="848" name="文本框 847">
            <a:extLst>
              <a:ext uri="{FF2B5EF4-FFF2-40B4-BE49-F238E27FC236}">
                <a16:creationId xmlns:a16="http://schemas.microsoft.com/office/drawing/2014/main" id="{95C9CB5B-82E3-2161-9BC4-E6CD62B882BC}"/>
              </a:ext>
            </a:extLst>
          </p:cNvPr>
          <p:cNvSpPr txBox="1"/>
          <p:nvPr/>
        </p:nvSpPr>
        <p:spPr>
          <a:xfrm>
            <a:off x="6094854" y="2386716"/>
            <a:ext cx="32648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00" dirty="0">
                <a:latin typeface="宋体" panose="02010600030101010101" pitchFamily="2" charset="-122"/>
                <a:ea typeface="宋体" panose="02010600030101010101" pitchFamily="2" charset="-122"/>
              </a:rPr>
              <a:t>芯接头</a:t>
            </a:r>
          </a:p>
        </p:txBody>
      </p:sp>
      <p:cxnSp>
        <p:nvCxnSpPr>
          <p:cNvPr id="851" name="连接符: 肘形 850">
            <a:extLst>
              <a:ext uri="{FF2B5EF4-FFF2-40B4-BE49-F238E27FC236}">
                <a16:creationId xmlns:a16="http://schemas.microsoft.com/office/drawing/2014/main" id="{4E97C50B-4805-4ED2-E857-F95D6F51BA8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72903" y="2508996"/>
            <a:ext cx="153014" cy="2071966"/>
          </a:xfrm>
          <a:prstGeom prst="bentConnector2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2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828</Words>
  <Application>Microsoft Office PowerPoint</Application>
  <PresentationFormat>宽屏</PresentationFormat>
  <Paragraphs>284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宇航 雷</dc:creator>
  <cp:lastModifiedBy>宇航 雷</cp:lastModifiedBy>
  <cp:revision>7</cp:revision>
  <dcterms:created xsi:type="dcterms:W3CDTF">2024-12-03T15:15:34Z</dcterms:created>
  <dcterms:modified xsi:type="dcterms:W3CDTF">2024-12-08T13:53:46Z</dcterms:modified>
</cp:coreProperties>
</file>