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  <p:sldMasterId id="2147483816" r:id="rId16"/>
    <p:sldMasterId id="2147483828" r:id="rId17"/>
    <p:sldMasterId id="2147483840" r:id="rId18"/>
    <p:sldMasterId id="2147483852" r:id="rId19"/>
    <p:sldMasterId id="2147483864" r:id="rId20"/>
    <p:sldMasterId id="2147483876" r:id="rId21"/>
  </p:sldMasterIdLst>
  <p:sldIdLst>
    <p:sldId id="274" r:id="rId22"/>
    <p:sldId id="318" r:id="rId23"/>
    <p:sldId id="319" r:id="rId24"/>
    <p:sldId id="320" r:id="rId25"/>
    <p:sldId id="322" r:id="rId26"/>
    <p:sldId id="323" r:id="rId27"/>
    <p:sldId id="325" r:id="rId28"/>
    <p:sldId id="324" r:id="rId29"/>
    <p:sldId id="326" r:id="rId30"/>
    <p:sldId id="327" r:id="rId31"/>
    <p:sldId id="332" r:id="rId32"/>
    <p:sldId id="333" r:id="rId33"/>
    <p:sldId id="334" r:id="rId34"/>
    <p:sldId id="335" r:id="rId35"/>
    <p:sldId id="336" r:id="rId36"/>
    <p:sldId id="337" r:id="rId37"/>
    <p:sldId id="330" r:id="rId38"/>
    <p:sldId id="338" r:id="rId39"/>
    <p:sldId id="341" r:id="rId40"/>
    <p:sldId id="339" r:id="rId41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 typeface="Arial" panose="020B0604020202020204" pitchFamily="34" charset="0"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 typeface="Arial" panose="020B0604020202020204" pitchFamily="34" charset="0"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FontTx/>
      <a:buNone/>
      <a:defRPr sz="2000" b="0" i="1" u="none" kern="1200" baseline="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29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  <a:srgbClr val="3333FF"/>
    <a:srgbClr val="0000FF"/>
    <a:srgbClr val="FF9933"/>
    <a:srgbClr val="020202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77"/>
    <p:restoredTop sz="94608"/>
  </p:normalViewPr>
  <p:slideViewPr>
    <p:cSldViewPr showGuides="1">
      <p:cViewPr varScale="1">
        <p:scale>
          <a:sx n="72" d="100"/>
          <a:sy n="72" d="100"/>
        </p:scale>
        <p:origin x="-456" y="-102"/>
      </p:cViewPr>
      <p:guideLst>
        <p:guide orient="horz" pos="2096"/>
        <p:guide pos="29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5" Type="http://schemas.openxmlformats.org/officeDocument/2006/relationships/tags" Target="tags/tag135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20.xml"/><Relationship Id="rId40" Type="http://schemas.openxmlformats.org/officeDocument/2006/relationships/slide" Target="slides/slide1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8.xml"/><Relationship Id="rId38" Type="http://schemas.openxmlformats.org/officeDocument/2006/relationships/slide" Target="slides/slide17.xml"/><Relationship Id="rId37" Type="http://schemas.openxmlformats.org/officeDocument/2006/relationships/slide" Target="slides/slide16.xml"/><Relationship Id="rId36" Type="http://schemas.openxmlformats.org/officeDocument/2006/relationships/slide" Target="slides/slide15.xml"/><Relationship Id="rId35" Type="http://schemas.openxmlformats.org/officeDocument/2006/relationships/slide" Target="slides/slide14.xml"/><Relationship Id="rId34" Type="http://schemas.openxmlformats.org/officeDocument/2006/relationships/slide" Target="slides/slide13.xml"/><Relationship Id="rId33" Type="http://schemas.openxmlformats.org/officeDocument/2006/relationships/slide" Target="slides/slide12.xml"/><Relationship Id="rId32" Type="http://schemas.openxmlformats.org/officeDocument/2006/relationships/slide" Target="slides/slide11.xml"/><Relationship Id="rId31" Type="http://schemas.openxmlformats.org/officeDocument/2006/relationships/slide" Target="slides/slide10.xml"/><Relationship Id="rId30" Type="http://schemas.openxmlformats.org/officeDocument/2006/relationships/slide" Target="slides/slide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8.xml"/><Relationship Id="rId28" Type="http://schemas.openxmlformats.org/officeDocument/2006/relationships/slide" Target="slides/slide7.xml"/><Relationship Id="rId27" Type="http://schemas.openxmlformats.org/officeDocument/2006/relationships/slide" Target="slides/slide6.xml"/><Relationship Id="rId26" Type="http://schemas.openxmlformats.org/officeDocument/2006/relationships/slide" Target="slides/slide5.xml"/><Relationship Id="rId25" Type="http://schemas.openxmlformats.org/officeDocument/2006/relationships/slide" Target="slides/slide4.xml"/><Relationship Id="rId24" Type="http://schemas.openxmlformats.org/officeDocument/2006/relationships/slide" Target="slides/slide3.xml"/><Relationship Id="rId23" Type="http://schemas.openxmlformats.org/officeDocument/2006/relationships/slide" Target="slides/slide2.xml"/><Relationship Id="rId22" Type="http://schemas.openxmlformats.org/officeDocument/2006/relationships/slide" Target="slides/slide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13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8" Type="http://schemas.openxmlformats.org/officeDocument/2006/relationships/image" Target="../media/image48.wmf"/><Relationship Id="rId27" Type="http://schemas.openxmlformats.org/officeDocument/2006/relationships/image" Target="../media/image47.wmf"/><Relationship Id="rId26" Type="http://schemas.openxmlformats.org/officeDocument/2006/relationships/image" Target="../media/image46.wmf"/><Relationship Id="rId25" Type="http://schemas.openxmlformats.org/officeDocument/2006/relationships/image" Target="../media/image45.wmf"/><Relationship Id="rId24" Type="http://schemas.openxmlformats.org/officeDocument/2006/relationships/image" Target="../media/image44.wmf"/><Relationship Id="rId23" Type="http://schemas.openxmlformats.org/officeDocument/2006/relationships/image" Target="../media/image43.wmf"/><Relationship Id="rId22" Type="http://schemas.openxmlformats.org/officeDocument/2006/relationships/image" Target="../media/image42.wmf"/><Relationship Id="rId21" Type="http://schemas.openxmlformats.org/officeDocument/2006/relationships/image" Target="../media/image41.wmf"/><Relationship Id="rId20" Type="http://schemas.openxmlformats.org/officeDocument/2006/relationships/image" Target="../media/image40.wmf"/><Relationship Id="rId2" Type="http://schemas.openxmlformats.org/officeDocument/2006/relationships/image" Target="../media/image22.wmf"/><Relationship Id="rId19" Type="http://schemas.openxmlformats.org/officeDocument/2006/relationships/image" Target="../media/image39.wmf"/><Relationship Id="rId18" Type="http://schemas.openxmlformats.org/officeDocument/2006/relationships/image" Target="../media/image38.wmf"/><Relationship Id="rId17" Type="http://schemas.openxmlformats.org/officeDocument/2006/relationships/image" Target="../media/image37.wmf"/><Relationship Id="rId16" Type="http://schemas.openxmlformats.org/officeDocument/2006/relationships/image" Target="../media/image36.wmf"/><Relationship Id="rId15" Type="http://schemas.openxmlformats.org/officeDocument/2006/relationships/image" Target="../media/image35.wmf"/><Relationship Id="rId14" Type="http://schemas.openxmlformats.org/officeDocument/2006/relationships/image" Target="../media/image34.wmf"/><Relationship Id="rId13" Type="http://schemas.openxmlformats.org/officeDocument/2006/relationships/image" Target="../media/image33.wmf"/><Relationship Id="rId12" Type="http://schemas.openxmlformats.org/officeDocument/2006/relationships/image" Target="../media/image32.wmf"/><Relationship Id="rId11" Type="http://schemas.openxmlformats.org/officeDocument/2006/relationships/image" Target="../media/image31.wmf"/><Relationship Id="rId10" Type="http://schemas.openxmlformats.org/officeDocument/2006/relationships/image" Target="../media/image30.wmf"/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7" Type="http://schemas.openxmlformats.org/officeDocument/2006/relationships/image" Target="../media/image55.wmf"/><Relationship Id="rId6" Type="http://schemas.openxmlformats.org/officeDocument/2006/relationships/image" Target="../media/image54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64.wmf"/><Relationship Id="rId7" Type="http://schemas.openxmlformats.org/officeDocument/2006/relationships/image" Target="../media/image63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3" Type="http://schemas.openxmlformats.org/officeDocument/2006/relationships/image" Target="../media/image66.wmf"/><Relationship Id="rId12" Type="http://schemas.openxmlformats.org/officeDocument/2006/relationships/image" Target="../media/image65.wmf"/><Relationship Id="rId11" Type="http://schemas.openxmlformats.org/officeDocument/2006/relationships/image" Target="../media/image33.wmf"/><Relationship Id="rId10" Type="http://schemas.openxmlformats.org/officeDocument/2006/relationships/image" Target="../media/image32.wmf"/><Relationship Id="rId1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75.wmf"/><Relationship Id="rId8" Type="http://schemas.openxmlformats.org/officeDocument/2006/relationships/image" Target="../media/image74.wmf"/><Relationship Id="rId7" Type="http://schemas.openxmlformats.org/officeDocument/2006/relationships/image" Target="../media/image73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2" Type="http://schemas.openxmlformats.org/officeDocument/2006/relationships/image" Target="../media/image78.wmf"/><Relationship Id="rId11" Type="http://schemas.openxmlformats.org/officeDocument/2006/relationships/image" Target="../media/image77.wmf"/><Relationship Id="rId10" Type="http://schemas.openxmlformats.org/officeDocument/2006/relationships/image" Target="../media/image76.wmf"/><Relationship Id="rId1" Type="http://schemas.openxmlformats.org/officeDocument/2006/relationships/image" Target="../media/image67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85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4.wmf"/><Relationship Id="rId8" Type="http://schemas.openxmlformats.org/officeDocument/2006/relationships/image" Target="../media/image93.wmf"/><Relationship Id="rId7" Type="http://schemas.openxmlformats.org/officeDocument/2006/relationships/image" Target="../media/image92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Relationship Id="rId3" Type="http://schemas.openxmlformats.org/officeDocument/2006/relationships/image" Target="../media/image88.wmf"/><Relationship Id="rId2" Type="http://schemas.openxmlformats.org/officeDocument/2006/relationships/image" Target="../media/image87.wmf"/><Relationship Id="rId10" Type="http://schemas.openxmlformats.org/officeDocument/2006/relationships/image" Target="../media/image95.wmf"/><Relationship Id="rId1" Type="http://schemas.openxmlformats.org/officeDocument/2006/relationships/image" Target="../media/image86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image" Target="../media/image103.wmf"/><Relationship Id="rId7" Type="http://schemas.openxmlformats.org/officeDocument/2006/relationships/image" Target="../media/image102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2" Type="http://schemas.openxmlformats.org/officeDocument/2006/relationships/image" Target="../media/image107.wmf"/><Relationship Id="rId11" Type="http://schemas.openxmlformats.org/officeDocument/2006/relationships/image" Target="../media/image106.wmf"/><Relationship Id="rId10" Type="http://schemas.openxmlformats.org/officeDocument/2006/relationships/image" Target="../media/image105.wmf"/><Relationship Id="rId1" Type="http://schemas.openxmlformats.org/officeDocument/2006/relationships/image" Target="../media/image9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6.wmf"/><Relationship Id="rId8" Type="http://schemas.openxmlformats.org/officeDocument/2006/relationships/image" Target="../media/image125.wmf"/><Relationship Id="rId7" Type="http://schemas.openxmlformats.org/officeDocument/2006/relationships/image" Target="../media/image124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5" Type="http://schemas.openxmlformats.org/officeDocument/2006/relationships/image" Target="../media/image132.wmf"/><Relationship Id="rId14" Type="http://schemas.openxmlformats.org/officeDocument/2006/relationships/image" Target="../media/image131.wmf"/><Relationship Id="rId13" Type="http://schemas.openxmlformats.org/officeDocument/2006/relationships/image" Target="../media/image130.wmf"/><Relationship Id="rId12" Type="http://schemas.openxmlformats.org/officeDocument/2006/relationships/image" Target="../media/image129.wmf"/><Relationship Id="rId11" Type="http://schemas.openxmlformats.org/officeDocument/2006/relationships/image" Target="../media/image128.wmf"/><Relationship Id="rId10" Type="http://schemas.openxmlformats.org/officeDocument/2006/relationships/image" Target="../media/image127.wmf"/><Relationship Id="rId1" Type="http://schemas.openxmlformats.org/officeDocument/2006/relationships/image" Target="../media/image118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8.wmf"/><Relationship Id="rId5" Type="http://schemas.openxmlformats.org/officeDocument/2006/relationships/image" Target="../media/image137.wmf"/><Relationship Id="rId4" Type="http://schemas.openxmlformats.org/officeDocument/2006/relationships/image" Target="../media/image136.wmf"/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7.wmf"/><Relationship Id="rId8" Type="http://schemas.openxmlformats.org/officeDocument/2006/relationships/image" Target="../media/image146.wmf"/><Relationship Id="rId7" Type="http://schemas.openxmlformats.org/officeDocument/2006/relationships/image" Target="../media/image145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0" Type="http://schemas.openxmlformats.org/officeDocument/2006/relationships/image" Target="../media/image148.wmf"/><Relationship Id="rId1" Type="http://schemas.openxmlformats.org/officeDocument/2006/relationships/image" Target="../media/image139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37.wmf"/><Relationship Id="rId7" Type="http://schemas.openxmlformats.org/officeDocument/2006/relationships/image" Target="../media/image151.wmf"/><Relationship Id="rId6" Type="http://schemas.openxmlformats.org/officeDocument/2006/relationships/image" Target="../media/image29.wmf"/><Relationship Id="rId5" Type="http://schemas.openxmlformats.org/officeDocument/2006/relationships/image" Target="../media/image34.wmf"/><Relationship Id="rId4" Type="http://schemas.openxmlformats.org/officeDocument/2006/relationships/image" Target="../media/image150.wmf"/><Relationship Id="rId3" Type="http://schemas.openxmlformats.org/officeDocument/2006/relationships/image" Target="../media/image36.wmf"/><Relationship Id="rId2" Type="http://schemas.openxmlformats.org/officeDocument/2006/relationships/image" Target="../media/image149.wmf"/><Relationship Id="rId10" Type="http://schemas.openxmlformats.org/officeDocument/2006/relationships/image" Target="../media/image35.wmf"/><Relationship Id="rId1" Type="http://schemas.openxmlformats.org/officeDocument/2006/relationships/image" Target="../media/image22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5.wmf"/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组合 23553"/>
          <p:cNvGrpSpPr/>
          <p:nvPr/>
        </p:nvGrpSpPr>
        <p:grpSpPr>
          <a:xfrm>
            <a:off x="19050" y="1109663"/>
            <a:ext cx="9156700" cy="757237"/>
            <a:chOff x="0" y="0"/>
            <a:chExt cx="5768" cy="477"/>
          </a:xfrm>
        </p:grpSpPr>
        <p:sp>
          <p:nvSpPr>
            <p:cNvPr id="2051" name="任意多边形 23554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2" name="任意多边形 23555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3" name="任意多边形 23556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4" name="任意多边形 23557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5" name="任意多边形 23558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6" name="任意多边形 23559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7" name="任意多边形 23560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8" name="任意多边形 23561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59" name="任意多边形 23562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0" name="任意多边形 23563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1" name="任意多边形 23564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任意多边形 23565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任意多边形 23566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4" name="任意多边形 23567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5" name="任意多边形 23568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6" name="任意多边形 23569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7" name="任意多边形 23570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8" name="任意多边形 23571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9" name="任意多边形 23572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0" name="任意多边形 23573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任意多边形 23574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任意多边形 23575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073" name="组合 23576"/>
          <p:cNvGrpSpPr/>
          <p:nvPr/>
        </p:nvGrpSpPr>
        <p:grpSpPr>
          <a:xfrm>
            <a:off x="20638" y="6161088"/>
            <a:ext cx="9169400" cy="138112"/>
            <a:chOff x="0" y="4032"/>
            <a:chExt cx="5776" cy="87"/>
          </a:xfrm>
        </p:grpSpPr>
        <p:sp>
          <p:nvSpPr>
            <p:cNvPr id="2074" name="任意多边形 23577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5" name="任意多边形 23578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6" name="任意多边形 23579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81" name="标题 23580"/>
          <p:cNvSpPr>
            <a:spLocks noGrp="1"/>
          </p:cNvSpPr>
          <p:nvPr>
            <p:ph type="ctrTitle" sz="quarter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1"/>
          <a:lstStyle>
            <a:lvl1pPr lvl="0">
              <a:defRPr kern="12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3582" name="副标题 23581"/>
          <p:cNvSpPr>
            <a:spLocks noGrp="1"/>
          </p:cNvSpPr>
          <p:nvPr>
            <p:ph type="subTitle" sz="quarter" idx="1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 w="9525">
            <a:noFill/>
          </a:ln>
        </p:spPr>
        <p:txBody>
          <a:bodyPr anchor="t" anchorCtr="1"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3583" name="日期占位符 23582"/>
          <p:cNvSpPr>
            <a:spLocks noGrp="1"/>
          </p:cNvSpPr>
          <p:nvPr>
            <p:ph type="dt" sz="quarter" idx="2"/>
          </p:nvPr>
        </p:nvSpPr>
        <p:spPr>
          <a:xfrm>
            <a:off x="6858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altLang="en-US" strike="noStrike" noProof="1" dirty="0"/>
          </a:p>
        </p:txBody>
      </p:sp>
      <p:sp>
        <p:nvSpPr>
          <p:cNvPr id="23584" name="页脚占位符 23583"/>
          <p:cNvSpPr>
            <a:spLocks noGrp="1"/>
          </p:cNvSpPr>
          <p:nvPr>
            <p:ph type="ftr" sz="quarter" idx="3"/>
          </p:nvPr>
        </p:nvSpPr>
        <p:spPr>
          <a:xfrm>
            <a:off x="3124200" y="634841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endParaRPr lang="zh-CN" strike="noStrike" noProof="1" dirty="0"/>
          </a:p>
        </p:txBody>
      </p:sp>
      <p:sp>
        <p:nvSpPr>
          <p:cNvPr id="23585" name="灯片编号占位符 23584"/>
          <p:cNvSpPr>
            <a:spLocks noGrp="1"/>
          </p:cNvSpPr>
          <p:nvPr>
            <p:ph type="sldNum" sz="quarter" idx="4"/>
          </p:nvPr>
        </p:nvSpPr>
        <p:spPr>
          <a:xfrm>
            <a:off x="6553200" y="634841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  <p:hf sldNum="0" hdr="0" ftr="0" dt="0"/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768350"/>
            <a:ext cx="1943100" cy="53276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768350"/>
            <a:ext cx="5716657" cy="53276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8" Type="http://schemas.openxmlformats.org/officeDocument/2006/relationships/theme" Target="../theme/theme3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8" Type="http://schemas.openxmlformats.org/officeDocument/2006/relationships/theme" Target="../theme/theme4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8" Type="http://schemas.openxmlformats.org/officeDocument/2006/relationships/theme" Target="../theme/theme5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8" Type="http://schemas.openxmlformats.org/officeDocument/2006/relationships/theme" Target="../theme/theme7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8" Type="http://schemas.openxmlformats.org/officeDocument/2006/relationships/theme" Target="../theme/theme8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8" Type="http://schemas.openxmlformats.org/officeDocument/2006/relationships/theme" Target="../theme/theme9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8" Type="http://schemas.openxmlformats.org/officeDocument/2006/relationships/theme" Target="../theme/theme10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8" Type="http://schemas.openxmlformats.org/officeDocument/2006/relationships/theme" Target="../theme/theme11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8" Type="http://schemas.openxmlformats.org/officeDocument/2006/relationships/theme" Target="../theme/theme12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8" Type="http://schemas.openxmlformats.org/officeDocument/2006/relationships/theme" Target="../theme/theme13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8" Type="http://schemas.openxmlformats.org/officeDocument/2006/relationships/theme" Target="../theme/theme14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3.xml"/><Relationship Id="rId8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7.xml"/><Relationship Id="rId2" Type="http://schemas.openxmlformats.org/officeDocument/2006/relationships/slideLayout" Target="../slideLayouts/slideLayout156.xml"/><Relationship Id="rId18" Type="http://schemas.openxmlformats.org/officeDocument/2006/relationships/theme" Target="../theme/theme15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55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4.xml"/><Relationship Id="rId8" Type="http://schemas.openxmlformats.org/officeDocument/2006/relationships/slideLayout" Target="../slideLayouts/slideLayout173.xml"/><Relationship Id="rId7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67.xml"/><Relationship Id="rId18" Type="http://schemas.openxmlformats.org/officeDocument/2006/relationships/theme" Target="../theme/theme16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76.xml"/><Relationship Id="rId10" Type="http://schemas.openxmlformats.org/officeDocument/2006/relationships/slideLayout" Target="../slideLayouts/slideLayout175.xml"/><Relationship Id="rId1" Type="http://schemas.openxmlformats.org/officeDocument/2006/relationships/slideLayout" Target="../slideLayouts/slideLayout16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78.xml"/><Relationship Id="rId18" Type="http://schemas.openxmlformats.org/officeDocument/2006/relationships/theme" Target="../theme/theme17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6.xml"/><Relationship Id="rId1" Type="http://schemas.openxmlformats.org/officeDocument/2006/relationships/slideLayout" Target="../slideLayouts/slideLayout17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6.xml"/><Relationship Id="rId8" Type="http://schemas.openxmlformats.org/officeDocument/2006/relationships/slideLayout" Target="../slideLayouts/slideLayout195.xml"/><Relationship Id="rId7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91.xml"/><Relationship Id="rId3" Type="http://schemas.openxmlformats.org/officeDocument/2006/relationships/slideLayout" Target="../slideLayouts/slideLayout190.xml"/><Relationship Id="rId2" Type="http://schemas.openxmlformats.org/officeDocument/2006/relationships/slideLayout" Target="../slideLayouts/slideLayout189.xml"/><Relationship Id="rId18" Type="http://schemas.openxmlformats.org/officeDocument/2006/relationships/theme" Target="../theme/theme18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88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7.xml"/><Relationship Id="rId8" Type="http://schemas.openxmlformats.org/officeDocument/2006/relationships/slideLayout" Target="../slideLayouts/slideLayout206.xml"/><Relationship Id="rId7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200.xml"/><Relationship Id="rId18" Type="http://schemas.openxmlformats.org/officeDocument/2006/relationships/theme" Target="../theme/theme19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09.xml"/><Relationship Id="rId10" Type="http://schemas.openxmlformats.org/officeDocument/2006/relationships/slideLayout" Target="../slideLayouts/slideLayout208.xml"/><Relationship Id="rId1" Type="http://schemas.openxmlformats.org/officeDocument/2006/relationships/slideLayout" Target="../slideLayouts/slideLayout19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8.xml"/><Relationship Id="rId8" Type="http://schemas.openxmlformats.org/officeDocument/2006/relationships/slideLayout" Target="../slideLayouts/slideLayout217.xml"/><Relationship Id="rId7" Type="http://schemas.openxmlformats.org/officeDocument/2006/relationships/slideLayout" Target="../slideLayouts/slideLayout216.xml"/><Relationship Id="rId6" Type="http://schemas.openxmlformats.org/officeDocument/2006/relationships/slideLayout" Target="../slideLayouts/slideLayout215.xml"/><Relationship Id="rId5" Type="http://schemas.openxmlformats.org/officeDocument/2006/relationships/slideLayout" Target="../slideLayouts/slideLayout214.xml"/><Relationship Id="rId4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11.xml"/><Relationship Id="rId18" Type="http://schemas.openxmlformats.org/officeDocument/2006/relationships/theme" Target="../theme/theme20.xml"/><Relationship Id="rId17" Type="http://schemas.openxmlformats.org/officeDocument/2006/relationships/image" Target="../media/image6.png"/><Relationship Id="rId16" Type="http://schemas.openxmlformats.org/officeDocument/2006/relationships/image" Target="../media/image5.png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219.xml"/><Relationship Id="rId1" Type="http://schemas.openxmlformats.org/officeDocument/2006/relationships/slideLayout" Target="../slideLayouts/slideLayout2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组合 22529"/>
          <p:cNvGrpSpPr/>
          <p:nvPr/>
        </p:nvGrpSpPr>
        <p:grpSpPr>
          <a:xfrm>
            <a:off x="0" y="0"/>
            <a:ext cx="9156700" cy="757238"/>
            <a:chOff x="0" y="0"/>
            <a:chExt cx="5768" cy="477"/>
          </a:xfrm>
        </p:grpSpPr>
        <p:sp>
          <p:nvSpPr>
            <p:cNvPr id="1027" name="任意多边形 22530"/>
            <p:cNvSpPr/>
            <p:nvPr userDrawn="1"/>
          </p:nvSpPr>
          <p:spPr>
            <a:xfrm>
              <a:off x="5" y="0"/>
              <a:ext cx="5763" cy="477"/>
            </a:xfrm>
            <a:custGeom>
              <a:avLst/>
              <a:gdLst/>
              <a:ahLst/>
              <a:cxnLst/>
              <a:pathLst>
                <a:path w="5763" h="477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8" name="任意多边形 22531"/>
            <p:cNvSpPr/>
            <p:nvPr userDrawn="1"/>
          </p:nvSpPr>
          <p:spPr>
            <a:xfrm>
              <a:off x="0" y="98"/>
              <a:ext cx="256" cy="253"/>
            </a:xfrm>
            <a:custGeom>
              <a:avLst/>
              <a:gdLst/>
              <a:ahLst/>
              <a:cxnLst/>
              <a:pathLst>
                <a:path w="256" h="253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29" name="任意多边形 22532"/>
            <p:cNvSpPr/>
            <p:nvPr userDrawn="1"/>
          </p:nvSpPr>
          <p:spPr>
            <a:xfrm>
              <a:off x="56" y="0"/>
              <a:ext cx="708" cy="459"/>
            </a:xfrm>
            <a:custGeom>
              <a:avLst/>
              <a:gdLst/>
              <a:ahLst/>
              <a:cxnLst/>
              <a:pathLst>
                <a:path w="708" h="459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0" name="任意多边形 22533"/>
            <p:cNvSpPr/>
            <p:nvPr userDrawn="1"/>
          </p:nvSpPr>
          <p:spPr>
            <a:xfrm>
              <a:off x="131" y="269"/>
              <a:ext cx="251" cy="194"/>
            </a:xfrm>
            <a:custGeom>
              <a:avLst/>
              <a:gdLst/>
              <a:ahLst/>
              <a:cxnLst/>
              <a:pathLst>
                <a:path w="251" h="194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1" name="任意多边形 22534"/>
            <p:cNvSpPr/>
            <p:nvPr userDrawn="1"/>
          </p:nvSpPr>
          <p:spPr>
            <a:xfrm>
              <a:off x="341" y="0"/>
              <a:ext cx="159" cy="72"/>
            </a:xfrm>
            <a:custGeom>
              <a:avLst/>
              <a:gdLst/>
              <a:ahLst/>
              <a:cxnLst/>
              <a:pathLst>
                <a:path w="159" h="72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2" name="任意多边形 22535"/>
            <p:cNvSpPr/>
            <p:nvPr userDrawn="1"/>
          </p:nvSpPr>
          <p:spPr>
            <a:xfrm>
              <a:off x="488" y="0"/>
              <a:ext cx="455" cy="216"/>
            </a:xfrm>
            <a:custGeom>
              <a:avLst/>
              <a:gdLst/>
              <a:ahLst/>
              <a:cxnLst/>
              <a:pathLst>
                <a:path w="455" h="216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3" name="任意多边形 22536"/>
            <p:cNvSpPr/>
            <p:nvPr userDrawn="1"/>
          </p:nvSpPr>
          <p:spPr>
            <a:xfrm>
              <a:off x="1448" y="37"/>
              <a:ext cx="414" cy="108"/>
            </a:xfrm>
            <a:custGeom>
              <a:avLst/>
              <a:gdLst/>
              <a:ahLst/>
              <a:cxnLst/>
              <a:pathLst>
                <a:path w="414" h="108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4" name="任意多边形 22537"/>
            <p:cNvSpPr/>
            <p:nvPr userDrawn="1"/>
          </p:nvSpPr>
          <p:spPr>
            <a:xfrm>
              <a:off x="1790" y="0"/>
              <a:ext cx="520" cy="225"/>
            </a:xfrm>
            <a:custGeom>
              <a:avLst/>
              <a:gdLst/>
              <a:ahLst/>
              <a:cxnLst/>
              <a:pathLst>
                <a:path w="520" h="225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5" name="任意多边形 22538"/>
            <p:cNvSpPr/>
            <p:nvPr userDrawn="1"/>
          </p:nvSpPr>
          <p:spPr>
            <a:xfrm>
              <a:off x="1943" y="154"/>
              <a:ext cx="431" cy="233"/>
            </a:xfrm>
            <a:custGeom>
              <a:avLst/>
              <a:gdLst/>
              <a:ahLst/>
              <a:cxnLst/>
              <a:pathLst>
                <a:path w="431" h="233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6" name="任意多边形 22539"/>
            <p:cNvSpPr/>
            <p:nvPr userDrawn="1"/>
          </p:nvSpPr>
          <p:spPr>
            <a:xfrm>
              <a:off x="2262" y="87"/>
              <a:ext cx="396" cy="227"/>
            </a:xfrm>
            <a:custGeom>
              <a:avLst/>
              <a:gdLst/>
              <a:ahLst/>
              <a:cxnLst/>
              <a:pathLst>
                <a:path w="396" h="227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7" name="任意多边形 22540"/>
            <p:cNvSpPr/>
            <p:nvPr userDrawn="1"/>
          </p:nvSpPr>
          <p:spPr>
            <a:xfrm>
              <a:off x="2264" y="240"/>
              <a:ext cx="516" cy="223"/>
            </a:xfrm>
            <a:custGeom>
              <a:avLst/>
              <a:gdLst/>
              <a:ahLst/>
              <a:cxnLst/>
              <a:pathLst>
                <a:path w="516" h="223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8" name="任意多边形 22541"/>
            <p:cNvSpPr/>
            <p:nvPr userDrawn="1"/>
          </p:nvSpPr>
          <p:spPr>
            <a:xfrm>
              <a:off x="2723" y="324"/>
              <a:ext cx="414" cy="100"/>
            </a:xfrm>
            <a:custGeom>
              <a:avLst/>
              <a:gdLst/>
              <a:ahLst/>
              <a:cxnLst/>
              <a:pathLst>
                <a:path w="414" h="100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39" name="任意多边形 22542"/>
            <p:cNvSpPr/>
            <p:nvPr userDrawn="1"/>
          </p:nvSpPr>
          <p:spPr>
            <a:xfrm>
              <a:off x="3165" y="375"/>
              <a:ext cx="150" cy="72"/>
            </a:xfrm>
            <a:custGeom>
              <a:avLst/>
              <a:gdLst/>
              <a:ahLst/>
              <a:cxnLst/>
              <a:pathLst>
                <a:path w="150" h="72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0" name="任意多边形 22543"/>
            <p:cNvSpPr/>
            <p:nvPr userDrawn="1"/>
          </p:nvSpPr>
          <p:spPr>
            <a:xfrm>
              <a:off x="3463" y="267"/>
              <a:ext cx="148" cy="91"/>
            </a:xfrm>
            <a:custGeom>
              <a:avLst/>
              <a:gdLst/>
              <a:ahLst/>
              <a:cxnLst/>
              <a:pathLst>
                <a:path w="148" h="91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1" name="任意多边形 22544"/>
            <p:cNvSpPr/>
            <p:nvPr userDrawn="1"/>
          </p:nvSpPr>
          <p:spPr>
            <a:xfrm>
              <a:off x="3580" y="58"/>
              <a:ext cx="938" cy="158"/>
            </a:xfrm>
            <a:custGeom>
              <a:avLst/>
              <a:gdLst/>
              <a:ahLst/>
              <a:cxnLst/>
              <a:pathLst>
                <a:path w="938" h="15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2" name="任意多边形 22545"/>
            <p:cNvSpPr/>
            <p:nvPr userDrawn="1"/>
          </p:nvSpPr>
          <p:spPr>
            <a:xfrm>
              <a:off x="3686" y="145"/>
              <a:ext cx="372" cy="98"/>
            </a:xfrm>
            <a:custGeom>
              <a:avLst/>
              <a:gdLst/>
              <a:ahLst/>
              <a:cxnLst/>
              <a:pathLst>
                <a:path w="372" h="98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3" name="任意多边形 22546"/>
            <p:cNvSpPr/>
            <p:nvPr userDrawn="1"/>
          </p:nvSpPr>
          <p:spPr>
            <a:xfrm>
              <a:off x="3618" y="308"/>
              <a:ext cx="318" cy="158"/>
            </a:xfrm>
            <a:custGeom>
              <a:avLst/>
              <a:gdLst/>
              <a:ahLst/>
              <a:cxnLst/>
              <a:pathLst>
                <a:path w="318" h="15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4" name="任意多边形 22547"/>
            <p:cNvSpPr/>
            <p:nvPr userDrawn="1"/>
          </p:nvSpPr>
          <p:spPr>
            <a:xfrm>
              <a:off x="3413" y="291"/>
              <a:ext cx="380" cy="174"/>
            </a:xfrm>
            <a:custGeom>
              <a:avLst/>
              <a:gdLst/>
              <a:ahLst/>
              <a:cxnLst/>
              <a:pathLst>
                <a:path w="380" h="174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5" name="任意多边形 22548"/>
            <p:cNvSpPr/>
            <p:nvPr userDrawn="1"/>
          </p:nvSpPr>
          <p:spPr>
            <a:xfrm>
              <a:off x="4178" y="187"/>
              <a:ext cx="523" cy="69"/>
            </a:xfrm>
            <a:custGeom>
              <a:avLst/>
              <a:gdLst/>
              <a:ahLst/>
              <a:cxnLst/>
              <a:pathLst>
                <a:path w="523" h="69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6" name="任意多边形 22549"/>
            <p:cNvSpPr/>
            <p:nvPr userDrawn="1"/>
          </p:nvSpPr>
          <p:spPr>
            <a:xfrm>
              <a:off x="4689" y="186"/>
              <a:ext cx="537" cy="120"/>
            </a:xfrm>
            <a:custGeom>
              <a:avLst/>
              <a:gdLst/>
              <a:ahLst/>
              <a:cxnLst/>
              <a:pathLst>
                <a:path w="537" h="120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7" name="任意多边形 22550"/>
            <p:cNvSpPr/>
            <p:nvPr userDrawn="1"/>
          </p:nvSpPr>
          <p:spPr>
            <a:xfrm>
              <a:off x="4968" y="312"/>
              <a:ext cx="800" cy="143"/>
            </a:xfrm>
            <a:custGeom>
              <a:avLst/>
              <a:gdLst/>
              <a:ahLst/>
              <a:cxnLst/>
              <a:pathLst>
                <a:path w="800" h="143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accent2"/>
                </a:gs>
                <a:gs pos="100000">
                  <a:schemeClr val="bg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8" name="任意多边形 22551"/>
            <p:cNvSpPr/>
            <p:nvPr userDrawn="1"/>
          </p:nvSpPr>
          <p:spPr>
            <a:xfrm>
              <a:off x="5318" y="240"/>
              <a:ext cx="402" cy="115"/>
            </a:xfrm>
            <a:custGeom>
              <a:avLst/>
              <a:gdLst/>
              <a:ahLst/>
              <a:cxnLst/>
              <a:pathLst>
                <a:path w="402" h="115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49" name="组合 22552"/>
          <p:cNvGrpSpPr/>
          <p:nvPr/>
        </p:nvGrpSpPr>
        <p:grpSpPr>
          <a:xfrm>
            <a:off x="0" y="6180138"/>
            <a:ext cx="9169400" cy="138112"/>
            <a:chOff x="0" y="4032"/>
            <a:chExt cx="5776" cy="87"/>
          </a:xfrm>
        </p:grpSpPr>
        <p:sp>
          <p:nvSpPr>
            <p:cNvPr id="1050" name="任意多边形 22553"/>
            <p:cNvSpPr/>
            <p:nvPr userDrawn="1"/>
          </p:nvSpPr>
          <p:spPr>
            <a:xfrm>
              <a:off x="4041" y="4047"/>
              <a:ext cx="1735" cy="72"/>
            </a:xfrm>
            <a:custGeom>
              <a:avLst/>
              <a:gdLst/>
              <a:ahLst/>
              <a:cxnLst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任意多边形 22554"/>
            <p:cNvSpPr/>
            <p:nvPr userDrawn="1"/>
          </p:nvSpPr>
          <p:spPr>
            <a:xfrm>
              <a:off x="1727" y="4038"/>
              <a:ext cx="2655" cy="60"/>
            </a:xfrm>
            <a:custGeom>
              <a:avLst/>
              <a:gdLst/>
              <a:ahLst/>
              <a:cxnLst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2" name="任意多边形 22555"/>
            <p:cNvSpPr/>
            <p:nvPr userDrawn="1"/>
          </p:nvSpPr>
          <p:spPr>
            <a:xfrm>
              <a:off x="0" y="4032"/>
              <a:ext cx="2041" cy="62"/>
            </a:xfrm>
            <a:custGeom>
              <a:avLst/>
              <a:gdLst/>
              <a:ahLst/>
              <a:cxnLst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053" name="标题 22556"/>
          <p:cNvSpPr>
            <a:spLocks noGrp="1"/>
          </p:cNvSpPr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54" name="文本占位符 22557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2559" name="日期占位符 22558"/>
          <p:cNvSpPr>
            <a:spLocks noGrp="1"/>
          </p:cNvSpPr>
          <p:nvPr>
            <p:ph type="dt" sz="half" idx="2"/>
          </p:nvPr>
        </p:nvSpPr>
        <p:spPr>
          <a:xfrm>
            <a:off x="6651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sz="1400" i="0"/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22560" name="页脚占位符 22559"/>
          <p:cNvSpPr>
            <a:spLocks noGrp="1"/>
          </p:cNvSpPr>
          <p:nvPr>
            <p:ph type="ftr" sz="quarter" idx="3"/>
          </p:nvPr>
        </p:nvSpPr>
        <p:spPr>
          <a:xfrm>
            <a:off x="3103563" y="6367463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ctr">
              <a:defRPr sz="1400" i="0"/>
            </a:lvl1pPr>
          </a:lstStyle>
          <a:p>
            <a:pPr lvl="0" fontAlgn="base"/>
            <a:endParaRPr lang="zh-CN" strike="noStrike" noProof="1" dirty="0"/>
          </a:p>
        </p:txBody>
      </p:sp>
      <p:sp>
        <p:nvSpPr>
          <p:cNvPr id="22561" name="灯片编号占位符 22560"/>
          <p:cNvSpPr>
            <a:spLocks noGrp="1"/>
          </p:cNvSpPr>
          <p:nvPr>
            <p:ph type="sldNum" sz="quarter" idx="4"/>
          </p:nvPr>
        </p:nvSpPr>
        <p:spPr>
          <a:xfrm>
            <a:off x="6532563" y="6367463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algn="r">
              <a:defRPr sz="1400" i="0"/>
            </a:lvl1pPr>
          </a:lstStyle>
          <a:p>
            <a:pPr lvl="0" fontAlgn="base"/>
            <a:fld id="{9A0DB2DC-4C9A-4742-B13C-FB6460FD3503}" type="slidenum">
              <a:rPr 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lang="zh-CN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90000"/>
        <a:buBlip>
          <a:blip r:embed="rId13"/>
        </a:buBlip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80000"/>
        <a:buBlip>
          <a:blip r:embed="rId14"/>
        </a:buBlip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5"/>
        </a:buBlip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6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SzPct val="70000"/>
        <a:buBlip>
          <a:blip r:embed="rId17"/>
        </a:buBlip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914400" lvl="2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371600" lvl="3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1828800" lvl="4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0" algn="ctr" defTabSz="91440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sz="2000" b="0" i="1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wmf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3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9.xml"/><Relationship Id="rId4" Type="http://schemas.openxmlformats.org/officeDocument/2006/relationships/image" Target="../media/image15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4.wmf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40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51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23.wmf"/><Relationship Id="rId60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59" Type="http://schemas.openxmlformats.org/officeDocument/2006/relationships/slideLayout" Target="../slideLayouts/slideLayout62.xml"/><Relationship Id="rId58" Type="http://schemas.openxmlformats.org/officeDocument/2006/relationships/image" Target="../media/image48.wmf"/><Relationship Id="rId57" Type="http://schemas.openxmlformats.org/officeDocument/2006/relationships/oleObject" Target="../embeddings/oleObject42.bin"/><Relationship Id="rId56" Type="http://schemas.openxmlformats.org/officeDocument/2006/relationships/image" Target="../media/image47.wmf"/><Relationship Id="rId55" Type="http://schemas.openxmlformats.org/officeDocument/2006/relationships/oleObject" Target="../embeddings/oleObject41.bin"/><Relationship Id="rId54" Type="http://schemas.openxmlformats.org/officeDocument/2006/relationships/image" Target="../media/image46.wmf"/><Relationship Id="rId53" Type="http://schemas.openxmlformats.org/officeDocument/2006/relationships/oleObject" Target="../embeddings/oleObject40.bin"/><Relationship Id="rId52" Type="http://schemas.openxmlformats.org/officeDocument/2006/relationships/image" Target="../media/image45.wmf"/><Relationship Id="rId51" Type="http://schemas.openxmlformats.org/officeDocument/2006/relationships/oleObject" Target="../embeddings/oleObject39.bin"/><Relationship Id="rId50" Type="http://schemas.openxmlformats.org/officeDocument/2006/relationships/image" Target="../media/image44.wmf"/><Relationship Id="rId5" Type="http://schemas.openxmlformats.org/officeDocument/2006/relationships/image" Target="../media/image22.wmf"/><Relationship Id="rId49" Type="http://schemas.openxmlformats.org/officeDocument/2006/relationships/oleObject" Target="../embeddings/oleObject38.bin"/><Relationship Id="rId48" Type="http://schemas.openxmlformats.org/officeDocument/2006/relationships/image" Target="../media/image43.wmf"/><Relationship Id="rId47" Type="http://schemas.openxmlformats.org/officeDocument/2006/relationships/oleObject" Target="../embeddings/oleObject37.bin"/><Relationship Id="rId46" Type="http://schemas.openxmlformats.org/officeDocument/2006/relationships/image" Target="../media/image42.wmf"/><Relationship Id="rId45" Type="http://schemas.openxmlformats.org/officeDocument/2006/relationships/oleObject" Target="../embeddings/oleObject36.bin"/><Relationship Id="rId44" Type="http://schemas.openxmlformats.org/officeDocument/2006/relationships/image" Target="../media/image41.wmf"/><Relationship Id="rId43" Type="http://schemas.openxmlformats.org/officeDocument/2006/relationships/oleObject" Target="../embeddings/oleObject35.bin"/><Relationship Id="rId42" Type="http://schemas.openxmlformats.org/officeDocument/2006/relationships/image" Target="../media/image40.wmf"/><Relationship Id="rId41" Type="http://schemas.openxmlformats.org/officeDocument/2006/relationships/oleObject" Target="../embeddings/oleObject34.bin"/><Relationship Id="rId40" Type="http://schemas.openxmlformats.org/officeDocument/2006/relationships/image" Target="../media/image39.wmf"/><Relationship Id="rId4" Type="http://schemas.openxmlformats.org/officeDocument/2006/relationships/oleObject" Target="../embeddings/oleObject16.bin"/><Relationship Id="rId39" Type="http://schemas.openxmlformats.org/officeDocument/2006/relationships/oleObject" Target="../embeddings/oleObject33.bin"/><Relationship Id="rId38" Type="http://schemas.openxmlformats.org/officeDocument/2006/relationships/image" Target="../media/image38.wmf"/><Relationship Id="rId37" Type="http://schemas.openxmlformats.org/officeDocument/2006/relationships/oleObject" Target="../embeddings/oleObject32.bin"/><Relationship Id="rId36" Type="http://schemas.openxmlformats.org/officeDocument/2006/relationships/image" Target="../media/image37.wmf"/><Relationship Id="rId35" Type="http://schemas.openxmlformats.org/officeDocument/2006/relationships/oleObject" Target="../embeddings/oleObject31.bin"/><Relationship Id="rId34" Type="http://schemas.openxmlformats.org/officeDocument/2006/relationships/image" Target="../media/image36.wmf"/><Relationship Id="rId33" Type="http://schemas.openxmlformats.org/officeDocument/2006/relationships/oleObject" Target="../embeddings/oleObject30.bin"/><Relationship Id="rId32" Type="http://schemas.openxmlformats.org/officeDocument/2006/relationships/image" Target="../media/image35.wmf"/><Relationship Id="rId31" Type="http://schemas.openxmlformats.org/officeDocument/2006/relationships/oleObject" Target="../embeddings/oleObject29.bin"/><Relationship Id="rId30" Type="http://schemas.openxmlformats.org/officeDocument/2006/relationships/image" Target="../media/image34.wmf"/><Relationship Id="rId3" Type="http://schemas.openxmlformats.org/officeDocument/2006/relationships/image" Target="../media/image21.wmf"/><Relationship Id="rId29" Type="http://schemas.openxmlformats.org/officeDocument/2006/relationships/oleObject" Target="../embeddings/oleObject28.bin"/><Relationship Id="rId28" Type="http://schemas.openxmlformats.org/officeDocument/2006/relationships/image" Target="../media/image33.wmf"/><Relationship Id="rId27" Type="http://schemas.openxmlformats.org/officeDocument/2006/relationships/oleObject" Target="../embeddings/oleObject27.bin"/><Relationship Id="rId26" Type="http://schemas.openxmlformats.org/officeDocument/2006/relationships/image" Target="../media/image32.wmf"/><Relationship Id="rId25" Type="http://schemas.openxmlformats.org/officeDocument/2006/relationships/oleObject" Target="../embeddings/oleObject26.bin"/><Relationship Id="rId24" Type="http://schemas.openxmlformats.org/officeDocument/2006/relationships/image" Target="../media/image31.wmf"/><Relationship Id="rId23" Type="http://schemas.openxmlformats.org/officeDocument/2006/relationships/oleObject" Target="../embeddings/oleObject25.bin"/><Relationship Id="rId22" Type="http://schemas.openxmlformats.org/officeDocument/2006/relationships/image" Target="../media/image30.wmf"/><Relationship Id="rId21" Type="http://schemas.openxmlformats.org/officeDocument/2006/relationships/oleObject" Target="../embeddings/oleObject24.bin"/><Relationship Id="rId20" Type="http://schemas.openxmlformats.org/officeDocument/2006/relationships/image" Target="../media/image29.wmf"/><Relationship Id="rId2" Type="http://schemas.openxmlformats.org/officeDocument/2006/relationships/oleObject" Target="../embeddings/oleObject15.bin"/><Relationship Id="rId19" Type="http://schemas.openxmlformats.org/officeDocument/2006/relationships/oleObject" Target="../embeddings/oleObject23.bin"/><Relationship Id="rId18" Type="http://schemas.openxmlformats.org/officeDocument/2006/relationships/image" Target="../media/image28.wmf"/><Relationship Id="rId17" Type="http://schemas.openxmlformats.org/officeDocument/2006/relationships/oleObject" Target="../embeddings/oleObject22.bin"/><Relationship Id="rId16" Type="http://schemas.openxmlformats.org/officeDocument/2006/relationships/image" Target="../media/image27.wmf"/><Relationship Id="rId15" Type="http://schemas.openxmlformats.org/officeDocument/2006/relationships/oleObject" Target="../embeddings/oleObject21.bin"/><Relationship Id="rId14" Type="http://schemas.openxmlformats.org/officeDocument/2006/relationships/image" Target="../media/image26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19.bin"/><Relationship Id="rId10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oleObject" Target="../embeddings/oleObject46.bin"/><Relationship Id="rId7" Type="http://schemas.openxmlformats.org/officeDocument/2006/relationships/image" Target="../media/image51.wmf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4.bin"/><Relationship Id="rId3" Type="http://schemas.openxmlformats.org/officeDocument/2006/relationships/image" Target="../media/image49.wmf"/><Relationship Id="rId2" Type="http://schemas.openxmlformats.org/officeDocument/2006/relationships/oleObject" Target="../embeddings/oleObject43.bin"/><Relationship Id="rId19" Type="http://schemas.openxmlformats.org/officeDocument/2006/relationships/vmlDrawing" Target="../drawings/vmlDrawing6.vml"/><Relationship Id="rId18" Type="http://schemas.openxmlformats.org/officeDocument/2006/relationships/slideLayout" Target="../slideLayouts/slideLayout84.xml"/><Relationship Id="rId17" Type="http://schemas.openxmlformats.org/officeDocument/2006/relationships/image" Target="../media/image56.wmf"/><Relationship Id="rId16" Type="http://schemas.openxmlformats.org/officeDocument/2006/relationships/oleObject" Target="../embeddings/oleObject50.bin"/><Relationship Id="rId15" Type="http://schemas.openxmlformats.org/officeDocument/2006/relationships/image" Target="../media/image55.wmf"/><Relationship Id="rId14" Type="http://schemas.openxmlformats.org/officeDocument/2006/relationships/oleObject" Target="../embeddings/oleObject49.bin"/><Relationship Id="rId13" Type="http://schemas.openxmlformats.org/officeDocument/2006/relationships/image" Target="../media/image54.wmf"/><Relationship Id="rId12" Type="http://schemas.openxmlformats.org/officeDocument/2006/relationships/oleObject" Target="../embeddings/oleObject48.bin"/><Relationship Id="rId11" Type="http://schemas.openxmlformats.org/officeDocument/2006/relationships/image" Target="../media/image53.wmf"/><Relationship Id="rId10" Type="http://schemas.openxmlformats.org/officeDocument/2006/relationships/oleObject" Target="../embeddings/oleObject47.bin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60.w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52.bin"/><Relationship Id="rId28" Type="http://schemas.openxmlformats.org/officeDocument/2006/relationships/vmlDrawing" Target="../drawings/vmlDrawing7.vml"/><Relationship Id="rId27" Type="http://schemas.openxmlformats.org/officeDocument/2006/relationships/slideLayout" Target="../slideLayouts/slideLayout73.xml"/><Relationship Id="rId26" Type="http://schemas.openxmlformats.org/officeDocument/2006/relationships/image" Target="../media/image66.wmf"/><Relationship Id="rId25" Type="http://schemas.openxmlformats.org/officeDocument/2006/relationships/oleObject" Target="../embeddings/oleObject63.bin"/><Relationship Id="rId24" Type="http://schemas.openxmlformats.org/officeDocument/2006/relationships/image" Target="../media/image65.wmf"/><Relationship Id="rId23" Type="http://schemas.openxmlformats.org/officeDocument/2006/relationships/oleObject" Target="../embeddings/oleObject62.bin"/><Relationship Id="rId22" Type="http://schemas.openxmlformats.org/officeDocument/2006/relationships/image" Target="../media/image33.wmf"/><Relationship Id="rId21" Type="http://schemas.openxmlformats.org/officeDocument/2006/relationships/oleObject" Target="../embeddings/oleObject61.bin"/><Relationship Id="rId20" Type="http://schemas.openxmlformats.org/officeDocument/2006/relationships/image" Target="../media/image32.wmf"/><Relationship Id="rId2" Type="http://schemas.openxmlformats.org/officeDocument/2006/relationships/image" Target="../media/image57.wmf"/><Relationship Id="rId19" Type="http://schemas.openxmlformats.org/officeDocument/2006/relationships/oleObject" Target="../embeddings/oleObject60.bin"/><Relationship Id="rId18" Type="http://schemas.openxmlformats.org/officeDocument/2006/relationships/image" Target="../media/image31.wmf"/><Relationship Id="rId17" Type="http://schemas.openxmlformats.org/officeDocument/2006/relationships/oleObject" Target="../embeddings/oleObject59.bin"/><Relationship Id="rId16" Type="http://schemas.openxmlformats.org/officeDocument/2006/relationships/image" Target="../media/image64.wmf"/><Relationship Id="rId15" Type="http://schemas.openxmlformats.org/officeDocument/2006/relationships/oleObject" Target="../embeddings/oleObject58.bin"/><Relationship Id="rId14" Type="http://schemas.openxmlformats.org/officeDocument/2006/relationships/image" Target="../media/image63.wmf"/><Relationship Id="rId13" Type="http://schemas.openxmlformats.org/officeDocument/2006/relationships/oleObject" Target="../embeddings/oleObject57.bin"/><Relationship Id="rId12" Type="http://schemas.openxmlformats.org/officeDocument/2006/relationships/image" Target="../media/image62.w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61.wmf"/><Relationship Id="rId1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8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67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5.bin"/><Relationship Id="rId26" Type="http://schemas.openxmlformats.org/officeDocument/2006/relationships/vmlDrawing" Target="../drawings/vmlDrawing8.vml"/><Relationship Id="rId25" Type="http://schemas.openxmlformats.org/officeDocument/2006/relationships/slideLayout" Target="../slideLayouts/slideLayout95.xml"/><Relationship Id="rId24" Type="http://schemas.openxmlformats.org/officeDocument/2006/relationships/image" Target="../media/image78.w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77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76.wmf"/><Relationship Id="rId2" Type="http://schemas.openxmlformats.org/officeDocument/2006/relationships/image" Target="../media/image67.w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75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74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73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82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80.wmf"/><Relationship Id="rId3" Type="http://schemas.openxmlformats.org/officeDocument/2006/relationships/oleObject" Target="../embeddings/oleObject77.bin"/><Relationship Id="rId2" Type="http://schemas.openxmlformats.org/officeDocument/2006/relationships/image" Target="../media/image79.w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106.xml"/><Relationship Id="rId14" Type="http://schemas.openxmlformats.org/officeDocument/2006/relationships/image" Target="../media/image85.w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84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3.wmf"/><Relationship Id="rId1" Type="http://schemas.openxmlformats.org/officeDocument/2006/relationships/oleObject" Target="../embeddings/oleObject7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86.wmf"/><Relationship Id="rId40" Type="http://schemas.openxmlformats.org/officeDocument/2006/relationships/vmlDrawing" Target="../drawings/vmlDrawing10.vml"/><Relationship Id="rId4" Type="http://schemas.openxmlformats.org/officeDocument/2006/relationships/oleObject" Target="../embeddings/oleObject83.bin"/><Relationship Id="rId39" Type="http://schemas.openxmlformats.org/officeDocument/2006/relationships/slideLayout" Target="../slideLayouts/slideLayout128.xml"/><Relationship Id="rId38" Type="http://schemas.openxmlformats.org/officeDocument/2006/relationships/image" Target="../media/image95.wmf"/><Relationship Id="rId37" Type="http://schemas.openxmlformats.org/officeDocument/2006/relationships/oleObject" Target="../embeddings/oleObject92.bin"/><Relationship Id="rId36" Type="http://schemas.openxmlformats.org/officeDocument/2006/relationships/tags" Target="../tags/tag21.xml"/><Relationship Id="rId35" Type="http://schemas.openxmlformats.org/officeDocument/2006/relationships/image" Target="../media/image94.wmf"/><Relationship Id="rId34" Type="http://schemas.openxmlformats.org/officeDocument/2006/relationships/oleObject" Target="../embeddings/oleObject91.bin"/><Relationship Id="rId33" Type="http://schemas.openxmlformats.org/officeDocument/2006/relationships/tags" Target="../tags/tag20.xml"/><Relationship Id="rId32" Type="http://schemas.openxmlformats.org/officeDocument/2006/relationships/image" Target="../media/image93.wmf"/><Relationship Id="rId31" Type="http://schemas.openxmlformats.org/officeDocument/2006/relationships/oleObject" Target="../embeddings/oleObject90.bin"/><Relationship Id="rId30" Type="http://schemas.openxmlformats.org/officeDocument/2006/relationships/tags" Target="../tags/tag19.xml"/><Relationship Id="rId3" Type="http://schemas.openxmlformats.org/officeDocument/2006/relationships/tags" Target="../tags/tag6.xml"/><Relationship Id="rId29" Type="http://schemas.openxmlformats.org/officeDocument/2006/relationships/tags" Target="../tags/tag18.xml"/><Relationship Id="rId28" Type="http://schemas.openxmlformats.org/officeDocument/2006/relationships/tags" Target="../tags/tag17.xml"/><Relationship Id="rId27" Type="http://schemas.openxmlformats.org/officeDocument/2006/relationships/image" Target="../media/image92.wmf"/><Relationship Id="rId26" Type="http://schemas.openxmlformats.org/officeDocument/2006/relationships/oleObject" Target="../embeddings/oleObject89.bin"/><Relationship Id="rId25" Type="http://schemas.openxmlformats.org/officeDocument/2006/relationships/tags" Target="../tags/tag16.xml"/><Relationship Id="rId24" Type="http://schemas.openxmlformats.org/officeDocument/2006/relationships/image" Target="../media/image91.wmf"/><Relationship Id="rId23" Type="http://schemas.openxmlformats.org/officeDocument/2006/relationships/oleObject" Target="../embeddings/oleObject88.bin"/><Relationship Id="rId22" Type="http://schemas.openxmlformats.org/officeDocument/2006/relationships/tags" Target="../tags/tag15.xml"/><Relationship Id="rId21" Type="http://schemas.openxmlformats.org/officeDocument/2006/relationships/tags" Target="../tags/tag14.xml"/><Relationship Id="rId20" Type="http://schemas.openxmlformats.org/officeDocument/2006/relationships/image" Target="../media/image90.wmf"/><Relationship Id="rId2" Type="http://schemas.openxmlformats.org/officeDocument/2006/relationships/tags" Target="../tags/tag5.xml"/><Relationship Id="rId19" Type="http://schemas.openxmlformats.org/officeDocument/2006/relationships/oleObject" Target="../embeddings/oleObject87.bin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image" Target="../media/image89.wmf"/><Relationship Id="rId15" Type="http://schemas.openxmlformats.org/officeDocument/2006/relationships/oleObject" Target="../embeddings/oleObject86.bin"/><Relationship Id="rId14" Type="http://schemas.openxmlformats.org/officeDocument/2006/relationships/tags" Target="../tags/tag11.xml"/><Relationship Id="rId13" Type="http://schemas.openxmlformats.org/officeDocument/2006/relationships/image" Target="../media/image88.wmf"/><Relationship Id="rId12" Type="http://schemas.openxmlformats.org/officeDocument/2006/relationships/oleObject" Target="../embeddings/oleObject85.bin"/><Relationship Id="rId11" Type="http://schemas.openxmlformats.org/officeDocument/2006/relationships/tags" Target="../tags/tag10.xml"/><Relationship Id="rId10" Type="http://schemas.openxmlformats.org/officeDocument/2006/relationships/image" Target="../media/image87.wmf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image" Target="../media/image97.wmf"/><Relationship Id="rId7" Type="http://schemas.openxmlformats.org/officeDocument/2006/relationships/oleObject" Target="../embeddings/oleObject94.bin"/><Relationship Id="rId6" Type="http://schemas.openxmlformats.org/officeDocument/2006/relationships/tags" Target="../tags/tag25.xml"/><Relationship Id="rId5" Type="http://schemas.openxmlformats.org/officeDocument/2006/relationships/image" Target="../media/image96.wmf"/><Relationship Id="rId40" Type="http://schemas.openxmlformats.org/officeDocument/2006/relationships/vmlDrawing" Target="../drawings/vmlDrawing11.vml"/><Relationship Id="rId4" Type="http://schemas.openxmlformats.org/officeDocument/2006/relationships/oleObject" Target="../embeddings/oleObject93.bin"/><Relationship Id="rId39" Type="http://schemas.openxmlformats.org/officeDocument/2006/relationships/slideLayout" Target="../slideLayouts/slideLayout139.xml"/><Relationship Id="rId38" Type="http://schemas.openxmlformats.org/officeDocument/2006/relationships/image" Target="../media/image107.wmf"/><Relationship Id="rId37" Type="http://schemas.openxmlformats.org/officeDocument/2006/relationships/oleObject" Target="../embeddings/oleObject104.bin"/><Relationship Id="rId36" Type="http://schemas.openxmlformats.org/officeDocument/2006/relationships/tags" Target="../tags/tag35.xml"/><Relationship Id="rId35" Type="http://schemas.openxmlformats.org/officeDocument/2006/relationships/image" Target="../media/image106.wmf"/><Relationship Id="rId34" Type="http://schemas.openxmlformats.org/officeDocument/2006/relationships/oleObject" Target="../embeddings/oleObject103.bin"/><Relationship Id="rId33" Type="http://schemas.openxmlformats.org/officeDocument/2006/relationships/tags" Target="../tags/tag34.xml"/><Relationship Id="rId32" Type="http://schemas.openxmlformats.org/officeDocument/2006/relationships/image" Target="../media/image105.wmf"/><Relationship Id="rId31" Type="http://schemas.openxmlformats.org/officeDocument/2006/relationships/oleObject" Target="../embeddings/oleObject102.bin"/><Relationship Id="rId30" Type="http://schemas.openxmlformats.org/officeDocument/2006/relationships/tags" Target="../tags/tag33.xml"/><Relationship Id="rId3" Type="http://schemas.openxmlformats.org/officeDocument/2006/relationships/tags" Target="../tags/tag24.xml"/><Relationship Id="rId29" Type="http://schemas.openxmlformats.org/officeDocument/2006/relationships/image" Target="../media/image104.wmf"/><Relationship Id="rId28" Type="http://schemas.openxmlformats.org/officeDocument/2006/relationships/oleObject" Target="../embeddings/oleObject101.bin"/><Relationship Id="rId27" Type="http://schemas.openxmlformats.org/officeDocument/2006/relationships/tags" Target="../tags/tag32.xml"/><Relationship Id="rId26" Type="http://schemas.openxmlformats.org/officeDocument/2006/relationships/image" Target="../media/image103.wmf"/><Relationship Id="rId25" Type="http://schemas.openxmlformats.org/officeDocument/2006/relationships/oleObject" Target="../embeddings/oleObject100.bin"/><Relationship Id="rId24" Type="http://schemas.openxmlformats.org/officeDocument/2006/relationships/tags" Target="../tags/tag31.xml"/><Relationship Id="rId23" Type="http://schemas.openxmlformats.org/officeDocument/2006/relationships/image" Target="../media/image102.wmf"/><Relationship Id="rId22" Type="http://schemas.openxmlformats.org/officeDocument/2006/relationships/oleObject" Target="../embeddings/oleObject99.bin"/><Relationship Id="rId21" Type="http://schemas.openxmlformats.org/officeDocument/2006/relationships/tags" Target="../tags/tag30.xml"/><Relationship Id="rId20" Type="http://schemas.openxmlformats.org/officeDocument/2006/relationships/image" Target="../media/image101.wmf"/><Relationship Id="rId2" Type="http://schemas.openxmlformats.org/officeDocument/2006/relationships/tags" Target="../tags/tag23.xml"/><Relationship Id="rId19" Type="http://schemas.openxmlformats.org/officeDocument/2006/relationships/oleObject" Target="../embeddings/oleObject98.bin"/><Relationship Id="rId18" Type="http://schemas.openxmlformats.org/officeDocument/2006/relationships/tags" Target="../tags/tag29.xml"/><Relationship Id="rId17" Type="http://schemas.openxmlformats.org/officeDocument/2006/relationships/image" Target="../media/image100.wmf"/><Relationship Id="rId16" Type="http://schemas.openxmlformats.org/officeDocument/2006/relationships/oleObject" Target="../embeddings/oleObject97.bin"/><Relationship Id="rId15" Type="http://schemas.openxmlformats.org/officeDocument/2006/relationships/tags" Target="../tags/tag28.xml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96.bin"/><Relationship Id="rId12" Type="http://schemas.openxmlformats.org/officeDocument/2006/relationships/tags" Target="../tags/tag27.xml"/><Relationship Id="rId11" Type="http://schemas.openxmlformats.org/officeDocument/2006/relationships/image" Target="../media/image98.wmf"/><Relationship Id="rId10" Type="http://schemas.openxmlformats.org/officeDocument/2006/relationships/oleObject" Target="../embeddings/oleObject95.bin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7.bin"/><Relationship Id="rId8" Type="http://schemas.openxmlformats.org/officeDocument/2006/relationships/tags" Target="../tags/tag39.xml"/><Relationship Id="rId7" Type="http://schemas.openxmlformats.org/officeDocument/2006/relationships/image" Target="../media/image109.wmf"/><Relationship Id="rId6" Type="http://schemas.openxmlformats.org/officeDocument/2006/relationships/oleObject" Target="../embeddings/oleObject106.bin"/><Relationship Id="rId54" Type="http://schemas.openxmlformats.org/officeDocument/2006/relationships/vmlDrawing" Target="../drawings/vmlDrawing12.vml"/><Relationship Id="rId53" Type="http://schemas.openxmlformats.org/officeDocument/2006/relationships/slideLayout" Target="../slideLayouts/slideLayout150.xml"/><Relationship Id="rId52" Type="http://schemas.openxmlformats.org/officeDocument/2006/relationships/tags" Target="../tags/tag63.xml"/><Relationship Id="rId51" Type="http://schemas.openxmlformats.org/officeDocument/2006/relationships/tags" Target="../tags/tag62.xml"/><Relationship Id="rId50" Type="http://schemas.openxmlformats.org/officeDocument/2006/relationships/oleObject" Target="../embeddings/oleObject118.bin"/><Relationship Id="rId5" Type="http://schemas.openxmlformats.org/officeDocument/2006/relationships/tags" Target="../tags/tag38.xml"/><Relationship Id="rId49" Type="http://schemas.openxmlformats.org/officeDocument/2006/relationships/tags" Target="../tags/tag61.xml"/><Relationship Id="rId48" Type="http://schemas.openxmlformats.org/officeDocument/2006/relationships/tags" Target="../tags/tag60.xml"/><Relationship Id="rId47" Type="http://schemas.openxmlformats.org/officeDocument/2006/relationships/oleObject" Target="../embeddings/oleObject117.bin"/><Relationship Id="rId46" Type="http://schemas.openxmlformats.org/officeDocument/2006/relationships/tags" Target="../tags/tag59.xml"/><Relationship Id="rId45" Type="http://schemas.openxmlformats.org/officeDocument/2006/relationships/oleObject" Target="../embeddings/oleObject116.bin"/><Relationship Id="rId44" Type="http://schemas.openxmlformats.org/officeDocument/2006/relationships/tags" Target="../tags/tag58.xml"/><Relationship Id="rId43" Type="http://schemas.openxmlformats.org/officeDocument/2006/relationships/tags" Target="../tags/tag57.xml"/><Relationship Id="rId42" Type="http://schemas.openxmlformats.org/officeDocument/2006/relationships/tags" Target="../tags/tag56.xml"/><Relationship Id="rId41" Type="http://schemas.openxmlformats.org/officeDocument/2006/relationships/oleObject" Target="../embeddings/oleObject115.bin"/><Relationship Id="rId40" Type="http://schemas.openxmlformats.org/officeDocument/2006/relationships/tags" Target="../tags/tag55.xml"/><Relationship Id="rId4" Type="http://schemas.openxmlformats.org/officeDocument/2006/relationships/image" Target="../media/image108.wmf"/><Relationship Id="rId39" Type="http://schemas.openxmlformats.org/officeDocument/2006/relationships/tags" Target="../tags/tag54.xml"/><Relationship Id="rId38" Type="http://schemas.openxmlformats.org/officeDocument/2006/relationships/image" Target="../media/image117.wmf"/><Relationship Id="rId37" Type="http://schemas.openxmlformats.org/officeDocument/2006/relationships/oleObject" Target="../embeddings/oleObject114.bin"/><Relationship Id="rId36" Type="http://schemas.openxmlformats.org/officeDocument/2006/relationships/tags" Target="../tags/tag53.xml"/><Relationship Id="rId35" Type="http://schemas.openxmlformats.org/officeDocument/2006/relationships/tags" Target="../tags/tag52.xml"/><Relationship Id="rId34" Type="http://schemas.openxmlformats.org/officeDocument/2006/relationships/tags" Target="../tags/tag51.xml"/><Relationship Id="rId33" Type="http://schemas.openxmlformats.org/officeDocument/2006/relationships/image" Target="../media/image116.wmf"/><Relationship Id="rId32" Type="http://schemas.openxmlformats.org/officeDocument/2006/relationships/oleObject" Target="../embeddings/oleObject113.bin"/><Relationship Id="rId31" Type="http://schemas.openxmlformats.org/officeDocument/2006/relationships/tags" Target="../tags/tag50.xml"/><Relationship Id="rId30" Type="http://schemas.openxmlformats.org/officeDocument/2006/relationships/tags" Target="../tags/tag49.xml"/><Relationship Id="rId3" Type="http://schemas.openxmlformats.org/officeDocument/2006/relationships/oleObject" Target="../embeddings/oleObject105.bin"/><Relationship Id="rId29" Type="http://schemas.openxmlformats.org/officeDocument/2006/relationships/image" Target="../media/image115.wmf"/><Relationship Id="rId28" Type="http://schemas.openxmlformats.org/officeDocument/2006/relationships/oleObject" Target="../embeddings/oleObject112.bin"/><Relationship Id="rId27" Type="http://schemas.openxmlformats.org/officeDocument/2006/relationships/tags" Target="../tags/tag48.xml"/><Relationship Id="rId26" Type="http://schemas.openxmlformats.org/officeDocument/2006/relationships/image" Target="../media/image114.wmf"/><Relationship Id="rId25" Type="http://schemas.openxmlformats.org/officeDocument/2006/relationships/oleObject" Target="../embeddings/oleObject111.bin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image" Target="../media/image113.wmf"/><Relationship Id="rId20" Type="http://schemas.openxmlformats.org/officeDocument/2006/relationships/oleObject" Target="../embeddings/oleObject110.bin"/><Relationship Id="rId2" Type="http://schemas.openxmlformats.org/officeDocument/2006/relationships/tags" Target="../tags/tag37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image" Target="../media/image112.wmf"/><Relationship Id="rId16" Type="http://schemas.openxmlformats.org/officeDocument/2006/relationships/oleObject" Target="../embeddings/oleObject109.bin"/><Relationship Id="rId15" Type="http://schemas.openxmlformats.org/officeDocument/2006/relationships/tags" Target="../tags/tag42.xml"/><Relationship Id="rId14" Type="http://schemas.openxmlformats.org/officeDocument/2006/relationships/image" Target="../media/image111.wmf"/><Relationship Id="rId13" Type="http://schemas.openxmlformats.org/officeDocument/2006/relationships/oleObject" Target="../embeddings/oleObject108.bin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image" Target="../media/image110.wmf"/><Relationship Id="rId1" Type="http://schemas.openxmlformats.org/officeDocument/2006/relationships/tags" Target="../tags/tag3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119.wmf"/><Relationship Id="rId7" Type="http://schemas.openxmlformats.org/officeDocument/2006/relationships/oleObject" Target="../embeddings/oleObject120.bin"/><Relationship Id="rId6" Type="http://schemas.openxmlformats.org/officeDocument/2006/relationships/tags" Target="../tags/tag67.xml"/><Relationship Id="rId51" Type="http://schemas.openxmlformats.org/officeDocument/2006/relationships/vmlDrawing" Target="../drawings/vmlDrawing13.vml"/><Relationship Id="rId50" Type="http://schemas.openxmlformats.org/officeDocument/2006/relationships/slideLayout" Target="../slideLayouts/slideLayout161.xml"/><Relationship Id="rId5" Type="http://schemas.openxmlformats.org/officeDocument/2006/relationships/image" Target="../media/image118.wmf"/><Relationship Id="rId49" Type="http://schemas.openxmlformats.org/officeDocument/2006/relationships/image" Target="../media/image132.wmf"/><Relationship Id="rId48" Type="http://schemas.openxmlformats.org/officeDocument/2006/relationships/oleObject" Target="../embeddings/oleObject133.bin"/><Relationship Id="rId47" Type="http://schemas.openxmlformats.org/officeDocument/2006/relationships/tags" Target="../tags/tag82.xml"/><Relationship Id="rId46" Type="http://schemas.openxmlformats.org/officeDocument/2006/relationships/tags" Target="../tags/tag81.xml"/><Relationship Id="rId45" Type="http://schemas.openxmlformats.org/officeDocument/2006/relationships/image" Target="../media/image131.wmf"/><Relationship Id="rId44" Type="http://schemas.openxmlformats.org/officeDocument/2006/relationships/oleObject" Target="../embeddings/oleObject132.bin"/><Relationship Id="rId43" Type="http://schemas.openxmlformats.org/officeDocument/2006/relationships/tags" Target="../tags/tag80.xml"/><Relationship Id="rId42" Type="http://schemas.openxmlformats.org/officeDocument/2006/relationships/tags" Target="../tags/tag79.xml"/><Relationship Id="rId41" Type="http://schemas.openxmlformats.org/officeDocument/2006/relationships/image" Target="../media/image130.wmf"/><Relationship Id="rId40" Type="http://schemas.openxmlformats.org/officeDocument/2006/relationships/oleObject" Target="../embeddings/oleObject131.bin"/><Relationship Id="rId4" Type="http://schemas.openxmlformats.org/officeDocument/2006/relationships/oleObject" Target="../embeddings/oleObject119.bin"/><Relationship Id="rId39" Type="http://schemas.openxmlformats.org/officeDocument/2006/relationships/tags" Target="../tags/tag78.xml"/><Relationship Id="rId38" Type="http://schemas.openxmlformats.org/officeDocument/2006/relationships/image" Target="../media/image129.wmf"/><Relationship Id="rId37" Type="http://schemas.openxmlformats.org/officeDocument/2006/relationships/oleObject" Target="../embeddings/oleObject130.bin"/><Relationship Id="rId36" Type="http://schemas.openxmlformats.org/officeDocument/2006/relationships/tags" Target="../tags/tag77.xml"/><Relationship Id="rId35" Type="http://schemas.openxmlformats.org/officeDocument/2006/relationships/image" Target="../media/image128.wmf"/><Relationship Id="rId34" Type="http://schemas.openxmlformats.org/officeDocument/2006/relationships/oleObject" Target="../embeddings/oleObject129.bin"/><Relationship Id="rId33" Type="http://schemas.openxmlformats.org/officeDocument/2006/relationships/tags" Target="../tags/tag76.xml"/><Relationship Id="rId32" Type="http://schemas.openxmlformats.org/officeDocument/2006/relationships/image" Target="../media/image127.wmf"/><Relationship Id="rId31" Type="http://schemas.openxmlformats.org/officeDocument/2006/relationships/oleObject" Target="../embeddings/oleObject128.bin"/><Relationship Id="rId30" Type="http://schemas.openxmlformats.org/officeDocument/2006/relationships/tags" Target="../tags/tag75.xml"/><Relationship Id="rId3" Type="http://schemas.openxmlformats.org/officeDocument/2006/relationships/tags" Target="../tags/tag66.xml"/><Relationship Id="rId29" Type="http://schemas.openxmlformats.org/officeDocument/2006/relationships/image" Target="../media/image126.wmf"/><Relationship Id="rId28" Type="http://schemas.openxmlformats.org/officeDocument/2006/relationships/oleObject" Target="../embeddings/oleObject127.bin"/><Relationship Id="rId27" Type="http://schemas.openxmlformats.org/officeDocument/2006/relationships/tags" Target="../tags/tag74.xml"/><Relationship Id="rId26" Type="http://schemas.openxmlformats.org/officeDocument/2006/relationships/image" Target="../media/image125.wmf"/><Relationship Id="rId25" Type="http://schemas.openxmlformats.org/officeDocument/2006/relationships/oleObject" Target="../embeddings/oleObject126.bin"/><Relationship Id="rId24" Type="http://schemas.openxmlformats.org/officeDocument/2006/relationships/tags" Target="../tags/tag73.xml"/><Relationship Id="rId23" Type="http://schemas.openxmlformats.org/officeDocument/2006/relationships/image" Target="../media/image124.wmf"/><Relationship Id="rId22" Type="http://schemas.openxmlformats.org/officeDocument/2006/relationships/oleObject" Target="../embeddings/oleObject125.bin"/><Relationship Id="rId21" Type="http://schemas.openxmlformats.org/officeDocument/2006/relationships/tags" Target="../tags/tag72.xml"/><Relationship Id="rId20" Type="http://schemas.openxmlformats.org/officeDocument/2006/relationships/image" Target="../media/image123.wmf"/><Relationship Id="rId2" Type="http://schemas.openxmlformats.org/officeDocument/2006/relationships/tags" Target="../tags/tag65.xml"/><Relationship Id="rId19" Type="http://schemas.openxmlformats.org/officeDocument/2006/relationships/oleObject" Target="../embeddings/oleObject124.bin"/><Relationship Id="rId18" Type="http://schemas.openxmlformats.org/officeDocument/2006/relationships/tags" Target="../tags/tag71.xml"/><Relationship Id="rId17" Type="http://schemas.openxmlformats.org/officeDocument/2006/relationships/image" Target="../media/image122.wmf"/><Relationship Id="rId16" Type="http://schemas.openxmlformats.org/officeDocument/2006/relationships/oleObject" Target="../embeddings/oleObject123.bin"/><Relationship Id="rId15" Type="http://schemas.openxmlformats.org/officeDocument/2006/relationships/tags" Target="../tags/tag70.xml"/><Relationship Id="rId14" Type="http://schemas.openxmlformats.org/officeDocument/2006/relationships/image" Target="../media/image121.wmf"/><Relationship Id="rId13" Type="http://schemas.openxmlformats.org/officeDocument/2006/relationships/oleObject" Target="../embeddings/oleObject122.bin"/><Relationship Id="rId12" Type="http://schemas.openxmlformats.org/officeDocument/2006/relationships/tags" Target="../tags/tag69.xml"/><Relationship Id="rId11" Type="http://schemas.openxmlformats.org/officeDocument/2006/relationships/image" Target="../media/image120.wmf"/><Relationship Id="rId10" Type="http://schemas.openxmlformats.org/officeDocument/2006/relationships/oleObject" Target="../embeddings/oleObject121.bin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5.bin"/><Relationship Id="rId8" Type="http://schemas.openxmlformats.org/officeDocument/2006/relationships/tags" Target="../tags/tag88.xml"/><Relationship Id="rId7" Type="http://schemas.openxmlformats.org/officeDocument/2006/relationships/image" Target="../media/image133.wmf"/><Relationship Id="rId6" Type="http://schemas.openxmlformats.org/officeDocument/2006/relationships/oleObject" Target="../embeddings/oleObject134.bin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4" Type="http://schemas.openxmlformats.org/officeDocument/2006/relationships/vmlDrawing" Target="../drawings/vmlDrawing14.vml"/><Relationship Id="rId23" Type="http://schemas.openxmlformats.org/officeDocument/2006/relationships/slideLayout" Target="../slideLayouts/slideLayout172.xml"/><Relationship Id="rId22" Type="http://schemas.openxmlformats.org/officeDocument/2006/relationships/image" Target="../media/image138.wmf"/><Relationship Id="rId21" Type="http://schemas.openxmlformats.org/officeDocument/2006/relationships/oleObject" Target="../embeddings/oleObject139.bin"/><Relationship Id="rId20" Type="http://schemas.openxmlformats.org/officeDocument/2006/relationships/tags" Target="../tags/tag92.xml"/><Relationship Id="rId2" Type="http://schemas.openxmlformats.org/officeDocument/2006/relationships/tags" Target="../tags/tag84.xml"/><Relationship Id="rId19" Type="http://schemas.openxmlformats.org/officeDocument/2006/relationships/image" Target="../media/image137.wmf"/><Relationship Id="rId18" Type="http://schemas.openxmlformats.org/officeDocument/2006/relationships/oleObject" Target="../embeddings/oleObject138.bin"/><Relationship Id="rId17" Type="http://schemas.openxmlformats.org/officeDocument/2006/relationships/tags" Target="../tags/tag91.xml"/><Relationship Id="rId16" Type="http://schemas.openxmlformats.org/officeDocument/2006/relationships/image" Target="../media/image136.wmf"/><Relationship Id="rId15" Type="http://schemas.openxmlformats.org/officeDocument/2006/relationships/oleObject" Target="../embeddings/oleObject137.bin"/><Relationship Id="rId14" Type="http://schemas.openxmlformats.org/officeDocument/2006/relationships/tags" Target="../tags/tag90.xml"/><Relationship Id="rId13" Type="http://schemas.openxmlformats.org/officeDocument/2006/relationships/image" Target="../media/image135.wmf"/><Relationship Id="rId12" Type="http://schemas.openxmlformats.org/officeDocument/2006/relationships/oleObject" Target="../embeddings/oleObject136.bin"/><Relationship Id="rId11" Type="http://schemas.openxmlformats.org/officeDocument/2006/relationships/tags" Target="../tags/tag89.xml"/><Relationship Id="rId10" Type="http://schemas.openxmlformats.org/officeDocument/2006/relationships/image" Target="../media/image134.wmf"/><Relationship Id="rId1" Type="http://schemas.openxmlformats.org/officeDocument/2006/relationships/tags" Target="../tags/tag8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oleObject" Target="../embeddings/oleObject141.bin"/><Relationship Id="rId7" Type="http://schemas.openxmlformats.org/officeDocument/2006/relationships/tags" Target="../tags/tag97.xml"/><Relationship Id="rId6" Type="http://schemas.openxmlformats.org/officeDocument/2006/relationships/image" Target="../media/image139.wmf"/><Relationship Id="rId5" Type="http://schemas.openxmlformats.org/officeDocument/2006/relationships/oleObject" Target="../embeddings/oleObject140.bin"/><Relationship Id="rId4" Type="http://schemas.openxmlformats.org/officeDocument/2006/relationships/tags" Target="../tags/tag96.xml"/><Relationship Id="rId37" Type="http://schemas.openxmlformats.org/officeDocument/2006/relationships/vmlDrawing" Target="../drawings/vmlDrawing15.vml"/><Relationship Id="rId36" Type="http://schemas.openxmlformats.org/officeDocument/2006/relationships/slideLayout" Target="../slideLayouts/slideLayout183.xml"/><Relationship Id="rId35" Type="http://schemas.openxmlformats.org/officeDocument/2006/relationships/image" Target="../media/image148.wmf"/><Relationship Id="rId34" Type="http://schemas.openxmlformats.org/officeDocument/2006/relationships/oleObject" Target="../embeddings/oleObject149.bin"/><Relationship Id="rId33" Type="http://schemas.openxmlformats.org/officeDocument/2006/relationships/tags" Target="../tags/tag107.xml"/><Relationship Id="rId32" Type="http://schemas.openxmlformats.org/officeDocument/2006/relationships/image" Target="../media/image147.wmf"/><Relationship Id="rId31" Type="http://schemas.openxmlformats.org/officeDocument/2006/relationships/oleObject" Target="../embeddings/oleObject148.bin"/><Relationship Id="rId30" Type="http://schemas.openxmlformats.org/officeDocument/2006/relationships/tags" Target="../tags/tag106.xml"/><Relationship Id="rId3" Type="http://schemas.openxmlformats.org/officeDocument/2006/relationships/tags" Target="../tags/tag95.xml"/><Relationship Id="rId29" Type="http://schemas.openxmlformats.org/officeDocument/2006/relationships/image" Target="../media/image146.wmf"/><Relationship Id="rId28" Type="http://schemas.openxmlformats.org/officeDocument/2006/relationships/oleObject" Target="../embeddings/oleObject147.bin"/><Relationship Id="rId27" Type="http://schemas.openxmlformats.org/officeDocument/2006/relationships/tags" Target="../tags/tag105.xml"/><Relationship Id="rId26" Type="http://schemas.openxmlformats.org/officeDocument/2006/relationships/tags" Target="../tags/tag104.xml"/><Relationship Id="rId25" Type="http://schemas.openxmlformats.org/officeDocument/2006/relationships/image" Target="../media/image145.wmf"/><Relationship Id="rId24" Type="http://schemas.openxmlformats.org/officeDocument/2006/relationships/oleObject" Target="../embeddings/oleObject146.bin"/><Relationship Id="rId23" Type="http://schemas.openxmlformats.org/officeDocument/2006/relationships/tags" Target="../tags/tag103.xml"/><Relationship Id="rId22" Type="http://schemas.openxmlformats.org/officeDocument/2006/relationships/tags" Target="../tags/tag102.xml"/><Relationship Id="rId21" Type="http://schemas.openxmlformats.org/officeDocument/2006/relationships/image" Target="../media/image144.wmf"/><Relationship Id="rId20" Type="http://schemas.openxmlformats.org/officeDocument/2006/relationships/oleObject" Target="../embeddings/oleObject145.bin"/><Relationship Id="rId2" Type="http://schemas.openxmlformats.org/officeDocument/2006/relationships/tags" Target="../tags/tag94.xml"/><Relationship Id="rId19" Type="http://schemas.openxmlformats.org/officeDocument/2006/relationships/tags" Target="../tags/tag101.xml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144.bin"/><Relationship Id="rId16" Type="http://schemas.openxmlformats.org/officeDocument/2006/relationships/tags" Target="../tags/tag100.xml"/><Relationship Id="rId15" Type="http://schemas.openxmlformats.org/officeDocument/2006/relationships/image" Target="../media/image142.wmf"/><Relationship Id="rId14" Type="http://schemas.openxmlformats.org/officeDocument/2006/relationships/oleObject" Target="../embeddings/oleObject143.bin"/><Relationship Id="rId13" Type="http://schemas.openxmlformats.org/officeDocument/2006/relationships/tags" Target="../tags/tag99.xml"/><Relationship Id="rId12" Type="http://schemas.openxmlformats.org/officeDocument/2006/relationships/image" Target="../media/image141.wmf"/><Relationship Id="rId11" Type="http://schemas.openxmlformats.org/officeDocument/2006/relationships/oleObject" Target="../embeddings/oleObject142.bin"/><Relationship Id="rId10" Type="http://schemas.openxmlformats.org/officeDocument/2006/relationships/tags" Target="../tags/tag98.xml"/><Relationship Id="rId1" Type="http://schemas.openxmlformats.org/officeDocument/2006/relationships/tags" Target="../tags/tag93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49.wmf"/><Relationship Id="rId3" Type="http://schemas.openxmlformats.org/officeDocument/2006/relationships/oleObject" Target="../embeddings/oleObject151.bin"/><Relationship Id="rId22" Type="http://schemas.openxmlformats.org/officeDocument/2006/relationships/vmlDrawing" Target="../drawings/vmlDrawing16.vml"/><Relationship Id="rId21" Type="http://schemas.openxmlformats.org/officeDocument/2006/relationships/slideLayout" Target="../slideLayouts/slideLayout117.xml"/><Relationship Id="rId20" Type="http://schemas.openxmlformats.org/officeDocument/2006/relationships/image" Target="../media/image35.wmf"/><Relationship Id="rId2" Type="http://schemas.openxmlformats.org/officeDocument/2006/relationships/image" Target="../media/image22.wmf"/><Relationship Id="rId19" Type="http://schemas.openxmlformats.org/officeDocument/2006/relationships/oleObject" Target="../embeddings/oleObject159.bin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158.bin"/><Relationship Id="rId16" Type="http://schemas.openxmlformats.org/officeDocument/2006/relationships/image" Target="../media/image37.wmf"/><Relationship Id="rId15" Type="http://schemas.openxmlformats.org/officeDocument/2006/relationships/oleObject" Target="../embeddings/oleObject157.bin"/><Relationship Id="rId14" Type="http://schemas.openxmlformats.org/officeDocument/2006/relationships/image" Target="../media/image151.wmf"/><Relationship Id="rId13" Type="http://schemas.openxmlformats.org/officeDocument/2006/relationships/oleObject" Target="../embeddings/oleObject156.bin"/><Relationship Id="rId12" Type="http://schemas.openxmlformats.org/officeDocument/2006/relationships/image" Target="../media/image29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34.wmf"/><Relationship Id="rId1" Type="http://schemas.openxmlformats.org/officeDocument/2006/relationships/oleObject" Target="../embeddings/oleObject150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4.xml"/><Relationship Id="rId8" Type="http://schemas.openxmlformats.org/officeDocument/2006/relationships/image" Target="../media/image155.wmf"/><Relationship Id="rId7" Type="http://schemas.openxmlformats.org/officeDocument/2006/relationships/oleObject" Target="../embeddings/oleObject163.bin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62.bin"/><Relationship Id="rId4" Type="http://schemas.openxmlformats.org/officeDocument/2006/relationships/image" Target="../media/image153.wmf"/><Relationship Id="rId3" Type="http://schemas.openxmlformats.org/officeDocument/2006/relationships/oleObject" Target="../embeddings/oleObject161.bin"/><Relationship Id="rId2" Type="http://schemas.openxmlformats.org/officeDocument/2006/relationships/image" Target="../media/image152.wmf"/><Relationship Id="rId10" Type="http://schemas.openxmlformats.org/officeDocument/2006/relationships/vmlDrawing" Target="../drawings/vmlDrawing17.vml"/><Relationship Id="rId1" Type="http://schemas.openxmlformats.org/officeDocument/2006/relationships/oleObject" Target="../embeddings/oleObject16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3" Type="http://schemas.openxmlformats.org/officeDocument/2006/relationships/slideLayout" Target="../slideLayouts/slideLayout216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tags" Target="../tags/tag109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tags" Target="../tags/tag108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文本框 20481"/>
          <p:cNvSpPr txBox="1"/>
          <p:nvPr/>
        </p:nvSpPr>
        <p:spPr>
          <a:xfrm>
            <a:off x="2476500" y="990600"/>
            <a:ext cx="43097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3200" b="1" i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工程电磁场</a:t>
            </a:r>
            <a:r>
              <a:rPr lang="en-US" altLang="zh-CN" sz="3200" b="1" i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B</a:t>
            </a:r>
            <a:r>
              <a:rPr lang="zh-CN" altLang="en-US" sz="3200" b="1" i="0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期末复习</a:t>
            </a:r>
            <a:endParaRPr lang="zh-CN" altLang="en-US" sz="3200" b="1" i="0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6" name="动作按钮: 前进或下一项 204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95830" y="1943100"/>
            <a:ext cx="4812030" cy="395859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400" b="1" i="0"/>
              <a:t>一、矢量分析基础</a:t>
            </a:r>
            <a:endParaRPr lang="zh-CN" altLang="en-US" sz="2400" b="1" i="0"/>
          </a:p>
          <a:p>
            <a:pPr algn="l"/>
            <a:r>
              <a:rPr lang="zh-CN" altLang="en-US" sz="2400" b="1" i="0"/>
              <a:t>二、静态场</a:t>
            </a:r>
            <a:r>
              <a:rPr lang="zh-CN" altLang="en-US" sz="2400" b="1" i="0">
                <a:sym typeface="+mn-ea"/>
              </a:rPr>
              <a:t>的知识要点</a:t>
            </a:r>
            <a:endParaRPr lang="zh-CN" altLang="en-US" sz="2400" b="1" i="0"/>
          </a:p>
          <a:p>
            <a:pPr algn="l"/>
            <a:r>
              <a:rPr lang="zh-CN" altLang="en-US" sz="2400" b="1" i="0"/>
              <a:t>三、时变场</a:t>
            </a:r>
            <a:r>
              <a:rPr lang="zh-CN" altLang="en-US" sz="2400" b="1" i="0"/>
              <a:t>的知识要点</a:t>
            </a:r>
            <a:endParaRPr lang="zh-CN" altLang="en-US" sz="2400" b="1" i="0"/>
          </a:p>
          <a:p>
            <a:pPr algn="l"/>
            <a:r>
              <a:rPr lang="zh-CN" altLang="en-US" sz="2400" b="1" i="0"/>
              <a:t>四、平面电磁波知识</a:t>
            </a:r>
            <a:r>
              <a:rPr lang="zh-CN" altLang="en-US" sz="2400" b="1" i="0"/>
              <a:t>要点</a:t>
            </a:r>
            <a:endParaRPr lang="zh-CN" altLang="en-US" sz="2400" b="1" i="0"/>
          </a:p>
          <a:p>
            <a:pPr algn="l"/>
            <a:r>
              <a:rPr lang="zh-CN" altLang="en-US" sz="2400" b="1" i="0"/>
              <a:t>五、导行电磁波知识</a:t>
            </a:r>
            <a:r>
              <a:rPr lang="zh-CN" altLang="en-US" sz="2400" b="1" i="0"/>
              <a:t>要点</a:t>
            </a:r>
            <a:endParaRPr lang="zh-CN" altLang="en-US" sz="2400" b="1" i="0"/>
          </a:p>
          <a:p>
            <a:pPr algn="l"/>
            <a:r>
              <a:rPr lang="zh-CN" altLang="en-US" sz="2400" b="1" i="0"/>
              <a:t>六、电流元辐射知识</a:t>
            </a:r>
            <a:r>
              <a:rPr lang="zh-CN" altLang="en-US" sz="2400" b="1" i="0"/>
              <a:t>要点</a:t>
            </a:r>
            <a:endParaRPr lang="zh-CN" altLang="en-US" sz="2400" b="1" i="0"/>
          </a:p>
          <a:p>
            <a:pPr algn="l"/>
            <a:r>
              <a:rPr lang="zh-CN" altLang="en-US" sz="2400" b="1" i="0"/>
              <a:t>七、场的求解方法</a:t>
            </a:r>
            <a:endParaRPr lang="zh-CN" altLang="en-US" sz="2400" b="1" i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48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文本框 3073"/>
          <p:cNvSpPr txBox="1"/>
          <p:nvPr/>
        </p:nvSpPr>
        <p:spPr>
          <a:xfrm>
            <a:off x="914400" y="1225550"/>
            <a:ext cx="57867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、矢量的基本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运算，点积和叉积的计算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75" name="对象 3074"/>
          <p:cNvGraphicFramePr/>
          <p:nvPr/>
        </p:nvGraphicFramePr>
        <p:xfrm>
          <a:off x="5358765" y="2349500"/>
          <a:ext cx="3733800" cy="56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032000" imgH="419100" progId="Equation.DSMT4">
                  <p:embed/>
                </p:oleObj>
              </mc:Choice>
              <mc:Fallback>
                <p:oleObj name="" r:id="rId1" imgW="2032000" imgH="4191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58765" y="2349500"/>
                        <a:ext cx="3733800" cy="5645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文本框 3080"/>
          <p:cNvSpPr txBox="1"/>
          <p:nvPr/>
        </p:nvSpPr>
        <p:spPr>
          <a:xfrm>
            <a:off x="971550" y="2421255"/>
            <a:ext cx="42957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梯度：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是一个矢量，代表最大方向导数。</a:t>
            </a:r>
            <a:endParaRPr lang="zh-CN" altLang="en-US" sz="1800" b="1" i="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矢量分析基础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772920"/>
            <a:ext cx="47752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三度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的定义及其物理含义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1550" y="3069590"/>
            <a:ext cx="41808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散度：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是一个标量，代表通量源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的强度。</a:t>
            </a:r>
            <a:endParaRPr lang="zh-CN" altLang="en-US" sz="1800" b="1" i="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147" name="对象 6146"/>
          <p:cNvGraphicFramePr/>
          <p:nvPr/>
        </p:nvGraphicFramePr>
        <p:xfrm>
          <a:off x="5358765" y="2961005"/>
          <a:ext cx="2720975" cy="565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472565" imgH="482600" progId="Equation.DSMT4">
                  <p:embed/>
                </p:oleObj>
              </mc:Choice>
              <mc:Fallback>
                <p:oleObj name="" r:id="rId3" imgW="1472565" imgH="4826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58765" y="2961005"/>
                        <a:ext cx="2720975" cy="565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71550" y="3645535"/>
            <a:ext cx="41808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旋度：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是一个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矢量，代表漩涡源的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强度。</a:t>
            </a:r>
            <a:endParaRPr lang="zh-CN" altLang="en-US" sz="1800" b="1" i="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507" name="对象 21506"/>
          <p:cNvGraphicFramePr/>
          <p:nvPr/>
        </p:nvGraphicFramePr>
        <p:xfrm>
          <a:off x="5358765" y="3573780"/>
          <a:ext cx="324929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5" imgW="1739265" imgH="520700" progId="Equation.DSMT4">
                  <p:embed/>
                </p:oleObj>
              </mc:Choice>
              <mc:Fallback>
                <p:oleObj name="" r:id="rId5" imgW="1739265" imgH="5207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58765" y="3573780"/>
                        <a:ext cx="3249295" cy="552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71550" y="4221480"/>
            <a:ext cx="37198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哈密顿算子：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是一个</a:t>
            </a:r>
            <a:r>
              <a: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矢量。</a:t>
            </a:r>
            <a:endParaRPr lang="zh-CN" altLang="en-US" sz="1800" b="1" i="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170" name="对象 1025"/>
          <p:cNvGraphicFramePr/>
          <p:nvPr/>
        </p:nvGraphicFramePr>
        <p:xfrm>
          <a:off x="5358765" y="4221480"/>
          <a:ext cx="28098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1536700" imgH="419100" progId="Equation.3">
                  <p:embed/>
                </p:oleObj>
              </mc:Choice>
              <mc:Fallback>
                <p:oleObj name="" r:id="rId7" imgW="1536700" imgH="4191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58765" y="4221480"/>
                        <a:ext cx="2809875" cy="542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914400" y="4941570"/>
            <a:ext cx="8064500" cy="720090"/>
            <a:chOff x="1416" y="8235"/>
            <a:chExt cx="12700" cy="1134"/>
          </a:xfrm>
        </p:grpSpPr>
        <p:graphicFrame>
          <p:nvGraphicFramePr>
            <p:cNvPr id="16386" name="对象 37889"/>
            <p:cNvGraphicFramePr/>
            <p:nvPr/>
          </p:nvGraphicFramePr>
          <p:xfrm>
            <a:off x="1530" y="8423"/>
            <a:ext cx="4055" cy="7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9" imgW="1879600" imgH="419100" progId="Equation.3">
                    <p:embed/>
                  </p:oleObj>
                </mc:Choice>
                <mc:Fallback>
                  <p:oleObj name="" r:id="rId9" imgW="1879600" imgH="419100" progId="Equation.3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30" y="8423"/>
                          <a:ext cx="4055" cy="7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0" name="对象 37891"/>
            <p:cNvGraphicFramePr/>
            <p:nvPr/>
          </p:nvGraphicFramePr>
          <p:xfrm>
            <a:off x="6519" y="8349"/>
            <a:ext cx="4180" cy="9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1497965" imgH="444500" progId="Equation.3">
                    <p:embed/>
                  </p:oleObj>
                </mc:Choice>
                <mc:Fallback>
                  <p:oleObj name="" r:id="rId11" imgW="1497965" imgH="4445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19" y="8349"/>
                          <a:ext cx="4180" cy="9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5" name="对象 11276"/>
            <p:cNvGraphicFramePr/>
            <p:nvPr/>
          </p:nvGraphicFramePr>
          <p:xfrm>
            <a:off x="11282" y="8615"/>
            <a:ext cx="2518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" r:id="rId13" imgW="900430" imgH="177800" progId="Equation.DSMT4">
                    <p:embed/>
                  </p:oleObj>
                </mc:Choice>
                <mc:Fallback>
                  <p:oleObj name="" r:id="rId13" imgW="900430" imgH="177800" progId="Equation.DSMT4">
                    <p:embed/>
                    <p:pic>
                      <p:nvPicPr>
                        <p:cNvPr id="0" name="图片 309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282" y="8615"/>
                          <a:ext cx="2518" cy="3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/>
            <p:cNvSpPr/>
            <p:nvPr/>
          </p:nvSpPr>
          <p:spPr>
            <a:xfrm>
              <a:off x="1416" y="8235"/>
              <a:ext cx="12701" cy="11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2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1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3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81" grpId="0"/>
      <p:bldP spid="2052" grpId="0" bldLvl="0" animBg="1"/>
      <p:bldP spid="2" grpId="0"/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矢量分析基础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84225" y="1196975"/>
            <a:ext cx="47752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三定理</a:t>
            </a:r>
            <a:r>
              <a:rPr lang="en-US" altLang="zh-CN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”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表达式及其</a:t>
            </a:r>
            <a:r>
              <a:rPr lang="zh-CN" altLang="en-US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意义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55650" y="1917065"/>
            <a:ext cx="7920990" cy="1296035"/>
            <a:chOff x="1190" y="2679"/>
            <a:chExt cx="12474" cy="2041"/>
          </a:xfrm>
        </p:grpSpPr>
        <p:sp>
          <p:nvSpPr>
            <p:cNvPr id="3081" name="文本框 3080"/>
            <p:cNvSpPr txBox="1"/>
            <p:nvPr/>
          </p:nvSpPr>
          <p:spPr>
            <a:xfrm>
              <a:off x="1235" y="2756"/>
              <a:ext cx="7520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散度定理：（</a:t>
              </a: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高斯定理）</a:t>
              </a:r>
              <a:endPara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数学上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：将</a:t>
              </a:r>
              <a:r>
                <a:rPr lang="zh-CN" altLang="en-US" sz="1800" b="1" i="0" dirty="0">
                  <a:solidFill>
                    <a:srgbClr val="0000FF"/>
                  </a:solidFill>
                  <a:ea typeface="楷体_GB2312" pitchFamily="49" charset="-122"/>
                  <a:sym typeface="+mn-ea"/>
                </a:rPr>
                <a:t>体积分转化为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面积分。</a:t>
              </a:r>
              <a:endPara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物理上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：建立了区域中场和该区域边界面上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场的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关系。</a:t>
              </a:r>
              <a:endPara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4341" name="对象 7172"/>
            <p:cNvGraphicFramePr/>
            <p:nvPr/>
          </p:nvGraphicFramePr>
          <p:xfrm>
            <a:off x="8755" y="3132"/>
            <a:ext cx="4228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" imgW="1472565" imgH="292100" progId="Equation.DSMT4">
                    <p:embed/>
                  </p:oleObj>
                </mc:Choice>
                <mc:Fallback>
                  <p:oleObj name="" r:id="rId1" imgW="1472565" imgH="2921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755" y="3132"/>
                          <a:ext cx="4228" cy="61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/>
            <p:nvPr/>
          </p:nvSpPr>
          <p:spPr>
            <a:xfrm>
              <a:off x="1190" y="2679"/>
              <a:ext cx="12474" cy="20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5650" y="3780790"/>
            <a:ext cx="7920990" cy="1296035"/>
            <a:chOff x="1190" y="4891"/>
            <a:chExt cx="12474" cy="2041"/>
          </a:xfrm>
        </p:grpSpPr>
        <p:sp>
          <p:nvSpPr>
            <p:cNvPr id="5" name="文本框 4"/>
            <p:cNvSpPr txBox="1"/>
            <p:nvPr/>
          </p:nvSpPr>
          <p:spPr>
            <a:xfrm>
              <a:off x="1324" y="4947"/>
              <a:ext cx="7431" cy="18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旋度定理：（斯托克斯</a:t>
              </a: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定理）</a:t>
              </a:r>
              <a:endPara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l">
                <a:spcBef>
                  <a:spcPts val="0"/>
                </a:spcBef>
                <a:buClrTx/>
                <a:buSzTx/>
                <a:buNone/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数学上：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将面积分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转化为线积分。</a:t>
              </a:r>
              <a:endParaRPr lang="zh-CN" altLang="en-US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l">
                <a:spcBef>
                  <a:spcPts val="0"/>
                </a:spcBef>
                <a:buClrTx/>
                <a:buSzTx/>
                <a:buNone/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物理上：</a:t>
              </a:r>
              <a:r>
                <a:rPr lang="zh-CN" altLang="en-US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建立区域中的场和区域边缘的磁场的关系</a:t>
              </a:r>
              <a:r>
                <a:rPr lang="en-US" altLang="zh-CN" sz="1800" b="1" i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</a:t>
              </a:r>
              <a:endParaRPr lang="en-US" altLang="zh-CN" sz="1800" b="1" i="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1509" name="对象 12291"/>
            <p:cNvGraphicFramePr/>
            <p:nvPr/>
          </p:nvGraphicFramePr>
          <p:xfrm>
            <a:off x="8901" y="5400"/>
            <a:ext cx="4533" cy="5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3" imgW="1637665" imgH="292100" progId="Equation.DSMT4">
                    <p:embed/>
                  </p:oleObj>
                </mc:Choice>
                <mc:Fallback>
                  <p:oleObj name="" r:id="rId3" imgW="1637665" imgH="292100" progId="Equation.DSMT4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901" y="5400"/>
                          <a:ext cx="4533" cy="5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矩形 7"/>
            <p:cNvSpPr/>
            <p:nvPr/>
          </p:nvSpPr>
          <p:spPr>
            <a:xfrm>
              <a:off x="1190" y="4891"/>
              <a:ext cx="12474" cy="204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矢量分析基础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47752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3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“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三定理</a:t>
            </a: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”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的表达式及其意义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71550" y="1845310"/>
            <a:ext cx="769810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亥姆霍兹定理：</a:t>
            </a:r>
            <a:endParaRPr lang="zh-CN" altLang="en-US" sz="1800" b="1" i="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若矢量场</a:t>
            </a:r>
            <a:r>
              <a:rPr lang="zh-CN" altLang="en-US" sz="1800" b="1" i="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800" b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1800" i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1800" b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1800" i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1800" b="1" i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无限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区域中处处是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单值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的， 且其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导数连续有界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，源分布在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有限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区域</a:t>
            </a:r>
            <a:r>
              <a:rPr lang="en-US" altLang="zh-CN" sz="1800">
                <a:latin typeface="Times New Roman" panose="02020603050405020304" pitchFamily="18" charset="0"/>
                <a:ea typeface="楷体_GB2312" pitchFamily="49" charset="-122"/>
              </a:rPr>
              <a:t>V </a:t>
            </a:r>
            <a:r>
              <a:rPr lang="en-US" altLang="zh-CN" sz="1800" i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</a:t>
            </a:r>
            <a:r>
              <a:rPr lang="en-US" altLang="zh-CN" sz="1800" b="1" i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中，则当矢量场的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散度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及</a:t>
            </a:r>
            <a:r>
              <a:rPr lang="zh-CN" altLang="en-US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旋度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给定后，该矢量场</a:t>
            </a:r>
            <a:r>
              <a:rPr lang="zh-CN" altLang="en-US" sz="1800" b="1" i="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800" b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1800" i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1800" b="1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lang="en-US" altLang="zh-CN" sz="1800" i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1800" i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可以表示为</a:t>
            </a:r>
            <a:r>
              <a:rPr lang="zh-CN" altLang="en-US" sz="1800" b="1" i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800" b="1" i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340" name="对象 14339"/>
          <p:cNvGraphicFramePr/>
          <p:nvPr/>
        </p:nvGraphicFramePr>
        <p:xfrm>
          <a:off x="2700020" y="2925445"/>
          <a:ext cx="2442210" cy="26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1" imgW="1701800" imgH="203200" progId="Equation.3">
                  <p:embed/>
                </p:oleObj>
              </mc:Choice>
              <mc:Fallback>
                <p:oleObj name="" r:id="rId1" imgW="1701800" imgH="2032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020" y="2925445"/>
                        <a:ext cx="2442210" cy="2616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385" name="组合 14384"/>
          <p:cNvGrpSpPr/>
          <p:nvPr/>
        </p:nvGrpSpPr>
        <p:grpSpPr>
          <a:xfrm>
            <a:off x="2700020" y="3285490"/>
            <a:ext cx="2819400" cy="1172210"/>
            <a:chOff x="3216" y="2589"/>
            <a:chExt cx="1776" cy="1105"/>
          </a:xfrm>
        </p:grpSpPr>
        <p:graphicFrame>
          <p:nvGraphicFramePr>
            <p:cNvPr id="26629" name="对象 14343"/>
            <p:cNvGraphicFramePr/>
            <p:nvPr/>
          </p:nvGraphicFramePr>
          <p:xfrm>
            <a:off x="3216" y="3216"/>
            <a:ext cx="1776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3" imgW="1688465" imgH="444500" progId="Equation.3">
                    <p:embed/>
                  </p:oleObj>
                </mc:Choice>
                <mc:Fallback>
                  <p:oleObj name="" r:id="rId3" imgW="1688465" imgH="4445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16" y="3216"/>
                          <a:ext cx="1776" cy="4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0" name="对象 14341"/>
            <p:cNvGraphicFramePr/>
            <p:nvPr/>
          </p:nvGraphicFramePr>
          <p:xfrm>
            <a:off x="3216" y="2589"/>
            <a:ext cx="1764" cy="4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5" imgW="1675765" imgH="444500" progId="Equation.3">
                    <p:embed/>
                  </p:oleObj>
                </mc:Choice>
                <mc:Fallback>
                  <p:oleObj name="" r:id="rId5" imgW="1675765" imgH="4445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16" y="2589"/>
                          <a:ext cx="1764" cy="4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矩形 2"/>
          <p:cNvSpPr/>
          <p:nvPr/>
        </p:nvSpPr>
        <p:spPr>
          <a:xfrm>
            <a:off x="913765" y="1748155"/>
            <a:ext cx="7833995" cy="417512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99795" y="4615180"/>
            <a:ext cx="7698105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1800" b="1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✽</a:t>
            </a:r>
            <a:r>
              <a:rPr lang="en-US" altLang="zh-CN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任一矢量场均可表示为一个</a:t>
            </a:r>
            <a:r>
              <a:rPr lang="en-US" altLang="zh-CN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无旋场与一个无散场之和。</a:t>
            </a:r>
            <a:endParaRPr lang="zh-CN" altLang="en-US" sz="1800" b="1" i="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1800" b="1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✽</a:t>
            </a:r>
            <a:r>
              <a:rPr lang="en-US" altLang="zh-CN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无限空间中既无</a:t>
            </a:r>
            <a:r>
              <a:rPr lang="zh-CN" altLang="en-US" sz="18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散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又无</a:t>
            </a:r>
            <a:r>
              <a:rPr lang="zh-CN" altLang="en-US" sz="18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旋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的场是不存在</a:t>
            </a:r>
            <a:r>
              <a:rPr lang="zh-CN" altLang="en-US" sz="18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的。</a:t>
            </a:r>
            <a:endParaRPr lang="zh-CN" altLang="en-US" sz="1800" b="1" i="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800" b="1" i="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✽ </a:t>
            </a:r>
            <a:r>
              <a:rPr lang="zh-CN" altLang="en-US" sz="18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局部的无源区可能存在既无散也无旋的场。</a:t>
            </a:r>
            <a:endParaRPr lang="zh-CN" altLang="en-US" sz="18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9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一、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矢量分析基础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4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、无散场和无旋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场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13765" y="1748155"/>
            <a:ext cx="7180580" cy="1233170"/>
            <a:chOff x="1439" y="2753"/>
            <a:chExt cx="11308" cy="1942"/>
          </a:xfrm>
        </p:grpSpPr>
        <p:sp>
          <p:nvSpPr>
            <p:cNvPr id="9" name="文本框 8"/>
            <p:cNvSpPr txBox="1"/>
            <p:nvPr/>
          </p:nvSpPr>
          <p:spPr>
            <a:xfrm>
              <a:off x="1530" y="2906"/>
              <a:ext cx="1017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无散场：散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度处处为零的场。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439" y="2753"/>
              <a:ext cx="11309" cy="194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24581" name="对象 13316"/>
            <p:cNvGraphicFramePr/>
            <p:nvPr/>
          </p:nvGraphicFramePr>
          <p:xfrm>
            <a:off x="3118" y="3586"/>
            <a:ext cx="2690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" imgW="926465" imgH="203200" progId="Equation.3">
                    <p:embed/>
                  </p:oleObj>
                </mc:Choice>
                <mc:Fallback>
                  <p:oleObj name="" r:id="rId1" imgW="926465" imgH="2032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18" y="3586"/>
                          <a:ext cx="2690" cy="4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5993" y="3519"/>
              <a:ext cx="624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任一矢量场的旋度的散度一定等于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零。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993" y="4038"/>
              <a:ext cx="624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任一无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散场可以用一个旋度场来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表示。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14400" y="3162935"/>
            <a:ext cx="7180580" cy="1192530"/>
            <a:chOff x="1440" y="4981"/>
            <a:chExt cx="11308" cy="1878"/>
          </a:xfrm>
        </p:grpSpPr>
        <p:sp>
          <p:nvSpPr>
            <p:cNvPr id="6" name="文本框 5"/>
            <p:cNvSpPr txBox="1"/>
            <p:nvPr/>
          </p:nvSpPr>
          <p:spPr>
            <a:xfrm>
              <a:off x="1530" y="5060"/>
              <a:ext cx="1017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无旋场：旋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度处处为零的场。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440" y="4981"/>
              <a:ext cx="11309" cy="187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5993" y="5668"/>
              <a:ext cx="624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任一矢量场的梯度的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旋度一定等于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零。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5993" y="6176"/>
              <a:ext cx="6247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任一无旋场可以用一个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梯度场来</a:t>
              </a:r>
              <a:r>
                <a:rPr lang="zh-CN" altLang="en-US" sz="18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表示。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5603" name="对象 26625"/>
            <p:cNvGraphicFramePr/>
            <p:nvPr/>
          </p:nvGraphicFramePr>
          <p:xfrm>
            <a:off x="3118" y="5741"/>
            <a:ext cx="25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3" imgW="862965" imgH="203200" progId="Equation.3">
                    <p:embed/>
                  </p:oleObj>
                </mc:Choice>
                <mc:Fallback>
                  <p:oleObj name="" r:id="rId3" imgW="862965" imgH="2032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118" y="5741"/>
                          <a:ext cx="2520" cy="4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/>
          <p:nvPr/>
        </p:nvSpPr>
        <p:spPr>
          <a:xfrm>
            <a:off x="914400" y="435610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5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、正交曲面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坐标系</a:t>
            </a:r>
            <a:endParaRPr lang="zh-CN" altLang="en-US" b="1" i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490728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二、静态场的知识要点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313690" y="1844675"/>
          <a:ext cx="8516620" cy="2673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070"/>
                <a:gridCol w="2463165"/>
                <a:gridCol w="2718435"/>
                <a:gridCol w="2647950"/>
              </a:tblGrid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静电场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恒定电流场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恒定磁场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源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静止电荷</a:t>
                      </a:r>
                      <a:r>
                        <a:rPr lang="en-US" sz="1600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外加源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恒定电流</a:t>
                      </a: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8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基本方程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场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特性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有散无旋场，保守场</a:t>
                      </a: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无散无旋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场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无散有旋场</a:t>
                      </a: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，非保守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场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2947" name="对象 82946"/>
          <p:cNvGraphicFramePr/>
          <p:nvPr/>
        </p:nvGraphicFramePr>
        <p:xfrm>
          <a:off x="2339975" y="2826385"/>
          <a:ext cx="1085215" cy="239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2" imgW="622300" imgH="203200" progId="Equation.3">
                  <p:embed/>
                </p:oleObj>
              </mc:Choice>
              <mc:Fallback>
                <p:oleObj name="" r:id="rId2" imgW="622300" imgH="2032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9975" y="2826385"/>
                        <a:ext cx="1085215" cy="2393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对象 82950"/>
          <p:cNvGraphicFramePr/>
          <p:nvPr/>
        </p:nvGraphicFramePr>
        <p:xfrm>
          <a:off x="1043940" y="2789555"/>
          <a:ext cx="1144270" cy="31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4" imgW="862965" imgH="292100" progId="Equation.DSMT4">
                  <p:embed/>
                </p:oleObj>
              </mc:Choice>
              <mc:Fallback>
                <p:oleObj name="" r:id="rId4" imgW="862965" imgH="2921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43940" y="2789555"/>
                        <a:ext cx="1144270" cy="3130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对象 5171"/>
          <p:cNvGraphicFramePr/>
          <p:nvPr/>
        </p:nvGraphicFramePr>
        <p:xfrm>
          <a:off x="1043940" y="3102610"/>
          <a:ext cx="1139190" cy="342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6" imgW="824865" imgH="292100" progId="Equation.DSMT4">
                  <p:embed/>
                </p:oleObj>
              </mc:Choice>
              <mc:Fallback>
                <p:oleObj name="" r:id="rId6" imgW="824865" imgH="292100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3940" y="3102610"/>
                        <a:ext cx="1139190" cy="342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对象 5124"/>
          <p:cNvGraphicFramePr/>
          <p:nvPr/>
        </p:nvGraphicFramePr>
        <p:xfrm>
          <a:off x="2339975" y="3140710"/>
          <a:ext cx="1066800" cy="215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8" imgW="634365" imgH="177800" progId="Equation.3">
                  <p:embed/>
                </p:oleObj>
              </mc:Choice>
              <mc:Fallback>
                <p:oleObj name="" r:id="rId8" imgW="634365" imgH="177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9975" y="3140710"/>
                        <a:ext cx="1066800" cy="215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表格 13"/>
          <p:cNvGraphicFramePr/>
          <p:nvPr>
            <p:custDataLst>
              <p:tags r:id="rId10"/>
            </p:custDataLst>
          </p:nvPr>
        </p:nvGraphicFramePr>
        <p:xfrm>
          <a:off x="314325" y="3923665"/>
          <a:ext cx="8516620" cy="2089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880"/>
                <a:gridCol w="2454275"/>
                <a:gridCol w="2723515"/>
                <a:gridCol w="2647950"/>
              </a:tblGrid>
              <a:tr h="59182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介质特性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极化特性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导电特性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磁化特性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91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场的通解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91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位函数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解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911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边界条件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5852" name="对象 35851"/>
          <p:cNvGraphicFramePr/>
          <p:nvPr/>
        </p:nvGraphicFramePr>
        <p:xfrm>
          <a:off x="3491865" y="2797175"/>
          <a:ext cx="1323975" cy="344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1" imgW="837565" imgH="292100" progId="Equation.DSMT4">
                  <p:embed/>
                </p:oleObj>
              </mc:Choice>
              <mc:Fallback>
                <p:oleObj name="" r:id="rId11" imgW="837565" imgH="2921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91865" y="2797175"/>
                        <a:ext cx="1323975" cy="3441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对象 13338"/>
          <p:cNvGraphicFramePr/>
          <p:nvPr/>
        </p:nvGraphicFramePr>
        <p:xfrm>
          <a:off x="4942840" y="2849245"/>
          <a:ext cx="1118870" cy="20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" r:id="rId13" imgW="558800" imgH="177800" progId="Equation.3">
                  <p:embed/>
                </p:oleObj>
              </mc:Choice>
              <mc:Fallback>
                <p:oleObj name="" r:id="rId13" imgW="558800" imgH="1778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42840" y="2849245"/>
                        <a:ext cx="1118870" cy="208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对象 305158"/>
          <p:cNvGraphicFramePr/>
          <p:nvPr/>
        </p:nvGraphicFramePr>
        <p:xfrm>
          <a:off x="6228080" y="2800985"/>
          <a:ext cx="134493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5" imgW="812165" imgH="292100" progId="Equation.DSMT4">
                  <p:embed/>
                </p:oleObj>
              </mc:Choice>
              <mc:Fallback>
                <p:oleObj name="" r:id="rId15" imgW="812165" imgH="292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28080" y="2800985"/>
                        <a:ext cx="1344930" cy="342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对象 307205"/>
          <p:cNvGraphicFramePr/>
          <p:nvPr/>
        </p:nvGraphicFramePr>
        <p:xfrm>
          <a:off x="7739380" y="2839085"/>
          <a:ext cx="1066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7" imgW="583565" imgH="177800" progId="Equation.3">
                  <p:embed/>
                </p:oleObj>
              </mc:Choice>
              <mc:Fallback>
                <p:oleObj name="" r:id="rId17" imgW="583565" imgH="1778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739380" y="2839085"/>
                        <a:ext cx="1066800" cy="22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8" name="对象 331778"/>
          <p:cNvGraphicFramePr/>
          <p:nvPr/>
        </p:nvGraphicFramePr>
        <p:xfrm>
          <a:off x="6228080" y="3102610"/>
          <a:ext cx="1386205" cy="347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9" imgW="774065" imgH="317500" progId="Equation.DSMT4">
                  <p:embed/>
                </p:oleObj>
              </mc:Choice>
              <mc:Fallback>
                <p:oleObj name="" r:id="rId19" imgW="774065" imgH="317500" progId="Equation.DSMT4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28080" y="3102610"/>
                        <a:ext cx="1386205" cy="347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1" name="对象 331781"/>
          <p:cNvGraphicFramePr/>
          <p:nvPr/>
        </p:nvGraphicFramePr>
        <p:xfrm>
          <a:off x="7772400" y="3140075"/>
          <a:ext cx="1043305" cy="215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21" imgW="685800" imgH="177800" progId="Equation.3">
                  <p:embed/>
                </p:oleObj>
              </mc:Choice>
              <mc:Fallback>
                <p:oleObj name="" r:id="rId21" imgW="685800" imgH="1778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72400" y="3140075"/>
                        <a:ext cx="1043305" cy="215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对象 31783"/>
          <p:cNvGraphicFramePr/>
          <p:nvPr/>
        </p:nvGraphicFramePr>
        <p:xfrm>
          <a:off x="1764030" y="4265930"/>
          <a:ext cx="932180" cy="189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23" imgW="494665" imgH="177800" progId="Equation.3">
                  <p:embed/>
                </p:oleObj>
              </mc:Choice>
              <mc:Fallback>
                <p:oleObj name="" r:id="rId23" imgW="494665" imgH="1778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764030" y="4265930"/>
                        <a:ext cx="932180" cy="189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4356100" y="4266565"/>
          <a:ext cx="990600" cy="189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25" imgW="494665" imgH="177800" progId="Equation.3">
                  <p:embed/>
                </p:oleObj>
              </mc:Choice>
              <mc:Fallback>
                <p:oleObj name="" r:id="rId25" imgW="494665" imgH="177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356100" y="4266565"/>
                        <a:ext cx="990600" cy="189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对象 333833"/>
          <p:cNvGraphicFramePr/>
          <p:nvPr/>
        </p:nvGraphicFramePr>
        <p:xfrm>
          <a:off x="6978650" y="4265930"/>
          <a:ext cx="1143000" cy="20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27" imgW="635000" imgH="203200" progId="Equation.3">
                  <p:embed/>
                </p:oleObj>
              </mc:Choice>
              <mc:Fallback>
                <p:oleObj name="" r:id="rId27" imgW="635000" imgH="2032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978650" y="4265930"/>
                        <a:ext cx="1143000" cy="207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对象 73732"/>
          <p:cNvGraphicFramePr/>
          <p:nvPr/>
        </p:nvGraphicFramePr>
        <p:xfrm>
          <a:off x="1007110" y="4514850"/>
          <a:ext cx="239966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29" imgW="1625600" imgH="469900" progId="Equation.3">
                  <p:embed/>
                </p:oleObj>
              </mc:Choice>
              <mc:Fallback>
                <p:oleObj name="" r:id="rId29" imgW="1625600" imgH="469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07110" y="4514850"/>
                        <a:ext cx="2399665" cy="4972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对象 309252"/>
          <p:cNvGraphicFramePr/>
          <p:nvPr/>
        </p:nvGraphicFramePr>
        <p:xfrm>
          <a:off x="6195695" y="4497705"/>
          <a:ext cx="265239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1" imgW="2006600" imgH="469900" progId="Equation.3">
                  <p:embed/>
                </p:oleObj>
              </mc:Choice>
              <mc:Fallback>
                <p:oleObj name="" r:id="rId31" imgW="2006600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195695" y="4497705"/>
                        <a:ext cx="2652395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对象 6145"/>
          <p:cNvGraphicFramePr/>
          <p:nvPr/>
        </p:nvGraphicFramePr>
        <p:xfrm>
          <a:off x="1024255" y="5010785"/>
          <a:ext cx="2365375" cy="48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3" imgW="1688465" imgH="431800" progId="Equation.3">
                  <p:embed/>
                </p:oleObj>
              </mc:Choice>
              <mc:Fallback>
                <p:oleObj name="" r:id="rId33" imgW="1688465" imgH="431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024255" y="5010785"/>
                        <a:ext cx="2365375" cy="485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309256"/>
          <p:cNvGraphicFramePr/>
          <p:nvPr/>
        </p:nvGraphicFramePr>
        <p:xfrm>
          <a:off x="6202680" y="5010785"/>
          <a:ext cx="263779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5" imgW="1472565" imgH="444500" progId="Equation.3">
                  <p:embed/>
                </p:oleObj>
              </mc:Choice>
              <mc:Fallback>
                <p:oleObj name="" r:id="rId35" imgW="1472565" imgH="444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6202680" y="5010785"/>
                        <a:ext cx="263779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09" name="对象 40008"/>
          <p:cNvGraphicFramePr/>
          <p:nvPr/>
        </p:nvGraphicFramePr>
        <p:xfrm>
          <a:off x="1043940" y="5563235"/>
          <a:ext cx="94805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7" imgW="571500" imgH="228600" progId="Equation.3">
                  <p:embed/>
                </p:oleObj>
              </mc:Choice>
              <mc:Fallback>
                <p:oleObj name="" r:id="rId37" imgW="571500" imgH="2286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043940" y="5563235"/>
                        <a:ext cx="948055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0" name="对象 40009"/>
          <p:cNvGraphicFramePr/>
          <p:nvPr/>
        </p:nvGraphicFramePr>
        <p:xfrm>
          <a:off x="6228080" y="5553075"/>
          <a:ext cx="990600" cy="24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9" imgW="596265" imgH="215900" progId="Equation.3">
                  <p:embed/>
                </p:oleObj>
              </mc:Choice>
              <mc:Fallback>
                <p:oleObj name="" r:id="rId39" imgW="596265" imgH="2159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6228080" y="5553075"/>
                        <a:ext cx="990600" cy="2419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96" name="对象 91172"/>
          <p:cNvGraphicFramePr/>
          <p:nvPr/>
        </p:nvGraphicFramePr>
        <p:xfrm>
          <a:off x="1043940" y="5804535"/>
          <a:ext cx="920115" cy="240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41" imgW="914400" imgH="228600" progId="Equation.DSMT4">
                  <p:embed/>
                </p:oleObj>
              </mc:Choice>
              <mc:Fallback>
                <p:oleObj name="" r:id="rId41" imgW="914400" imgH="2286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043940" y="5804535"/>
                        <a:ext cx="920115" cy="2406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对象 90115"/>
          <p:cNvGraphicFramePr/>
          <p:nvPr/>
        </p:nvGraphicFramePr>
        <p:xfrm>
          <a:off x="2224405" y="5522595"/>
          <a:ext cx="1219200" cy="272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43" imgW="647065" imgH="215900" progId="Equation.3">
                  <p:embed/>
                </p:oleObj>
              </mc:Choice>
              <mc:Fallback>
                <p:oleObj name="" r:id="rId43" imgW="647065" imgH="2159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224405" y="5522595"/>
                        <a:ext cx="1219200" cy="272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对象 40977"/>
          <p:cNvGraphicFramePr/>
          <p:nvPr/>
        </p:nvGraphicFramePr>
        <p:xfrm>
          <a:off x="2246630" y="5774055"/>
          <a:ext cx="1196975" cy="262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45" imgW="673100" imgH="228600" progId="Equation.DSMT4">
                  <p:embed/>
                </p:oleObj>
              </mc:Choice>
              <mc:Fallback>
                <p:oleObj name="" r:id="rId45" imgW="673100" imgH="2286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246630" y="5774055"/>
                        <a:ext cx="1196975" cy="262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对象 15380"/>
          <p:cNvGraphicFramePr/>
          <p:nvPr/>
        </p:nvGraphicFramePr>
        <p:xfrm>
          <a:off x="3491865" y="5495925"/>
          <a:ext cx="864235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47" imgW="570865" imgH="215900" progId="Equation.3">
                  <p:embed/>
                </p:oleObj>
              </mc:Choice>
              <mc:Fallback>
                <p:oleObj name="" r:id="rId47" imgW="570865" imgH="2159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491865" y="5495925"/>
                        <a:ext cx="864235" cy="255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对象 15382"/>
          <p:cNvGraphicFramePr/>
          <p:nvPr/>
        </p:nvGraphicFramePr>
        <p:xfrm>
          <a:off x="4643755" y="5530215"/>
          <a:ext cx="1524000" cy="245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49" imgW="887730" imgH="215900" progId="Equation.3">
                  <p:embed/>
                </p:oleObj>
              </mc:Choice>
              <mc:Fallback>
                <p:oleObj name="" r:id="rId49" imgW="887730" imgH="215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643755" y="5530215"/>
                        <a:ext cx="1524000" cy="2457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15372"/>
          <p:cNvGraphicFramePr/>
          <p:nvPr/>
        </p:nvGraphicFramePr>
        <p:xfrm>
          <a:off x="3491865" y="5784215"/>
          <a:ext cx="957580" cy="252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" name="" r:id="rId51" imgW="558800" imgH="228600" progId="Equation.3">
                  <p:embed/>
                </p:oleObj>
              </mc:Choice>
              <mc:Fallback>
                <p:oleObj name="" r:id="rId51" imgW="558800" imgH="2286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491865" y="5784215"/>
                        <a:ext cx="957580" cy="2527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622"/>
          <p:cNvGraphicFramePr/>
          <p:nvPr/>
        </p:nvGraphicFramePr>
        <p:xfrm>
          <a:off x="7573010" y="5537518"/>
          <a:ext cx="1267460" cy="272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53" imgW="673100" imgH="215900" progId="Equation.3">
                  <p:embed/>
                </p:oleObj>
              </mc:Choice>
              <mc:Fallback>
                <p:oleObj name="" r:id="rId53" imgW="673100" imgH="215900" progId="Equation.3">
                  <p:embed/>
                  <p:pic>
                    <p:nvPicPr>
                      <p:cNvPr id="0" name="图片 29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573010" y="5537518"/>
                        <a:ext cx="1267460" cy="272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3" name="对象 337943"/>
          <p:cNvGraphicFramePr/>
          <p:nvPr/>
        </p:nvGraphicFramePr>
        <p:xfrm>
          <a:off x="6248400" y="5795010"/>
          <a:ext cx="970280" cy="229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55" imgW="609600" imgH="228600" progId="Equation.3">
                  <p:embed/>
                </p:oleObj>
              </mc:Choice>
              <mc:Fallback>
                <p:oleObj name="" r:id="rId55" imgW="609600" imgH="2286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6248400" y="5795010"/>
                        <a:ext cx="970280" cy="2292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15377"/>
          <p:cNvGraphicFramePr/>
          <p:nvPr/>
        </p:nvGraphicFramePr>
        <p:xfrm>
          <a:off x="4643755" y="5795010"/>
          <a:ext cx="1520825" cy="216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57" imgW="990600" imgH="228600" progId="Equation.3">
                  <p:embed/>
                </p:oleObj>
              </mc:Choice>
              <mc:Fallback>
                <p:oleObj name="" r:id="rId57" imgW="990600" imgH="228600" progId="Equation.3">
                  <p:embed/>
                  <p:pic>
                    <p:nvPicPr>
                      <p:cNvPr id="0" name="图片 38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4643755" y="5795010"/>
                        <a:ext cx="1520825" cy="216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/>
          <p:cNvSpPr txBox="1"/>
          <p:nvPr/>
        </p:nvSpPr>
        <p:spPr>
          <a:xfrm>
            <a:off x="683895" y="1214755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1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、静态场基本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知识点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490728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二、静态场的知识要点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313690" y="1412875"/>
          <a:ext cx="8516620" cy="2673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7070"/>
                <a:gridCol w="2463165"/>
                <a:gridCol w="2718435"/>
                <a:gridCol w="2647950"/>
              </a:tblGrid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静电场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恒定电流场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恒定磁场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力线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电场线</a:t>
                      </a:r>
                      <a:r>
                        <a:rPr lang="en-US" sz="1600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电流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线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磁通线</a:t>
                      </a: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系统特性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电容 ：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电阻 ：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电感：</a:t>
                      </a:r>
                      <a:r>
                        <a:rPr lang="en-US" altLang="zh-CN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     </a:t>
                      </a:r>
                      <a:endParaRPr lang="en-US" altLang="zh-CN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能量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密度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偶极子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电偶极子：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磁偶极子：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394" name="对象 5123"/>
          <p:cNvGraphicFramePr/>
          <p:nvPr/>
        </p:nvGraphicFramePr>
        <p:xfrm>
          <a:off x="7097078" y="2426335"/>
          <a:ext cx="930275" cy="418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2" imgW="444500" imgH="393700" progId="Equation.3">
                  <p:embed/>
                </p:oleObj>
              </mc:Choice>
              <mc:Fallback>
                <p:oleObj name="" r:id="rId2" imgW="444500" imgH="3937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97078" y="2426335"/>
                        <a:ext cx="930275" cy="4184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6" name="对象 95235"/>
          <p:cNvGraphicFramePr/>
          <p:nvPr/>
        </p:nvGraphicFramePr>
        <p:xfrm>
          <a:off x="1858010" y="2417445"/>
          <a:ext cx="838200" cy="42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4" imgW="444500" imgH="393700" progId="Equation.3">
                  <p:embed/>
                </p:oleObj>
              </mc:Choice>
              <mc:Fallback>
                <p:oleObj name="" r:id="rId4" imgW="444500" imgH="3937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8010" y="2417445"/>
                        <a:ext cx="838200" cy="4273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618"/>
          <p:cNvGraphicFramePr/>
          <p:nvPr/>
        </p:nvGraphicFramePr>
        <p:xfrm>
          <a:off x="4427855" y="2426970"/>
          <a:ext cx="772160" cy="47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6" imgW="444500" imgH="393700" progId="Equation.3">
                  <p:embed/>
                </p:oleObj>
              </mc:Choice>
              <mc:Fallback>
                <p:oleObj name="" r:id="rId6" imgW="444500" imgH="3937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7855" y="2426970"/>
                        <a:ext cx="772160" cy="4781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14340"/>
          <p:cNvGraphicFramePr/>
          <p:nvPr/>
        </p:nvGraphicFramePr>
        <p:xfrm>
          <a:off x="2123440" y="3621405"/>
          <a:ext cx="838200" cy="265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8" imgW="431800" imgH="203200" progId="Equation.3">
                  <p:embed/>
                </p:oleObj>
              </mc:Choice>
              <mc:Fallback>
                <p:oleObj name="" r:id="rId8" imgW="431800" imgH="203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3440" y="3621405"/>
                        <a:ext cx="838200" cy="2654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对象 303118"/>
          <p:cNvGraphicFramePr/>
          <p:nvPr/>
        </p:nvGraphicFramePr>
        <p:xfrm>
          <a:off x="7315835" y="3644900"/>
          <a:ext cx="838200" cy="217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0" imgW="481965" imgH="177800" progId="Equation.3">
                  <p:embed/>
                </p:oleObj>
              </mc:Choice>
              <mc:Fallback>
                <p:oleObj name="" r:id="rId10" imgW="481965" imgH="177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15835" y="3644900"/>
                        <a:ext cx="838200" cy="217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/>
          <p:cNvSpPr txBox="1"/>
          <p:nvPr/>
        </p:nvSpPr>
        <p:spPr>
          <a:xfrm>
            <a:off x="611505" y="4090035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、介质的特性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分类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77" name="对象 76"/>
          <p:cNvGraphicFramePr/>
          <p:nvPr/>
        </p:nvGraphicFramePr>
        <p:xfrm>
          <a:off x="1475740" y="3031490"/>
          <a:ext cx="132842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" name="" r:id="rId12" imgW="786765" imgH="393700" progId="Equation.3">
                  <p:embed/>
                </p:oleObj>
              </mc:Choice>
              <mc:Fallback>
                <p:oleObj name="" r:id="rId12" imgW="786765" imgH="393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75740" y="3031490"/>
                        <a:ext cx="1328420" cy="40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/>
          <p:cNvGraphicFramePr/>
          <p:nvPr/>
        </p:nvGraphicFramePr>
        <p:xfrm>
          <a:off x="6858000" y="3039745"/>
          <a:ext cx="1371600" cy="36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" name="" r:id="rId14" imgW="837565" imgH="393700" progId="Equation.3">
                  <p:embed/>
                </p:oleObj>
              </mc:Choice>
              <mc:Fallback>
                <p:oleObj name="" r:id="rId14" imgW="837565" imgH="3937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858000" y="3039745"/>
                        <a:ext cx="1371600" cy="3606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35843"/>
          <p:cNvGraphicFramePr/>
          <p:nvPr/>
        </p:nvGraphicFramePr>
        <p:xfrm>
          <a:off x="4283710" y="3068955"/>
          <a:ext cx="996950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" name="" r:id="rId16" imgW="622300" imgH="228600" progId="Equation.3">
                  <p:embed/>
                </p:oleObj>
              </mc:Choice>
              <mc:Fallback>
                <p:oleObj name="" r:id="rId16" imgW="622300" imgH="228600" progId="Equation.3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283710" y="3068955"/>
                        <a:ext cx="996950" cy="301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文本框 82"/>
          <p:cNvSpPr txBox="1"/>
          <p:nvPr/>
        </p:nvSpPr>
        <p:spPr>
          <a:xfrm>
            <a:off x="2195830" y="4580890"/>
            <a:ext cx="5506720" cy="1568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与时间相关特性：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静止介质、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运动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介质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与空间相关特性：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均匀介质、非均匀介质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与外场强度相关：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线性介质、非线性介质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与外场方向相关：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各项同性介质、各向异性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介质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76" grpId="0"/>
      <p:bldP spid="8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时变场的知识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1550" y="1262380"/>
            <a:ext cx="173164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时变场的源：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79370" y="1306195"/>
            <a:ext cx="36328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时变电荷、时变电流、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位移电流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9160" y="1725295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基本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方程：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15363" name="组合 7204"/>
          <p:cNvGrpSpPr/>
          <p:nvPr/>
        </p:nvGrpSpPr>
        <p:grpSpPr>
          <a:xfrm>
            <a:off x="2566670" y="1700530"/>
            <a:ext cx="5226050" cy="2489200"/>
            <a:chOff x="1220" y="528"/>
            <a:chExt cx="3292" cy="1865"/>
          </a:xfrm>
        </p:grpSpPr>
        <p:graphicFrame>
          <p:nvGraphicFramePr>
            <p:cNvPr id="15364" name="对象 7191"/>
            <p:cNvGraphicFramePr/>
            <p:nvPr/>
          </p:nvGraphicFramePr>
          <p:xfrm>
            <a:off x="1225" y="918"/>
            <a:ext cx="1838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1675765" imgH="393700" progId="Equation.DSMT4">
                    <p:embed/>
                  </p:oleObj>
                </mc:Choice>
                <mc:Fallback>
                  <p:oleObj name="" r:id="rId1" imgW="1675765" imgH="393700" progId="Equation.DSMT4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25" y="918"/>
                          <a:ext cx="1838" cy="4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5" name="对象 7192"/>
            <p:cNvGraphicFramePr/>
            <p:nvPr/>
          </p:nvGraphicFramePr>
          <p:xfrm>
            <a:off x="1220" y="1342"/>
            <a:ext cx="1527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396365" imgH="393700" progId="Equation.DSMT4">
                    <p:embed/>
                  </p:oleObj>
                </mc:Choice>
                <mc:Fallback>
                  <p:oleObj name="" r:id="rId3" imgW="1396365" imgH="393700" progId="Equation.DSMT4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20" y="1342"/>
                          <a:ext cx="1527" cy="4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对象 7193"/>
            <p:cNvGraphicFramePr/>
            <p:nvPr/>
          </p:nvGraphicFramePr>
          <p:xfrm>
            <a:off x="1240" y="1734"/>
            <a:ext cx="913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5" imgW="837565" imgH="292100" progId="Equation.DSMT4">
                    <p:embed/>
                  </p:oleObj>
                </mc:Choice>
                <mc:Fallback>
                  <p:oleObj name="" r:id="rId5" imgW="837565" imgH="292100" progId="Equation.DSMT4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240" y="1734"/>
                          <a:ext cx="913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对象 7194"/>
            <p:cNvGraphicFramePr/>
            <p:nvPr/>
          </p:nvGraphicFramePr>
          <p:xfrm>
            <a:off x="1244" y="2070"/>
            <a:ext cx="934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7" imgW="850265" imgH="292100" progId="Equation.DSMT4">
                    <p:embed/>
                  </p:oleObj>
                </mc:Choice>
                <mc:Fallback>
                  <p:oleObj name="" r:id="rId7" imgW="850265" imgH="292100" progId="Equation.DSMT4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44" y="2070"/>
                          <a:ext cx="934" cy="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68" name="文本框 7195"/>
            <p:cNvSpPr txBox="1"/>
            <p:nvPr/>
          </p:nvSpPr>
          <p:spPr>
            <a:xfrm>
              <a:off x="1440" y="528"/>
              <a:ext cx="960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积分形式</a:t>
              </a:r>
              <a:endParaRPr lang="zh-CN" altLang="en-US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15369" name="对象 7198"/>
            <p:cNvGraphicFramePr/>
            <p:nvPr/>
          </p:nvGraphicFramePr>
          <p:xfrm>
            <a:off x="3378" y="927"/>
            <a:ext cx="1134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9" imgW="1040765" imgH="393700" progId="Equation.3">
                    <p:embed/>
                  </p:oleObj>
                </mc:Choice>
                <mc:Fallback>
                  <p:oleObj name="" r:id="rId9" imgW="1040765" imgH="3937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78" y="927"/>
                          <a:ext cx="1134" cy="4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0" name="对象 7199"/>
            <p:cNvGraphicFramePr/>
            <p:nvPr/>
          </p:nvGraphicFramePr>
          <p:xfrm>
            <a:off x="3378" y="1348"/>
            <a:ext cx="957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1" imgW="875665" imgH="393700" progId="Equation.3">
                    <p:embed/>
                  </p:oleObj>
                </mc:Choice>
                <mc:Fallback>
                  <p:oleObj name="" r:id="rId11" imgW="875665" imgH="3937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78" y="1348"/>
                          <a:ext cx="957" cy="42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1" name="对象 7200"/>
            <p:cNvGraphicFramePr/>
            <p:nvPr/>
          </p:nvGraphicFramePr>
          <p:xfrm>
            <a:off x="3378" y="1788"/>
            <a:ext cx="63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13" imgW="583565" imgH="177800" progId="Equation.3">
                    <p:embed/>
                  </p:oleObj>
                </mc:Choice>
                <mc:Fallback>
                  <p:oleObj name="" r:id="rId13" imgW="583565" imgH="1778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378" y="1788"/>
                          <a:ext cx="635" cy="1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2" name="对象 7201"/>
            <p:cNvGraphicFramePr/>
            <p:nvPr/>
          </p:nvGraphicFramePr>
          <p:xfrm>
            <a:off x="3381" y="2127"/>
            <a:ext cx="676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15" imgW="622300" imgH="203200" progId="Equation.3">
                    <p:embed/>
                  </p:oleObj>
                </mc:Choice>
                <mc:Fallback>
                  <p:oleObj name="" r:id="rId15" imgW="622300" imgH="203200" progId="Equation.3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381" y="2127"/>
                          <a:ext cx="676" cy="2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3" name="文本框 7202"/>
            <p:cNvSpPr txBox="1"/>
            <p:nvPr/>
          </p:nvSpPr>
          <p:spPr>
            <a:xfrm>
              <a:off x="3504" y="528"/>
              <a:ext cx="960" cy="41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50000"/>
                </a:lnSpc>
              </a:pPr>
              <a:r>
                <a:rPr lang="zh-CN" altLang="en-US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微分形式</a:t>
              </a:r>
              <a:endParaRPr lang="zh-CN" altLang="en-US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25855" y="4218940"/>
            <a:ext cx="15208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场特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性：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74925" y="4289425"/>
            <a:ext cx="583438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时变电场有散有旋、时变磁场无散有旋、时变电磁场有散有旋、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无源区为有旋无散场。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49045" y="5107940"/>
            <a:ext cx="143764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介质特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性：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53260" name="对象 31783"/>
          <p:cNvGraphicFramePr/>
          <p:nvPr/>
        </p:nvGraphicFramePr>
        <p:xfrm>
          <a:off x="2598420" y="5250180"/>
          <a:ext cx="932180" cy="237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7" imgW="494665" imgH="177800" progId="Equation.3">
                  <p:embed/>
                </p:oleObj>
              </mc:Choice>
              <mc:Fallback>
                <p:oleObj name="" r:id="rId17" imgW="494665" imgH="1778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98420" y="5250180"/>
                        <a:ext cx="932180" cy="2374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/>
          <p:nvPr/>
        </p:nvGraphicFramePr>
        <p:xfrm>
          <a:off x="4159250" y="5250180"/>
          <a:ext cx="990600" cy="25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9" imgW="494665" imgH="177800" progId="Equation.3">
                  <p:embed/>
                </p:oleObj>
              </mc:Choice>
              <mc:Fallback>
                <p:oleObj name="" r:id="rId19" imgW="494665" imgH="177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59250" y="5250180"/>
                        <a:ext cx="990600" cy="2552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对象 333833"/>
          <p:cNvGraphicFramePr/>
          <p:nvPr/>
        </p:nvGraphicFramePr>
        <p:xfrm>
          <a:off x="5887085" y="5245735"/>
          <a:ext cx="1143000" cy="259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21" imgW="635000" imgH="203200" progId="Equation.3">
                  <p:embed/>
                </p:oleObj>
              </mc:Choice>
              <mc:Fallback>
                <p:oleObj name="" r:id="rId21" imgW="635000" imgH="2032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87085" y="5245735"/>
                        <a:ext cx="1143000" cy="2597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899160" y="550545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电荷守恒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定律：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9226" name="组合 82950"/>
          <p:cNvGrpSpPr/>
          <p:nvPr/>
        </p:nvGrpSpPr>
        <p:grpSpPr>
          <a:xfrm rot="0">
            <a:off x="2604770" y="5632716"/>
            <a:ext cx="4005580" cy="517303"/>
            <a:chOff x="1413" y="2976"/>
            <a:chExt cx="2523" cy="452"/>
          </a:xfrm>
        </p:grpSpPr>
        <p:graphicFrame>
          <p:nvGraphicFramePr>
            <p:cNvPr id="9227" name="对象 82951"/>
            <p:cNvGraphicFramePr/>
            <p:nvPr/>
          </p:nvGraphicFramePr>
          <p:xfrm>
            <a:off x="1413" y="2976"/>
            <a:ext cx="1073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23" imgW="989965" imgH="393700" progId="Equation.DSMT4">
                    <p:embed/>
                  </p:oleObj>
                </mc:Choice>
                <mc:Fallback>
                  <p:oleObj name="" r:id="rId23" imgW="989965" imgH="393700" progId="Equation.DSMT4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413" y="2976"/>
                          <a:ext cx="1073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对象 82952"/>
            <p:cNvGraphicFramePr/>
            <p:nvPr/>
          </p:nvGraphicFramePr>
          <p:xfrm>
            <a:off x="3072" y="3006"/>
            <a:ext cx="864" cy="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" name="" r:id="rId25" imgW="799465" imgH="393700" progId="Equation.3">
                    <p:embed/>
                  </p:oleObj>
                </mc:Choice>
                <mc:Fallback>
                  <p:oleObj name="" r:id="rId25" imgW="799465" imgH="393700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072" y="3006"/>
                          <a:ext cx="864" cy="42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8" grpId="0"/>
      <p:bldP spid="10" grpId="0"/>
      <p:bldP spid="11" grpId="0"/>
      <p:bldP spid="14" grpId="0"/>
      <p:bldP spid="18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时变场的知识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268730"/>
            <a:ext cx="236982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位函数的波动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方程：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00" y="242062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位函数的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解：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71550" y="374015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场的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解：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1550" y="4220845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边界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条件：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35846" name="组合 24588"/>
          <p:cNvGrpSpPr/>
          <p:nvPr/>
        </p:nvGrpSpPr>
        <p:grpSpPr>
          <a:xfrm rot="0">
            <a:off x="3480435" y="1340485"/>
            <a:ext cx="2456180" cy="1061720"/>
            <a:chOff x="2016" y="2160"/>
            <a:chExt cx="1547" cy="891"/>
          </a:xfrm>
        </p:grpSpPr>
        <p:graphicFrame>
          <p:nvGraphicFramePr>
            <p:cNvPr id="35847" name="对象 24584"/>
            <p:cNvGraphicFramePr/>
            <p:nvPr/>
          </p:nvGraphicFramePr>
          <p:xfrm>
            <a:off x="2016" y="2160"/>
            <a:ext cx="1547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3" name="" r:id="rId1" imgW="1435100" imgH="393700" progId="Equation.3">
                    <p:embed/>
                  </p:oleObj>
                </mc:Choice>
                <mc:Fallback>
                  <p:oleObj name="" r:id="rId1" imgW="1435100" imgH="393700" progId="Equation.3">
                    <p:embed/>
                    <p:pic>
                      <p:nvPicPr>
                        <p:cNvPr id="0" name="图片 321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6" y="2160"/>
                          <a:ext cx="1547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48" name="对象 24586"/>
            <p:cNvGraphicFramePr/>
            <p:nvPr/>
          </p:nvGraphicFramePr>
          <p:xfrm>
            <a:off x="2022" y="2631"/>
            <a:ext cx="1392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14" name="" r:id="rId3" imgW="1295400" imgH="393700" progId="Equation.3">
                    <p:embed/>
                  </p:oleObj>
                </mc:Choice>
                <mc:Fallback>
                  <p:oleObj name="" r:id="rId3" imgW="1295400" imgH="393700" progId="Equation.3">
                    <p:embed/>
                    <p:pic>
                      <p:nvPicPr>
                        <p:cNvPr id="0" name="图片 321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22" y="2631"/>
                          <a:ext cx="1392" cy="4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700" name="对象 28699"/>
          <p:cNvGraphicFramePr/>
          <p:nvPr/>
        </p:nvGraphicFramePr>
        <p:xfrm>
          <a:off x="3480435" y="2348865"/>
          <a:ext cx="4029075" cy="753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5" imgW="2310130" imgH="711200" progId="Equation.DSMT4">
                  <p:embed/>
                </p:oleObj>
              </mc:Choice>
              <mc:Fallback>
                <p:oleObj name="" r:id="rId5" imgW="2310130" imgH="7112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0435" y="2348865"/>
                        <a:ext cx="4029075" cy="7531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对象 29705"/>
          <p:cNvGraphicFramePr/>
          <p:nvPr/>
        </p:nvGraphicFramePr>
        <p:xfrm>
          <a:off x="3489960" y="3046095"/>
          <a:ext cx="3810000" cy="799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7" imgW="2171065" imgH="711200" progId="Equation.3">
                  <p:embed/>
                </p:oleObj>
              </mc:Choice>
              <mc:Fallback>
                <p:oleObj name="" r:id="rId7" imgW="2171065" imgH="7112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89960" y="3046095"/>
                        <a:ext cx="3810000" cy="7994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对象 22540"/>
          <p:cNvGraphicFramePr/>
          <p:nvPr/>
        </p:nvGraphicFramePr>
        <p:xfrm>
          <a:off x="3549650" y="3856355"/>
          <a:ext cx="175260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9" imgW="1016000" imgH="393700" progId="Equation.3">
                  <p:embed/>
                </p:oleObj>
              </mc:Choice>
              <mc:Fallback>
                <p:oleObj name="" r:id="rId9" imgW="1016000" imgH="3937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49650" y="3856355"/>
                        <a:ext cx="1752600" cy="448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309255"/>
          <p:cNvGraphicFramePr/>
          <p:nvPr/>
        </p:nvGraphicFramePr>
        <p:xfrm>
          <a:off x="5580380" y="3981450"/>
          <a:ext cx="1219200" cy="20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1" imgW="672465" imgH="177800" progId="Equation.3">
                  <p:embed/>
                </p:oleObj>
              </mc:Choice>
              <mc:Fallback>
                <p:oleObj name="" r:id="rId11" imgW="672465" imgH="177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0380" y="3981450"/>
                        <a:ext cx="1219200" cy="207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对象 12296"/>
          <p:cNvGraphicFramePr/>
          <p:nvPr/>
        </p:nvGraphicFramePr>
        <p:xfrm>
          <a:off x="3549650" y="4361815"/>
          <a:ext cx="1867535" cy="27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3" imgW="1103630" imgH="215900" progId="Equation.3">
                  <p:embed/>
                </p:oleObj>
              </mc:Choice>
              <mc:Fallback>
                <p:oleObj name="" r:id="rId13" imgW="1103630" imgH="215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49650" y="4361815"/>
                        <a:ext cx="1867535" cy="2717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对象 13319"/>
          <p:cNvGraphicFramePr/>
          <p:nvPr/>
        </p:nvGraphicFramePr>
        <p:xfrm>
          <a:off x="3563620" y="4690110"/>
          <a:ext cx="1853565" cy="262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5" imgW="1040130" imgH="215900" progId="Equation.3">
                  <p:embed/>
                </p:oleObj>
              </mc:Choice>
              <mc:Fallback>
                <p:oleObj name="" r:id="rId15" imgW="1040130" imgH="2159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63620" y="4690110"/>
                        <a:ext cx="1853565" cy="2628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对象 13327"/>
          <p:cNvGraphicFramePr/>
          <p:nvPr/>
        </p:nvGraphicFramePr>
        <p:xfrm>
          <a:off x="3567430" y="5050790"/>
          <a:ext cx="19907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7" imgW="1129665" imgH="228600" progId="Equation.DSMT4">
                  <p:embed/>
                </p:oleObj>
              </mc:Choice>
              <mc:Fallback>
                <p:oleObj name="" r:id="rId17" imgW="1129665" imgH="2286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67430" y="5050790"/>
                        <a:ext cx="1990725" cy="282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对象 14345"/>
          <p:cNvGraphicFramePr/>
          <p:nvPr/>
        </p:nvGraphicFramePr>
        <p:xfrm>
          <a:off x="3598545" y="5516880"/>
          <a:ext cx="1866265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9" imgW="1206500" imgH="228600" progId="Equation.3">
                  <p:embed/>
                </p:oleObj>
              </mc:Choice>
              <mc:Fallback>
                <p:oleObj name="" r:id="rId19" imgW="1206500" imgH="2286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98545" y="5516880"/>
                        <a:ext cx="1866265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411730" y="4229735"/>
            <a:ext cx="10521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任何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边界：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11730" y="4580890"/>
            <a:ext cx="10521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任何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边界：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11730" y="4940935"/>
            <a:ext cx="10521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一般情况：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7220" y="4961890"/>
            <a:ext cx="16554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介质导体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分界面：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5" name="对象 16416"/>
          <p:cNvGraphicFramePr/>
          <p:nvPr/>
        </p:nvGraphicFramePr>
        <p:xfrm>
          <a:off x="7469505" y="5115560"/>
          <a:ext cx="110045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21" imgW="673100" imgH="228600" progId="Equation.DSMT4">
                  <p:embed/>
                </p:oleObj>
              </mc:Choice>
              <mc:Fallback>
                <p:oleObj name="" r:id="rId21" imgW="673100" imgH="2286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469505" y="5115560"/>
                        <a:ext cx="1100455" cy="285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对象 16425"/>
          <p:cNvGraphicFramePr/>
          <p:nvPr/>
        </p:nvGraphicFramePr>
        <p:xfrm>
          <a:off x="7509510" y="5589270"/>
          <a:ext cx="971550" cy="283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23" imgW="736600" imgH="228600" progId="Equation.DSMT4">
                  <p:embed/>
                </p:oleObj>
              </mc:Choice>
              <mc:Fallback>
                <p:oleObj name="" r:id="rId23" imgW="736600" imgH="2286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509510" y="5589270"/>
                        <a:ext cx="971550" cy="283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10" grpId="0"/>
      <p:bldP spid="11" grpId="0"/>
      <p:bldP spid="18" grpId="0"/>
      <p:bldP spid="5" grpId="0"/>
      <p:bldP spid="6" grpId="0"/>
      <p:bldP spid="7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三、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时变场的知识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65885" y="1292860"/>
            <a:ext cx="175323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能量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密度：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31595" y="1807845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能流密度矢量：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31595" y="236728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坡印廷定理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331595" y="294386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正弦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电磁场：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47118" name="对象 35854"/>
          <p:cNvGraphicFramePr/>
          <p:nvPr/>
        </p:nvGraphicFramePr>
        <p:xfrm>
          <a:off x="3131820" y="1299845"/>
          <a:ext cx="3733800" cy="490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1" imgW="2159000" imgH="393700" progId="Equation.3">
                  <p:embed/>
                </p:oleObj>
              </mc:Choice>
              <mc:Fallback>
                <p:oleObj name="" r:id="rId1" imgW="2159000" imgH="3937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31820" y="1299845"/>
                        <a:ext cx="3733800" cy="490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对象 38931"/>
          <p:cNvGraphicFramePr/>
          <p:nvPr/>
        </p:nvGraphicFramePr>
        <p:xfrm>
          <a:off x="3131820" y="2060575"/>
          <a:ext cx="1219200" cy="207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3" imgW="698500" imgH="177800" progId="Equation.3">
                  <p:embed/>
                </p:oleObj>
              </mc:Choice>
              <mc:Fallback>
                <p:oleObj name="" r:id="rId3" imgW="698500" imgH="1778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1820" y="2060575"/>
                        <a:ext cx="1219200" cy="207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643755" y="1863090"/>
            <a:ext cx="37382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坡印廷矢量</a:t>
            </a:r>
            <a:r>
              <a:rPr lang="zh-CN" altLang="en-US" sz="1600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的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方向、大小、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物理含义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51215" name="对象 38945"/>
          <p:cNvGraphicFramePr/>
          <p:nvPr/>
        </p:nvGraphicFramePr>
        <p:xfrm>
          <a:off x="3131820" y="2470785"/>
          <a:ext cx="4271645" cy="43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5" imgW="2564130" imgH="393700" progId="Equation.DSMT4">
                  <p:embed/>
                </p:oleObj>
              </mc:Choice>
              <mc:Fallback>
                <p:oleObj name="" r:id="rId5" imgW="2564130" imgH="393700" progId="Equation.DSMT4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20" y="2470785"/>
                        <a:ext cx="4271645" cy="4311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524115" y="2420620"/>
            <a:ext cx="11811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物理含义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54279" name="对象 45059"/>
          <p:cNvGraphicFramePr/>
          <p:nvPr/>
        </p:nvGraphicFramePr>
        <p:xfrm>
          <a:off x="3131820" y="3140710"/>
          <a:ext cx="337312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7" imgW="1968500" imgH="228600" progId="Equation.DSMT4">
                  <p:embed/>
                </p:oleObj>
              </mc:Choice>
              <mc:Fallback>
                <p:oleObj name="" r:id="rId7" imgW="1968500" imgH="228600" progId="Equation.DSMT4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1820" y="3140710"/>
                        <a:ext cx="3373120" cy="27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029970" y="3441700"/>
            <a:ext cx="210185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电磁场复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矢量：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55306" name="对象 46089"/>
          <p:cNvGraphicFramePr/>
          <p:nvPr/>
        </p:nvGraphicFramePr>
        <p:xfrm>
          <a:off x="3131820" y="3609975"/>
          <a:ext cx="2362200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9" imgW="1333500" imgH="228600" progId="Equation.3">
                  <p:embed/>
                </p:oleObj>
              </mc:Choice>
              <mc:Fallback>
                <p:oleObj name="" r:id="rId9" imgW="1333500" imgH="228600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31820" y="3609975"/>
                        <a:ext cx="2362200" cy="27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对象 46092"/>
          <p:cNvGraphicFramePr/>
          <p:nvPr/>
        </p:nvGraphicFramePr>
        <p:xfrm>
          <a:off x="3131820" y="4114165"/>
          <a:ext cx="2722245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11" imgW="1536065" imgH="241300" progId="Equation.DSMT4">
                  <p:embed/>
                </p:oleObj>
              </mc:Choice>
              <mc:Fallback>
                <p:oleObj name="" r:id="rId11" imgW="1536065" imgH="241300" progId="Equation.DSMT4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31820" y="4114165"/>
                        <a:ext cx="2722245" cy="2978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899795" y="3933190"/>
            <a:ext cx="200088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复矢量转瞬时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值：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14400" y="4485005"/>
            <a:ext cx="19869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复能流密度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矢量：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66563" name="对象 55308"/>
          <p:cNvGraphicFramePr/>
          <p:nvPr/>
        </p:nvGraphicFramePr>
        <p:xfrm>
          <a:off x="3131820" y="4653280"/>
          <a:ext cx="2295525" cy="28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3" imgW="1332865" imgH="241300" progId="Equation.3">
                  <p:embed/>
                </p:oleObj>
              </mc:Choice>
              <mc:Fallback>
                <p:oleObj name="" r:id="rId13" imgW="1332865" imgH="2413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31820" y="4653280"/>
                        <a:ext cx="2295525" cy="2819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2123440" y="5085080"/>
            <a:ext cx="4260215" cy="10147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场量的最大值和有效值</a:t>
            </a:r>
            <a:r>
              <a:rPr lang="zh-CN" altLang="en-US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的关系</a:t>
            </a:r>
            <a:endParaRPr lang="zh-CN" altLang="en-US" b="1" i="0" dirty="0">
              <a:solidFill>
                <a:srgbClr val="0000FF"/>
              </a:solidFill>
              <a:ea typeface="楷体_GB2312" pitchFamily="49" charset="-122"/>
              <a:sym typeface="+mn-ea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能量</a:t>
            </a:r>
            <a:r>
              <a:rPr lang="zh-CN" altLang="en-US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的最大值和周期平均值的</a:t>
            </a:r>
            <a:r>
              <a:rPr lang="zh-CN" altLang="en-US" b="1" i="0" dirty="0">
                <a:solidFill>
                  <a:srgbClr val="0000FF"/>
                </a:solidFill>
                <a:ea typeface="楷体_GB2312" pitchFamily="49" charset="-122"/>
                <a:sym typeface="+mn-ea"/>
              </a:rPr>
              <a:t>关系</a:t>
            </a:r>
            <a:endParaRPr lang="zh-CN" altLang="en-US" b="1" i="0" dirty="0">
              <a:solidFill>
                <a:srgbClr val="0000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80380" y="4531360"/>
            <a:ext cx="35280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实部、虚部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以及相位关系的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物理含义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10" grpId="0"/>
      <p:bldP spid="11" grpId="0"/>
      <p:bldP spid="18" grpId="0"/>
      <p:bldP spid="4" grpId="0"/>
      <p:bldP spid="8" grpId="0"/>
      <p:bldP spid="12" grpId="0"/>
      <p:bldP spid="17" grpId="0"/>
      <p:bldP spid="19" grpId="0"/>
      <p:bldP spid="20" grpId="0" bldLvl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55915" y="6452235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46315" y="6452235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平面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电磁波的知识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99160" y="278003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均匀平面波：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9160" y="4010025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长：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47620" y="4060190"/>
            <a:ext cx="58343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空间相位 kz 变化 2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Symbol" panose="05050102010706020507" pitchFamily="18" charset="2"/>
              </a:rPr>
              <a:t>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所经过的距离称为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波长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9160" y="455803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相位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常数：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160" y="506222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相速度：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555875" y="2853055"/>
            <a:ext cx="6186805" cy="561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空间相位相等的点组成的曲面叫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波面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；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波面为平面的波叫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平面波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；平面波波面内场强振幅相等的波叫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均匀平面波。</a:t>
            </a:r>
            <a:endParaRPr lang="zh-CN" altLang="en-US" sz="1600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38555" y="1654810"/>
            <a:ext cx="154813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相位：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2320" name="对象 8336"/>
          <p:cNvGraphicFramePr/>
          <p:nvPr>
            <p:custDataLst>
              <p:tags r:id="rId3"/>
            </p:custDataLst>
          </p:nvPr>
        </p:nvGraphicFramePr>
        <p:xfrm>
          <a:off x="2609850" y="1772920"/>
          <a:ext cx="259588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4" imgW="1854200" imgH="254000" progId="Equation.3">
                  <p:embed/>
                </p:oleObj>
              </mc:Choice>
              <mc:Fallback>
                <p:oleObj name="" r:id="rId4" imgW="1854200" imgH="2540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09850" y="1772920"/>
                        <a:ext cx="2595880" cy="355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8" name="文本框 8267"/>
          <p:cNvSpPr txBox="1"/>
          <p:nvPr>
            <p:custDataLst>
              <p:tags r:id="rId6"/>
            </p:custDataLst>
          </p:nvPr>
        </p:nvSpPr>
        <p:spPr>
          <a:xfrm>
            <a:off x="2546985" y="2493010"/>
            <a:ext cx="42119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上式中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 t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称为时间相位。kz 称为空间相位。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1781810" y="3531870"/>
            <a:ext cx="88265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周期：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46985" y="367093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时间相位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Symbol" panose="05050102010706020507" pitchFamily="18" charset="2"/>
              </a:rPr>
              <a:t> t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变化 2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Symbol" panose="05050102010706020507" pitchFamily="18" charset="2"/>
              </a:rPr>
              <a:t>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所经历的时间称为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周期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3322" name="对象 9218"/>
          <p:cNvGraphicFramePr/>
          <p:nvPr>
            <p:custDataLst>
              <p:tags r:id="rId8"/>
            </p:custDataLst>
          </p:nvPr>
        </p:nvGraphicFramePr>
        <p:xfrm>
          <a:off x="6876415" y="3556000"/>
          <a:ext cx="137287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9" imgW="761365" imgH="419100" progId="Equation.3">
                  <p:embed/>
                </p:oleObj>
              </mc:Choice>
              <mc:Fallback>
                <p:oleObj name="" r:id="rId9" imgW="761365" imgH="4191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76415" y="3556000"/>
                        <a:ext cx="1372870" cy="5943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对象 9227"/>
          <p:cNvGraphicFramePr/>
          <p:nvPr>
            <p:custDataLst>
              <p:tags r:id="rId11"/>
            </p:custDataLst>
          </p:nvPr>
        </p:nvGraphicFramePr>
        <p:xfrm>
          <a:off x="6876415" y="4013200"/>
          <a:ext cx="863600" cy="58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2" imgW="482600" imgH="393700" progId="Equation.3">
                  <p:embed/>
                </p:oleObj>
              </mc:Choice>
              <mc:Fallback>
                <p:oleObj name="" r:id="rId12" imgW="482600" imgH="3937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876415" y="4013200"/>
                        <a:ext cx="863600" cy="5861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546985" y="4725035"/>
            <a:ext cx="42164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单位长度内的相位变化（也称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空间频率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）：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3329" name="对象 9231"/>
          <p:cNvGraphicFramePr/>
          <p:nvPr>
            <p:custDataLst>
              <p:tags r:id="rId14"/>
            </p:custDataLst>
          </p:nvPr>
        </p:nvGraphicFramePr>
        <p:xfrm>
          <a:off x="6876415" y="4572635"/>
          <a:ext cx="878205" cy="579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5" imgW="469900" imgH="393700" progId="Equation.3">
                  <p:embed/>
                </p:oleObj>
              </mc:Choice>
              <mc:Fallback>
                <p:oleObj name="" r:id="rId15" imgW="469900" imgH="3937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76415" y="4572635"/>
                        <a:ext cx="878205" cy="5791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2546985" y="5111115"/>
            <a:ext cx="24606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电磁波相位变化的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速度：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2" name="对象 181263"/>
          <p:cNvGraphicFramePr/>
          <p:nvPr>
            <p:custDataLst>
              <p:tags r:id="rId18"/>
            </p:custDataLst>
          </p:nvPr>
        </p:nvGraphicFramePr>
        <p:xfrm>
          <a:off x="5076190" y="5083175"/>
          <a:ext cx="1508125" cy="63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19" imgW="913765" imgH="444500" progId="Equation.3">
                  <p:embed/>
                </p:oleObj>
              </mc:Choice>
              <mc:Fallback>
                <p:oleObj name="" r:id="rId19" imgW="913765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76190" y="5083175"/>
                        <a:ext cx="1508125" cy="6369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>
            <p:custDataLst>
              <p:tags r:id="rId21"/>
            </p:custDataLst>
          </p:nvPr>
        </p:nvSpPr>
        <p:spPr>
          <a:xfrm>
            <a:off x="755650" y="1224915"/>
            <a:ext cx="55549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（一）：理想介质中的平面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6" name="对象 1027"/>
          <p:cNvGraphicFramePr/>
          <p:nvPr>
            <p:custDataLst>
              <p:tags r:id="rId22"/>
            </p:custDataLst>
          </p:nvPr>
        </p:nvGraphicFramePr>
        <p:xfrm>
          <a:off x="2627630" y="2139315"/>
          <a:ext cx="1711325" cy="353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23" imgW="989965" imgH="241300" progId="Equation.3">
                  <p:embed/>
                </p:oleObj>
              </mc:Choice>
              <mc:Fallback>
                <p:oleObj name="" r:id="rId23" imgW="989965" imgH="2413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627630" y="2139315"/>
                        <a:ext cx="1711325" cy="3530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对象 11299"/>
          <p:cNvGraphicFramePr/>
          <p:nvPr>
            <p:custDataLst>
              <p:tags r:id="rId25"/>
            </p:custDataLst>
          </p:nvPr>
        </p:nvGraphicFramePr>
        <p:xfrm>
          <a:off x="4427855" y="2025015"/>
          <a:ext cx="2485390" cy="59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6" imgW="1714500" imgH="469900" progId="Equation.3">
                  <p:embed/>
                </p:oleObj>
              </mc:Choice>
              <mc:Fallback>
                <p:oleObj name="" r:id="rId26" imgW="1714500" imgH="4699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27855" y="2025015"/>
                        <a:ext cx="2485390" cy="5918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>
            <p:custDataLst>
              <p:tags r:id="rId28"/>
            </p:custDataLst>
          </p:nvPr>
        </p:nvSpPr>
        <p:spPr>
          <a:xfrm>
            <a:off x="1522730" y="5550535"/>
            <a:ext cx="116395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波阻抗：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29"/>
            </p:custDataLst>
          </p:nvPr>
        </p:nvSpPr>
        <p:spPr>
          <a:xfrm>
            <a:off x="2555240" y="575945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电场强度与磁场强度之比称为电磁波的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波阻抗：</a:t>
            </a:r>
            <a:endParaRPr lang="zh-CN" altLang="en-US" sz="1600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7418" name="对象 12345"/>
          <p:cNvGraphicFramePr/>
          <p:nvPr>
            <p:custDataLst>
              <p:tags r:id="rId30"/>
            </p:custDataLst>
          </p:nvPr>
        </p:nvGraphicFramePr>
        <p:xfrm>
          <a:off x="7019925" y="5615305"/>
          <a:ext cx="148717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1" imgW="951865" imgH="482600" progId="Equation.3">
                  <p:embed/>
                </p:oleObj>
              </mc:Choice>
              <mc:Fallback>
                <p:oleObj name="" r:id="rId31" imgW="951865" imgH="4826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7019925" y="5615305"/>
                        <a:ext cx="1487170" cy="6178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/>
          <p:nvPr>
            <p:custDataLst>
              <p:tags r:id="rId33"/>
            </p:custDataLst>
          </p:nvPr>
        </p:nvGraphicFramePr>
        <p:xfrm>
          <a:off x="7236460" y="1750060"/>
          <a:ext cx="1752600" cy="41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0" name="" r:id="rId34" imgW="1028065" imgH="393700" progId="Equation.3">
                  <p:embed/>
                </p:oleObj>
              </mc:Choice>
              <mc:Fallback>
                <p:oleObj name="" r:id="rId34" imgW="1028065" imgH="393700" progId="Equation.3">
                  <p:embed/>
                  <p:pic>
                    <p:nvPicPr>
                      <p:cNvPr id="0" name="图片 3459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236460" y="1750060"/>
                        <a:ext cx="1752600" cy="410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对象 13323"/>
          <p:cNvGraphicFramePr/>
          <p:nvPr>
            <p:custDataLst>
              <p:tags r:id="rId36"/>
            </p:custDataLst>
          </p:nvPr>
        </p:nvGraphicFramePr>
        <p:xfrm>
          <a:off x="7236460" y="2207895"/>
          <a:ext cx="16764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1" name="" r:id="rId37" imgW="939165" imgH="241300" progId="Equation.3">
                  <p:embed/>
                </p:oleObj>
              </mc:Choice>
              <mc:Fallback>
                <p:oleObj name="" r:id="rId37" imgW="939165" imgH="241300" progId="Equation.3">
                  <p:embed/>
                  <p:pic>
                    <p:nvPicPr>
                      <p:cNvPr id="0" name="图片 3460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236460" y="2207895"/>
                        <a:ext cx="1676400" cy="298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10" grpId="0"/>
      <p:bldP spid="11" grpId="0"/>
      <p:bldP spid="14" grpId="0"/>
      <p:bldP spid="18" grpId="0"/>
      <p:bldP spid="20" grpId="0"/>
      <p:bldP spid="3" grpId="0"/>
      <p:bldP spid="4" grpId="0"/>
      <p:bldP spid="8268" grpId="0"/>
      <p:bldP spid="5" grpId="0"/>
      <p:bldP spid="9" grpId="0"/>
      <p:bldP spid="15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平面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电磁波的知识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860" y="170053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等效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介电常数：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1860" y="220472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传播常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数：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9160" y="382778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阻抗：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1550" y="458089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两类特殊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情况：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1550" y="558292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集肤效应：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816735" y="3075305"/>
            <a:ext cx="88265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色散：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68575" y="3213100"/>
            <a:ext cx="61639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各频率分量以不同的相速传播，使得各个频率分量之间的相位关系发生变化，导致信号失真，这种现象称为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色散</a:t>
            </a:r>
            <a:endParaRPr lang="zh-CN" altLang="en-US" sz="1600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79745" y="3990340"/>
            <a:ext cx="33858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波阻抗为复数，电场磁场相位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不等。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755650" y="1224915"/>
            <a:ext cx="55549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（二）：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导电介质中的平面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5606" name="对象 18438"/>
          <p:cNvGraphicFramePr/>
          <p:nvPr>
            <p:custDataLst>
              <p:tags r:id="rId3"/>
            </p:custDataLst>
          </p:nvPr>
        </p:nvGraphicFramePr>
        <p:xfrm>
          <a:off x="2699385" y="1772920"/>
          <a:ext cx="1252855" cy="52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4" imgW="748665" imgH="393700" progId="Equation.3">
                  <p:embed/>
                </p:oleObj>
              </mc:Choice>
              <mc:Fallback>
                <p:oleObj name="" r:id="rId4" imgW="748665" imgH="3937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9385" y="1772920"/>
                        <a:ext cx="1252855" cy="5276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6" name="对象 19457"/>
          <p:cNvGraphicFramePr/>
          <p:nvPr>
            <p:custDataLst>
              <p:tags r:id="rId6"/>
            </p:custDataLst>
          </p:nvPr>
        </p:nvGraphicFramePr>
        <p:xfrm>
          <a:off x="2699385" y="2204720"/>
          <a:ext cx="2949575" cy="58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7" imgW="1777365" imgH="444500" progId="Equation.3">
                  <p:embed/>
                </p:oleObj>
              </mc:Choice>
              <mc:Fallback>
                <p:oleObj name="" r:id="rId7" imgW="1777365" imgH="4445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99385" y="2204720"/>
                        <a:ext cx="2949575" cy="5880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对象 19472"/>
          <p:cNvGraphicFramePr/>
          <p:nvPr>
            <p:custDataLst>
              <p:tags r:id="rId9"/>
            </p:custDataLst>
          </p:nvPr>
        </p:nvGraphicFramePr>
        <p:xfrm>
          <a:off x="6059170" y="2323465"/>
          <a:ext cx="125603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0" imgW="761365" imgH="228600" progId="Equation.3">
                  <p:embed/>
                </p:oleObj>
              </mc:Choice>
              <mc:Fallback>
                <p:oleObj name="" r:id="rId10" imgW="761365" imgH="2286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059170" y="2323465"/>
                        <a:ext cx="1256030" cy="390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627630" y="2621915"/>
            <a:ext cx="583501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ea typeface="楷体_GB2312" pitchFamily="49" charset="-122"/>
                <a:sym typeface="+mn-ea"/>
              </a:rPr>
              <a:t>k</a:t>
            </a:r>
            <a:r>
              <a:rPr lang="en-US" altLang="zh-CN" sz="1200">
                <a:ea typeface="楷体_GB2312" pitchFamily="49" charset="-122"/>
                <a:sym typeface="+mn-ea"/>
              </a:rPr>
              <a:t>c</a:t>
            </a:r>
            <a:r>
              <a:rPr lang="en-US" altLang="zh-CN">
                <a:ea typeface="楷体_GB2312" pitchFamily="49" charset="-122"/>
                <a:sym typeface="+mn-ea"/>
              </a:rPr>
              <a:t>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传播常数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>
                <a:ea typeface="楷体_GB2312" pitchFamily="49" charset="-122"/>
                <a:sym typeface="+mn-ea"/>
              </a:rPr>
              <a:t>k</a:t>
            </a:r>
            <a:r>
              <a:rPr lang="en-US" altLang="zh-CN">
                <a:sym typeface="Symbol" panose="05050102010706020507" pitchFamily="18" charset="2"/>
              </a:rPr>
              <a:t></a:t>
            </a:r>
            <a:r>
              <a:rPr lang="en-US" altLang="zh-CN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相位常数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，</a:t>
            </a:r>
            <a:r>
              <a:rPr lang="en-US" altLang="zh-CN" sz="2000">
                <a:ea typeface="楷体_GB2312" pitchFamily="49" charset="-122"/>
                <a:sym typeface="+mn-ea"/>
              </a:rPr>
              <a:t> k</a:t>
            </a:r>
            <a:r>
              <a:rPr lang="en-US" altLang="zh-CN" sz="2000">
                <a:ea typeface="楷体_GB2312" pitchFamily="49" charset="-122"/>
                <a:sym typeface="Symbol" panose="05050102010706020507" pitchFamily="18" charset="2"/>
              </a:rPr>
              <a:t></a:t>
            </a:r>
            <a:r>
              <a:rPr lang="en-US" altLang="zh-CN" sz="2000">
                <a:ea typeface="楷体_GB2312" pitchFamily="49" charset="-122"/>
                <a:sym typeface="+mn-ea"/>
              </a:rPr>
              <a:t> 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衰减常数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。 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9699" name="对象 183298"/>
          <p:cNvGraphicFramePr/>
          <p:nvPr>
            <p:custDataLst>
              <p:tags r:id="rId12"/>
            </p:custDataLst>
          </p:nvPr>
        </p:nvGraphicFramePr>
        <p:xfrm>
          <a:off x="2627630" y="3845560"/>
          <a:ext cx="2732405" cy="829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13" imgW="1599565" imgH="673100" progId="Equation.3">
                  <p:embed/>
                </p:oleObj>
              </mc:Choice>
              <mc:Fallback>
                <p:oleObj name="" r:id="rId13" imgW="1599565" imgH="6731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27630" y="3845560"/>
                        <a:ext cx="2732405" cy="8293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对象 23554"/>
          <p:cNvGraphicFramePr/>
          <p:nvPr>
            <p:custDataLst>
              <p:tags r:id="rId15"/>
            </p:custDataLst>
          </p:nvPr>
        </p:nvGraphicFramePr>
        <p:xfrm>
          <a:off x="2627630" y="4846320"/>
          <a:ext cx="914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6" imgW="520700" imgH="139700" progId="Equation.3">
                  <p:embed/>
                </p:oleObj>
              </mc:Choice>
              <mc:Fallback>
                <p:oleObj name="" r:id="rId16" imgW="520700" imgH="1397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627630" y="4846320"/>
                        <a:ext cx="914400" cy="249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组合 23575"/>
          <p:cNvGrpSpPr/>
          <p:nvPr/>
        </p:nvGrpSpPr>
        <p:grpSpPr>
          <a:xfrm rot="0">
            <a:off x="3903345" y="4674870"/>
            <a:ext cx="4454525" cy="521335"/>
            <a:chOff x="1536" y="1968"/>
            <a:chExt cx="2806" cy="458"/>
          </a:xfrm>
        </p:grpSpPr>
        <p:graphicFrame>
          <p:nvGraphicFramePr>
            <p:cNvPr id="31752" name="对象 23560"/>
            <p:cNvGraphicFramePr/>
            <p:nvPr>
              <p:custDataLst>
                <p:tags r:id="rId18"/>
              </p:custDataLst>
            </p:nvPr>
          </p:nvGraphicFramePr>
          <p:xfrm>
            <a:off x="1536" y="2072"/>
            <a:ext cx="77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9" imgW="761365" imgH="254000" progId="Equation.3">
                    <p:embed/>
                  </p:oleObj>
                </mc:Choice>
                <mc:Fallback>
                  <p:oleObj name="" r:id="rId19" imgW="761365" imgH="2540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536" y="2072"/>
                          <a:ext cx="779" cy="2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3" name="对象 23559"/>
            <p:cNvGraphicFramePr/>
            <p:nvPr>
              <p:custDataLst>
                <p:tags r:id="rId21"/>
              </p:custDataLst>
            </p:nvPr>
          </p:nvGraphicFramePr>
          <p:xfrm>
            <a:off x="2592" y="1968"/>
            <a:ext cx="750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22" imgW="735965" imgH="444500" progId="Equation.3">
                    <p:embed/>
                  </p:oleObj>
                </mc:Choice>
                <mc:Fallback>
                  <p:oleObj name="" r:id="rId22" imgW="735965" imgH="4445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592" y="1968"/>
                          <a:ext cx="750" cy="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对象 23558"/>
            <p:cNvGraphicFramePr/>
            <p:nvPr>
              <p:custDataLst>
                <p:tags r:id="rId24"/>
              </p:custDataLst>
            </p:nvPr>
          </p:nvGraphicFramePr>
          <p:xfrm>
            <a:off x="3696" y="1968"/>
            <a:ext cx="646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25" imgW="635000" imgH="444500" progId="Equation.3">
                    <p:embed/>
                  </p:oleObj>
                </mc:Choice>
                <mc:Fallback>
                  <p:oleObj name="" r:id="rId25" imgW="635000" imgH="4445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696" y="1968"/>
                          <a:ext cx="646" cy="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1" name="对象 184323"/>
          <p:cNvGraphicFramePr/>
          <p:nvPr>
            <p:custDataLst>
              <p:tags r:id="rId27"/>
            </p:custDataLst>
          </p:nvPr>
        </p:nvGraphicFramePr>
        <p:xfrm>
          <a:off x="2627630" y="5373370"/>
          <a:ext cx="9906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28" imgW="520700" imgH="139700" progId="Equation.3">
                  <p:embed/>
                </p:oleObj>
              </mc:Choice>
              <mc:Fallback>
                <p:oleObj name="" r:id="rId28" imgW="520700" imgH="1397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627630" y="5373370"/>
                        <a:ext cx="990600" cy="269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332" name="组合 184331"/>
          <p:cNvGrpSpPr/>
          <p:nvPr/>
        </p:nvGrpSpPr>
        <p:grpSpPr>
          <a:xfrm>
            <a:off x="3923665" y="5177790"/>
            <a:ext cx="5079365" cy="553720"/>
            <a:chOff x="1200" y="1666"/>
            <a:chExt cx="3648" cy="465"/>
          </a:xfrm>
        </p:grpSpPr>
        <p:graphicFrame>
          <p:nvGraphicFramePr>
            <p:cNvPr id="32774" name="对象 184327"/>
            <p:cNvGraphicFramePr/>
            <p:nvPr>
              <p:custDataLst>
                <p:tags r:id="rId30"/>
              </p:custDataLst>
            </p:nvPr>
          </p:nvGraphicFramePr>
          <p:xfrm>
            <a:off x="1200" y="1666"/>
            <a:ext cx="1736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6" name="" r:id="rId31" imgW="1663065" imgH="444500" progId="Equation.3">
                    <p:embed/>
                  </p:oleObj>
                </mc:Choice>
                <mc:Fallback>
                  <p:oleObj name="" r:id="rId31" imgW="1663065" imgH="444500" progId="Equation.3">
                    <p:embed/>
                    <p:pic>
                      <p:nvPicPr>
                        <p:cNvPr id="0" name="图片 3165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1200" y="1666"/>
                          <a:ext cx="1736" cy="4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5" name="对象 184328"/>
            <p:cNvGraphicFramePr/>
            <p:nvPr>
              <p:custDataLst>
                <p:tags r:id="rId33"/>
              </p:custDataLst>
            </p:nvPr>
          </p:nvGraphicFramePr>
          <p:xfrm>
            <a:off x="3168" y="1666"/>
            <a:ext cx="1680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0" name="" r:id="rId34" imgW="1612265" imgH="444500" progId="Equation.3">
                    <p:embed/>
                  </p:oleObj>
                </mc:Choice>
                <mc:Fallback>
                  <p:oleObj name="" r:id="rId34" imgW="1612265" imgH="444500" progId="Equation.3">
                    <p:embed/>
                    <p:pic>
                      <p:nvPicPr>
                        <p:cNvPr id="0" name="图片 3169"/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3168" y="1666"/>
                          <a:ext cx="1680" cy="4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779" name="对象 184334"/>
          <p:cNvGraphicFramePr/>
          <p:nvPr>
            <p:custDataLst>
              <p:tags r:id="rId36"/>
            </p:custDataLst>
          </p:nvPr>
        </p:nvGraphicFramePr>
        <p:xfrm>
          <a:off x="2627630" y="5661025"/>
          <a:ext cx="1752600" cy="570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7" imgW="1066165" imgH="444500" progId="Equation.3">
                  <p:embed/>
                </p:oleObj>
              </mc:Choice>
              <mc:Fallback>
                <p:oleObj name="" r:id="rId37" imgW="1066165" imgH="4445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27630" y="5661025"/>
                        <a:ext cx="1752600" cy="5708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10" grpId="0"/>
      <p:bldP spid="11" grpId="0"/>
      <p:bldP spid="18" grpId="0"/>
      <p:bldP spid="20" grpId="0"/>
      <p:bldP spid="5" grpId="0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平面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电磁波的知识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1860" y="170053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极化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特性：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755650" y="1224915"/>
            <a:ext cx="55549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（三）：平面波的极化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特性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68575" y="185166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电场强度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的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方向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随时间变化的规律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37893" name="对象 30724"/>
          <p:cNvGraphicFramePr/>
          <p:nvPr>
            <p:custDataLst>
              <p:tags r:id="rId2"/>
            </p:custDataLst>
          </p:nvPr>
        </p:nvGraphicFramePr>
        <p:xfrm>
          <a:off x="1259205" y="2384425"/>
          <a:ext cx="2962910" cy="272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3" imgW="2120900" imgH="228600" progId="Equation.3">
                  <p:embed/>
                </p:oleObj>
              </mc:Choice>
              <mc:Fallback>
                <p:oleObj name="" r:id="rId3" imgW="2120900" imgH="2286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205" y="2384425"/>
                        <a:ext cx="2962910" cy="272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0728"/>
          <p:cNvGraphicFramePr/>
          <p:nvPr>
            <p:custDataLst>
              <p:tags r:id="rId5"/>
            </p:custDataLst>
          </p:nvPr>
        </p:nvGraphicFramePr>
        <p:xfrm>
          <a:off x="4559300" y="2348548"/>
          <a:ext cx="3213100" cy="308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6" imgW="2133600" imgH="241300" progId="Equation.3">
                  <p:embed/>
                </p:oleObj>
              </mc:Choice>
              <mc:Fallback>
                <p:oleObj name="" r:id="rId6" imgW="2133600" imgH="2413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59300" y="2348548"/>
                        <a:ext cx="3213100" cy="3086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30724"/>
          <p:cNvGraphicFramePr/>
          <p:nvPr>
            <p:custDataLst>
              <p:tags r:id="rId8"/>
            </p:custDataLst>
          </p:nvPr>
        </p:nvGraphicFramePr>
        <p:xfrm>
          <a:off x="1547495" y="2852738"/>
          <a:ext cx="853440" cy="288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9" imgW="609600" imgH="241300" progId="Equation.3">
                  <p:embed/>
                </p:oleObj>
              </mc:Choice>
              <mc:Fallback>
                <p:oleObj name="" r:id="rId9" imgW="6096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47495" y="2852738"/>
                        <a:ext cx="853440" cy="2882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620010" y="2830195"/>
            <a:ext cx="3070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线极化波，极化方向倾斜角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满足：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38920" name="对象 31751"/>
          <p:cNvGraphicFramePr/>
          <p:nvPr>
            <p:custDataLst>
              <p:tags r:id="rId12"/>
            </p:custDataLst>
          </p:nvPr>
        </p:nvGraphicFramePr>
        <p:xfrm>
          <a:off x="5652135" y="2726055"/>
          <a:ext cx="236156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3" imgW="1397000" imgH="457200" progId="Equation.3">
                  <p:embed/>
                </p:oleObj>
              </mc:Choice>
              <mc:Fallback>
                <p:oleObj name="" r:id="rId13" imgW="1397000" imgH="4572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652135" y="2726055"/>
                        <a:ext cx="2361565" cy="546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30724"/>
          <p:cNvGraphicFramePr/>
          <p:nvPr>
            <p:custDataLst>
              <p:tags r:id="rId15"/>
            </p:custDataLst>
          </p:nvPr>
        </p:nvGraphicFramePr>
        <p:xfrm>
          <a:off x="1547495" y="3385186"/>
          <a:ext cx="112014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6" imgW="800100" imgH="393700" progId="Equation.3">
                  <p:embed/>
                </p:oleObj>
              </mc:Choice>
              <mc:Fallback>
                <p:oleObj name="" r:id="rId16" imgW="800100" imgH="3937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47495" y="3385186"/>
                        <a:ext cx="1120140" cy="470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2699385" y="3429000"/>
            <a:ext cx="35553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时：因为</a:t>
            </a:r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   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超前</a:t>
            </a:r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    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，为右旋极化波。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1" name="对象 30724"/>
          <p:cNvGraphicFramePr/>
          <p:nvPr>
            <p:custDataLst>
              <p:tags r:id="rId19"/>
            </p:custDataLst>
          </p:nvPr>
        </p:nvGraphicFramePr>
        <p:xfrm>
          <a:off x="3203575" y="3949066"/>
          <a:ext cx="9245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20" imgW="660400" imgH="241300" progId="Equation.3">
                  <p:embed/>
                </p:oleObj>
              </mc:Choice>
              <mc:Fallback>
                <p:oleObj name="" r:id="rId20" imgW="6604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03575" y="3949066"/>
                        <a:ext cx="92456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100455" y="2852420"/>
            <a:ext cx="4470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1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100455" y="3429000"/>
            <a:ext cx="4470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4128135" y="3907790"/>
            <a:ext cx="3070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时，为右旋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园极化波化波。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6" name="对象 30724"/>
          <p:cNvGraphicFramePr/>
          <p:nvPr>
            <p:custDataLst>
              <p:tags r:id="rId24"/>
            </p:custDataLst>
          </p:nvPr>
        </p:nvGraphicFramePr>
        <p:xfrm>
          <a:off x="3636010" y="3429001"/>
          <a:ext cx="284480" cy="25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" r:id="rId25" imgW="203200" imgH="215900" progId="Equation.3">
                  <p:embed/>
                </p:oleObj>
              </mc:Choice>
              <mc:Fallback>
                <p:oleObj name="" r:id="rId25" imgW="203200" imgH="2159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36010" y="3429001"/>
                        <a:ext cx="284480" cy="258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30724"/>
          <p:cNvGraphicFramePr/>
          <p:nvPr>
            <p:custDataLst>
              <p:tags r:id="rId27"/>
            </p:custDataLst>
          </p:nvPr>
        </p:nvGraphicFramePr>
        <p:xfrm>
          <a:off x="4283710" y="3413761"/>
          <a:ext cx="28448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" r:id="rId28" imgW="203200" imgH="241300" progId="Equation.3">
                  <p:embed/>
                </p:oleObj>
              </mc:Choice>
              <mc:Fallback>
                <p:oleObj name="" r:id="rId28" imgW="2032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283710" y="3413761"/>
                        <a:ext cx="28448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文本框 29"/>
          <p:cNvSpPr txBox="1"/>
          <p:nvPr>
            <p:custDataLst>
              <p:tags r:id="rId30"/>
            </p:custDataLst>
          </p:nvPr>
        </p:nvSpPr>
        <p:spPr>
          <a:xfrm>
            <a:off x="2699385" y="3923030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当：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31" name="对象 30724"/>
          <p:cNvGraphicFramePr/>
          <p:nvPr>
            <p:custDataLst>
              <p:tags r:id="rId31"/>
            </p:custDataLst>
          </p:nvPr>
        </p:nvGraphicFramePr>
        <p:xfrm>
          <a:off x="3215005" y="4334511"/>
          <a:ext cx="9245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" name="" r:id="rId32" imgW="660400" imgH="241300" progId="Equation.3">
                  <p:embed/>
                </p:oleObj>
              </mc:Choice>
              <mc:Fallback>
                <p:oleObj name="" r:id="rId32" imgW="6604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215005" y="4334511"/>
                        <a:ext cx="92456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4139565" y="4293235"/>
            <a:ext cx="3070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时，为右旋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椭圆园极化波化波。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2710815" y="430847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当：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35" name="对象 30724"/>
          <p:cNvGraphicFramePr/>
          <p:nvPr>
            <p:custDataLst>
              <p:tags r:id="rId36"/>
            </p:custDataLst>
          </p:nvPr>
        </p:nvGraphicFramePr>
        <p:xfrm>
          <a:off x="1547495" y="4652011"/>
          <a:ext cx="1120140" cy="470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" name="" r:id="rId37" imgW="800100" imgH="393700" progId="Equation.3">
                  <p:embed/>
                </p:oleObj>
              </mc:Choice>
              <mc:Fallback>
                <p:oleObj name="" r:id="rId37" imgW="800100" imgH="3937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547495" y="4652011"/>
                        <a:ext cx="1120140" cy="47053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/>
          <p:nvPr>
            <p:custDataLst>
              <p:tags r:id="rId39"/>
            </p:custDataLst>
          </p:nvPr>
        </p:nvSpPr>
        <p:spPr>
          <a:xfrm>
            <a:off x="2699385" y="4695825"/>
            <a:ext cx="35553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时：因为</a:t>
            </a:r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   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滞后</a:t>
            </a:r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     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，为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左旋极化波。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38" name="对象 30724"/>
          <p:cNvGraphicFramePr/>
          <p:nvPr>
            <p:custDataLst>
              <p:tags r:id="rId40"/>
            </p:custDataLst>
          </p:nvPr>
        </p:nvGraphicFramePr>
        <p:xfrm>
          <a:off x="3203575" y="5215891"/>
          <a:ext cx="9245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" r:id="rId41" imgW="660400" imgH="241300" progId="Equation.3">
                  <p:embed/>
                </p:oleObj>
              </mc:Choice>
              <mc:Fallback>
                <p:oleObj name="" r:id="rId41" imgW="6604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03575" y="5215891"/>
                        <a:ext cx="92456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/>
          <p:cNvSpPr txBox="1"/>
          <p:nvPr>
            <p:custDataLst>
              <p:tags r:id="rId42"/>
            </p:custDataLst>
          </p:nvPr>
        </p:nvSpPr>
        <p:spPr>
          <a:xfrm>
            <a:off x="1100455" y="4695825"/>
            <a:ext cx="4470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3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43"/>
            </p:custDataLst>
          </p:nvPr>
        </p:nvSpPr>
        <p:spPr>
          <a:xfrm>
            <a:off x="4128135" y="5174615"/>
            <a:ext cx="3070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时，为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左旋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园极化波化波。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42" name="对象 30724"/>
          <p:cNvGraphicFramePr/>
          <p:nvPr>
            <p:custDataLst>
              <p:tags r:id="rId44"/>
            </p:custDataLst>
          </p:nvPr>
        </p:nvGraphicFramePr>
        <p:xfrm>
          <a:off x="3636010" y="4695826"/>
          <a:ext cx="284480" cy="258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" r:id="rId45" imgW="203200" imgH="215900" progId="Equation.3">
                  <p:embed/>
                </p:oleObj>
              </mc:Choice>
              <mc:Fallback>
                <p:oleObj name="" r:id="rId45" imgW="203200" imgH="2159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36010" y="4695826"/>
                        <a:ext cx="284480" cy="258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30724"/>
          <p:cNvGraphicFramePr/>
          <p:nvPr>
            <p:custDataLst>
              <p:tags r:id="rId46"/>
            </p:custDataLst>
          </p:nvPr>
        </p:nvGraphicFramePr>
        <p:xfrm>
          <a:off x="4283710" y="4680586"/>
          <a:ext cx="28448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" r:id="rId47" imgW="203200" imgH="241300" progId="Equation.3">
                  <p:embed/>
                </p:oleObj>
              </mc:Choice>
              <mc:Fallback>
                <p:oleObj name="" r:id="rId47" imgW="2032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283710" y="4680586"/>
                        <a:ext cx="28448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文本框 45"/>
          <p:cNvSpPr txBox="1"/>
          <p:nvPr>
            <p:custDataLst>
              <p:tags r:id="rId48"/>
            </p:custDataLst>
          </p:nvPr>
        </p:nvSpPr>
        <p:spPr>
          <a:xfrm>
            <a:off x="2699385" y="5189855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当：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47" name="对象 30724"/>
          <p:cNvGraphicFramePr/>
          <p:nvPr>
            <p:custDataLst>
              <p:tags r:id="rId49"/>
            </p:custDataLst>
          </p:nvPr>
        </p:nvGraphicFramePr>
        <p:xfrm>
          <a:off x="3215005" y="5601336"/>
          <a:ext cx="92456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" name="" r:id="rId50" imgW="660400" imgH="241300" progId="Equation.3">
                  <p:embed/>
                </p:oleObj>
              </mc:Choice>
              <mc:Fallback>
                <p:oleObj name="" r:id="rId50" imgW="660400" imgH="241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215005" y="5601336"/>
                        <a:ext cx="924560" cy="288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8"/>
          <p:cNvSpPr txBox="1"/>
          <p:nvPr>
            <p:custDataLst>
              <p:tags r:id="rId51"/>
            </p:custDataLst>
          </p:nvPr>
        </p:nvSpPr>
        <p:spPr>
          <a:xfrm>
            <a:off x="4139565" y="5560060"/>
            <a:ext cx="307086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时，为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左旋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椭圆园极化波化波。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52"/>
            </p:custDataLst>
          </p:nvPr>
        </p:nvSpPr>
        <p:spPr>
          <a:xfrm>
            <a:off x="2710815" y="5575300"/>
            <a:ext cx="4400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当：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55915" y="6452235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46315" y="6452235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平面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电磁波的知识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755650" y="1224915"/>
            <a:ext cx="555498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（四）：平面波对平面边界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投射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2"/>
            </p:custDataLst>
          </p:nvPr>
        </p:nvGraphicFramePr>
        <p:xfrm>
          <a:off x="768985" y="1844675"/>
          <a:ext cx="8137525" cy="2673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5535"/>
                <a:gridCol w="2686050"/>
                <a:gridCol w="4345940"/>
              </a:tblGrid>
              <a:tr h="419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投射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投射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斜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投射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68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反射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系数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5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透射系数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r>
                        <a:rPr lang="en-US" altLang="zh-CN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     </a:t>
                      </a:r>
                      <a:endParaRPr lang="en-US" altLang="zh-CN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37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无</a:t>
                      </a: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反射</a:t>
                      </a:r>
                      <a:endParaRPr lang="zh-CN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理想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介质到一般导电介质</a:t>
                      </a:r>
                      <a:r>
                        <a:rPr 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只有平行极化波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才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会发生无反射现象</a:t>
                      </a:r>
                      <a:r>
                        <a:rPr lang="en-US" altLang="zh-CN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</a:rPr>
                        <a:t> </a:t>
                      </a:r>
                      <a:endParaRPr lang="en-US" altLang="zh-CN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00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全反射</a:t>
                      </a:r>
                      <a:r>
                        <a:rPr lang="en-US" sz="1600" b="1">
                          <a:solidFill>
                            <a:srgbClr val="FF0000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 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良导体，无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ea typeface="Calibri" panose="020F0502020204030204" charset="0"/>
                          <a:cs typeface="Calibri" panose="020F0502020204030204" charset="0"/>
                        </a:rPr>
                        <a:t>折射波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折射波为</a:t>
                      </a:r>
                      <a:r>
                        <a:rPr lang="zh-CN" altLang="en-US" sz="1600" b="1">
                          <a:solidFill>
                            <a:srgbClr val="3333FF"/>
                          </a:solidFill>
                          <a:latin typeface="Calibri" panose="020F0502020204030204" charset="0"/>
                          <a:cs typeface="Calibri" panose="020F0502020204030204" charset="0"/>
                          <a:sym typeface="+mn-ea"/>
                        </a:rPr>
                        <a:t>表面波</a:t>
                      </a:r>
                      <a:endParaRPr lang="zh-CN" altLang="en-US" sz="1600" b="1">
                        <a:solidFill>
                          <a:srgbClr val="3333FF"/>
                        </a:solidFill>
                        <a:latin typeface="Calibri" panose="020F0502020204030204" charset="0"/>
                        <a:cs typeface="Calibri" panose="020F0502020204030204" charset="0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180" name="对象 187394"/>
          <p:cNvGraphicFramePr/>
          <p:nvPr>
            <p:custDataLst>
              <p:tags r:id="rId3"/>
            </p:custDataLst>
          </p:nvPr>
        </p:nvGraphicFramePr>
        <p:xfrm>
          <a:off x="2123440" y="2254885"/>
          <a:ext cx="2157730" cy="525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4" imgW="1244600" imgH="457200" progId="Equation.3">
                  <p:embed/>
                </p:oleObj>
              </mc:Choice>
              <mc:Fallback>
                <p:oleObj name="" r:id="rId4" imgW="1244600" imgH="4572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3440" y="2254885"/>
                        <a:ext cx="2157730" cy="5251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3" name="对象 187395"/>
          <p:cNvGraphicFramePr/>
          <p:nvPr>
            <p:custDataLst>
              <p:tags r:id="rId6"/>
            </p:custDataLst>
          </p:nvPr>
        </p:nvGraphicFramePr>
        <p:xfrm>
          <a:off x="2123440" y="2853055"/>
          <a:ext cx="21494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7" imgW="1231265" imgH="457200" progId="Equation.3">
                  <p:embed/>
                </p:oleObj>
              </mc:Choice>
              <mc:Fallback>
                <p:oleObj name="" r:id="rId7" imgW="1231265" imgH="4572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23440" y="2853055"/>
                        <a:ext cx="2149475" cy="527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对象 142356"/>
          <p:cNvGraphicFramePr/>
          <p:nvPr>
            <p:custDataLst>
              <p:tags r:id="rId9"/>
            </p:custDataLst>
          </p:nvPr>
        </p:nvGraphicFramePr>
        <p:xfrm>
          <a:off x="4572000" y="2277110"/>
          <a:ext cx="2012315" cy="46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6" name="" r:id="rId10" imgW="1536065" imgH="431800" progId="Equation.DSMT4">
                  <p:embed/>
                </p:oleObj>
              </mc:Choice>
              <mc:Fallback>
                <p:oleObj name="" r:id="rId10" imgW="1536065" imgH="431800" progId="Equation.DSMT4">
                  <p:embed/>
                  <p:pic>
                    <p:nvPicPr>
                      <p:cNvPr id="0" name="图片 345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2000" y="2277110"/>
                        <a:ext cx="2012315" cy="4654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对象 143367"/>
          <p:cNvGraphicFramePr/>
          <p:nvPr>
            <p:custDataLst>
              <p:tags r:id="rId12"/>
            </p:custDataLst>
          </p:nvPr>
        </p:nvGraphicFramePr>
        <p:xfrm>
          <a:off x="6875145" y="2303145"/>
          <a:ext cx="1962785" cy="439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5" name="" r:id="rId13" imgW="1548765" imgH="431800" progId="Equation.3">
                  <p:embed/>
                </p:oleObj>
              </mc:Choice>
              <mc:Fallback>
                <p:oleObj name="" r:id="rId13" imgW="1548765" imgH="431800" progId="Equation.3">
                  <p:embed/>
                  <p:pic>
                    <p:nvPicPr>
                      <p:cNvPr id="0" name="图片 346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875145" y="2303145"/>
                        <a:ext cx="1962785" cy="4394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对象 143368"/>
          <p:cNvGraphicFramePr/>
          <p:nvPr>
            <p:custDataLst>
              <p:tags r:id="rId15"/>
            </p:custDataLst>
          </p:nvPr>
        </p:nvGraphicFramePr>
        <p:xfrm>
          <a:off x="6893560" y="2880995"/>
          <a:ext cx="1944370" cy="399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1" name="" r:id="rId16" imgW="1523365" imgH="431800" progId="Equation.3">
                  <p:embed/>
                </p:oleObj>
              </mc:Choice>
              <mc:Fallback>
                <p:oleObj name="" r:id="rId16" imgW="1523365" imgH="431800" progId="Equation.3">
                  <p:embed/>
                  <p:pic>
                    <p:nvPicPr>
                      <p:cNvPr id="0" name="图片 347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893560" y="2880995"/>
                        <a:ext cx="1944370" cy="3994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1" name="对象 143388"/>
          <p:cNvGraphicFramePr/>
          <p:nvPr>
            <p:custDataLst>
              <p:tags r:id="rId18"/>
            </p:custDataLst>
          </p:nvPr>
        </p:nvGraphicFramePr>
        <p:xfrm>
          <a:off x="4572000" y="2853055"/>
          <a:ext cx="2022475" cy="427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" name="" r:id="rId19" imgW="1510665" imgH="431800" progId="Equation.DSMT4">
                  <p:embed/>
                </p:oleObj>
              </mc:Choice>
              <mc:Fallback>
                <p:oleObj name="" r:id="rId19" imgW="1510665" imgH="431800" progId="Equation.DSMT4">
                  <p:embed/>
                  <p:pic>
                    <p:nvPicPr>
                      <p:cNvPr id="0" name="图片 346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72000" y="2853055"/>
                        <a:ext cx="2022475" cy="4279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82" name="组合 50205"/>
          <p:cNvGrpSpPr/>
          <p:nvPr/>
        </p:nvGrpSpPr>
        <p:grpSpPr>
          <a:xfrm rot="0">
            <a:off x="1908175" y="3427730"/>
            <a:ext cx="2514600" cy="241935"/>
            <a:chOff x="1174" y="514"/>
            <a:chExt cx="1584" cy="250"/>
          </a:xfrm>
        </p:grpSpPr>
        <p:graphicFrame>
          <p:nvGraphicFramePr>
            <p:cNvPr id="58383" name="对象 50183"/>
            <p:cNvGraphicFramePr/>
            <p:nvPr>
              <p:custDataLst>
                <p:tags r:id="rId21"/>
              </p:custDataLst>
            </p:nvPr>
          </p:nvGraphicFramePr>
          <p:xfrm>
            <a:off x="1174" y="514"/>
            <a:ext cx="58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9" name="" r:id="rId22" imgW="533400" imgH="228600" progId="Equation.3">
                    <p:embed/>
                  </p:oleObj>
                </mc:Choice>
                <mc:Fallback>
                  <p:oleObj name="" r:id="rId22" imgW="533400" imgH="228600" progId="Equation.3">
                    <p:embed/>
                    <p:pic>
                      <p:nvPicPr>
                        <p:cNvPr id="0" name="图片 3308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174" y="514"/>
                          <a:ext cx="584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384" name="对象 50190"/>
            <p:cNvGraphicFramePr/>
            <p:nvPr>
              <p:custDataLst>
                <p:tags r:id="rId24"/>
              </p:custDataLst>
            </p:nvPr>
          </p:nvGraphicFramePr>
          <p:xfrm>
            <a:off x="1854" y="536"/>
            <a:ext cx="904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" name="" r:id="rId25" imgW="888365" imgH="203200" progId="Equation.3">
                    <p:embed/>
                  </p:oleObj>
                </mc:Choice>
                <mc:Fallback>
                  <p:oleObj name="" r:id="rId25" imgW="888365" imgH="203200" progId="Equation.3">
                    <p:embed/>
                    <p:pic>
                      <p:nvPicPr>
                        <p:cNvPr id="0" name="图片 3303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854" y="536"/>
                          <a:ext cx="904" cy="2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72" name="对象 146444"/>
          <p:cNvGraphicFramePr/>
          <p:nvPr>
            <p:custDataLst>
              <p:tags r:id="rId27"/>
            </p:custDataLst>
          </p:nvPr>
        </p:nvGraphicFramePr>
        <p:xfrm>
          <a:off x="4575175" y="3391535"/>
          <a:ext cx="2389505" cy="549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8" name="" r:id="rId28" imgW="1409700" imgH="508000" progId="Equation.DSMT4">
                  <p:embed/>
                </p:oleObj>
              </mc:Choice>
              <mc:Fallback>
                <p:oleObj name="" r:id="rId28" imgW="1409700" imgH="508000" progId="Equation.DSMT4">
                  <p:embed/>
                  <p:pic>
                    <p:nvPicPr>
                      <p:cNvPr id="0" name="图片 350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575175" y="3391535"/>
                        <a:ext cx="2389505" cy="5499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9" name="对象 50184"/>
          <p:cNvGraphicFramePr/>
          <p:nvPr>
            <p:custDataLst>
              <p:tags r:id="rId30"/>
            </p:custDataLst>
          </p:nvPr>
        </p:nvGraphicFramePr>
        <p:xfrm>
          <a:off x="2411730" y="3941445"/>
          <a:ext cx="1495425" cy="213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" name="" r:id="rId31" imgW="926465" imgH="203200" progId="Equation.3">
                  <p:embed/>
                </p:oleObj>
              </mc:Choice>
              <mc:Fallback>
                <p:oleObj name="" r:id="rId31" imgW="926465" imgH="203200" progId="Equation.3">
                  <p:embed/>
                  <p:pic>
                    <p:nvPicPr>
                      <p:cNvPr id="0" name="图片 3304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411730" y="3941445"/>
                        <a:ext cx="1495425" cy="2139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7" name="对象 149506"/>
          <p:cNvGraphicFramePr/>
          <p:nvPr>
            <p:custDataLst>
              <p:tags r:id="rId33"/>
            </p:custDataLst>
          </p:nvPr>
        </p:nvGraphicFramePr>
        <p:xfrm>
          <a:off x="4618990" y="3941445"/>
          <a:ext cx="1965325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" name="" r:id="rId34" imgW="1129665" imgH="508000" progId="Equation.DSMT4">
                  <p:embed/>
                </p:oleObj>
              </mc:Choice>
              <mc:Fallback>
                <p:oleObj name="" r:id="rId34" imgW="1129665" imgH="508000" progId="Equation.DSMT4">
                  <p:embed/>
                  <p:pic>
                    <p:nvPicPr>
                      <p:cNvPr id="0" name="图片 351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618990" y="3941445"/>
                        <a:ext cx="1965325" cy="576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68985" y="4725035"/>
            <a:ext cx="208788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对多层边界的正</a:t>
            </a: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投射：</a:t>
            </a:r>
            <a:endParaRPr lang="zh-CN" altLang="en-US" sz="1600" b="1" i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67589" name="对象 58375"/>
          <p:cNvGraphicFramePr/>
          <p:nvPr>
            <p:custDataLst>
              <p:tags r:id="rId36"/>
            </p:custDataLst>
          </p:nvPr>
        </p:nvGraphicFramePr>
        <p:xfrm>
          <a:off x="2915920" y="4653280"/>
          <a:ext cx="2689860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5" name="" r:id="rId37" imgW="1866265" imgH="431800" progId="Equation.3">
                  <p:embed/>
                </p:oleObj>
              </mc:Choice>
              <mc:Fallback>
                <p:oleObj name="" r:id="rId37" imgW="1866265" imgH="431800" progId="Equation.3">
                  <p:embed/>
                  <p:pic>
                    <p:nvPicPr>
                      <p:cNvPr id="0" name="图片 3374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915920" y="4653280"/>
                        <a:ext cx="2689860" cy="47879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对象 59393"/>
          <p:cNvGraphicFramePr/>
          <p:nvPr>
            <p:custDataLst>
              <p:tags r:id="rId39"/>
            </p:custDataLst>
          </p:nvPr>
        </p:nvGraphicFramePr>
        <p:xfrm>
          <a:off x="6012180" y="4628515"/>
          <a:ext cx="1905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" name="" r:id="rId40" imgW="1078865" imgH="431800" progId="Equation.3">
                  <p:embed/>
                </p:oleObj>
              </mc:Choice>
              <mc:Fallback>
                <p:oleObj name="" r:id="rId40" imgW="1078865" imgH="431800" progId="Equation.3">
                  <p:embed/>
                  <p:pic>
                    <p:nvPicPr>
                      <p:cNvPr id="0" name="图片 338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012180" y="4628515"/>
                        <a:ext cx="1905000" cy="501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>
            <p:custDataLst>
              <p:tags r:id="rId42"/>
            </p:custDataLst>
          </p:nvPr>
        </p:nvSpPr>
        <p:spPr>
          <a:xfrm>
            <a:off x="592455" y="5269230"/>
            <a:ext cx="22644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输入波阻抗的</a:t>
            </a: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阻抗变换：</a:t>
            </a:r>
            <a:endParaRPr lang="zh-CN" altLang="en-US" sz="1600" b="1" i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71708" name="对象 63522"/>
          <p:cNvGraphicFramePr/>
          <p:nvPr>
            <p:custDataLst>
              <p:tags r:id="rId43"/>
            </p:custDataLst>
          </p:nvPr>
        </p:nvGraphicFramePr>
        <p:xfrm>
          <a:off x="2915920" y="5316855"/>
          <a:ext cx="1295400" cy="289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3" name="" r:id="rId44" imgW="748665" imgH="254000" progId="Equation.3">
                  <p:embed/>
                </p:oleObj>
              </mc:Choice>
              <mc:Fallback>
                <p:oleObj name="" r:id="rId44" imgW="748665" imgH="254000" progId="Equation.3">
                  <p:embed/>
                  <p:pic>
                    <p:nvPicPr>
                      <p:cNvPr id="0" name="图片 3392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915920" y="5316855"/>
                        <a:ext cx="1295400" cy="2895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4453890" y="529717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>
                <a:solidFill>
                  <a:srgbClr val="3333FF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四分之一波长的阻抗变换</a:t>
            </a:r>
            <a:r>
              <a:rPr lang="zh-CN" altLang="en-US" sz="1600" b="1" i="0">
                <a:solidFill>
                  <a:srgbClr val="3333FF"/>
                </a:solidFill>
                <a:latin typeface="Calibri" panose="020F0502020204030204" charset="0"/>
                <a:cs typeface="Calibri" panose="020F0502020204030204" charset="0"/>
                <a:sym typeface="+mn-ea"/>
              </a:rPr>
              <a:t>特性</a:t>
            </a:r>
            <a:endParaRPr lang="zh-CN" altLang="en-US" sz="1600" b="1" i="0">
              <a:solidFill>
                <a:srgbClr val="3333FF"/>
              </a:solidFill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46"/>
            </p:custDataLst>
          </p:nvPr>
        </p:nvSpPr>
        <p:spPr>
          <a:xfrm>
            <a:off x="1403350" y="5733415"/>
            <a:ext cx="15532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>
              <a:buNone/>
            </a:pP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驻波</a:t>
            </a:r>
            <a:r>
              <a:rPr lang="zh-CN" altLang="en-US" sz="1600" b="1" i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比：</a:t>
            </a:r>
            <a:endParaRPr lang="zh-CN" altLang="en-US" sz="1600" b="1" i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49206" name="对象 49205"/>
          <p:cNvGraphicFramePr/>
          <p:nvPr>
            <p:custDataLst>
              <p:tags r:id="rId47"/>
            </p:custDataLst>
          </p:nvPr>
        </p:nvGraphicFramePr>
        <p:xfrm>
          <a:off x="2915920" y="5661025"/>
          <a:ext cx="2133600" cy="53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7" name="" r:id="rId48" imgW="1256665" imgH="444500" progId="Equation.3">
                  <p:embed/>
                </p:oleObj>
              </mc:Choice>
              <mc:Fallback>
                <p:oleObj name="" r:id="rId48" imgW="1256665" imgH="444500" progId="Equation.3">
                  <p:embed/>
                  <p:pic>
                    <p:nvPicPr>
                      <p:cNvPr id="0" name="图片 3296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915920" y="5661025"/>
                        <a:ext cx="2133600" cy="5327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55915" y="6452235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46315" y="6452235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五、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导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行电磁波的知识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7405" y="192786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矩形波导的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模：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7405" y="4004945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截至波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长：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7405" y="337058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截至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频率：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043305" y="1299845"/>
            <a:ext cx="154813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基本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概念：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8268" name="文本框 8267"/>
          <p:cNvSpPr txBox="1"/>
          <p:nvPr>
            <p:custDataLst>
              <p:tags r:id="rId2"/>
            </p:custDataLst>
          </p:nvPr>
        </p:nvSpPr>
        <p:spPr>
          <a:xfrm>
            <a:off x="2555875" y="1478280"/>
            <a:ext cx="55892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TEM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波，</a:t>
            </a: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TE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波、</a:t>
            </a: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TM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波、纵向场法、工作波长、波导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波长。</a:t>
            </a:r>
            <a:endParaRPr lang="zh-CN" altLang="en-US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80060" y="2680335"/>
            <a:ext cx="213487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截至传播常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数：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4"/>
            </p:custDataLst>
          </p:nvPr>
        </p:nvSpPr>
        <p:spPr>
          <a:xfrm>
            <a:off x="828040" y="5013325"/>
            <a:ext cx="1786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波导波阻抗：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6985" y="2092960"/>
            <a:ext cx="6034405" cy="681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 b="1" i="0" dirty="0">
                <a:solidFill>
                  <a:srgbClr val="000000"/>
                </a:solidFill>
                <a:ea typeface="楷体_GB2312" pitchFamily="49" charset="-122"/>
                <a:sym typeface="+mn-ea"/>
              </a:rPr>
              <a:t>TM</a:t>
            </a:r>
            <a:r>
              <a:rPr lang="en-US" altLang="zh-CN" sz="1000" b="1" i="0" dirty="0">
                <a:solidFill>
                  <a:srgbClr val="000000"/>
                </a:solidFill>
                <a:ea typeface="楷体_GB2312" pitchFamily="49" charset="-122"/>
                <a:sym typeface="+mn-ea"/>
              </a:rPr>
              <a:t>mn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中，大的 </a:t>
            </a:r>
            <a:r>
              <a:rPr lang="en-US" altLang="zh-CN" sz="1600" i="0">
                <a:ea typeface="楷体_GB2312" pitchFamily="49" charset="-122"/>
                <a:sym typeface="+mn-ea"/>
              </a:rPr>
              <a:t>m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及 </a:t>
            </a:r>
            <a:r>
              <a:rPr lang="en-US" altLang="zh-CN" sz="1600" i="0">
                <a:ea typeface="楷体_GB2312" pitchFamily="49" charset="-122"/>
                <a:sym typeface="+mn-ea"/>
              </a:rPr>
              <a:t>n</a:t>
            </a:r>
            <a:r>
              <a:rPr lang="en-US" altLang="zh-CN" sz="1600" i="0">
                <a:solidFill>
                  <a:schemeClr val="tx2"/>
                </a:solidFill>
                <a:ea typeface="楷体_GB2312" pitchFamily="49" charset="-122"/>
                <a:sym typeface="+mn-ea"/>
              </a:rPr>
              <a:t>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模式称为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高次模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，小的称为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低次模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；</a:t>
            </a:r>
            <a:r>
              <a:rPr lang="en-US" altLang="zh-CN" sz="1600" b="1" i="0">
                <a:solidFill>
                  <a:srgbClr val="3333FF"/>
                </a:solidFill>
                <a:ea typeface="楷体_GB2312" pitchFamily="49" charset="-122"/>
                <a:sym typeface="+mn-ea"/>
              </a:rPr>
              <a:t>TM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波的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最低模式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是</a:t>
            </a:r>
            <a:r>
              <a:rPr lang="en-US" altLang="zh-CN" sz="1600" b="1" i="0">
                <a:solidFill>
                  <a:srgbClr val="3333FF"/>
                </a:solidFill>
                <a:ea typeface="楷体_GB2312" pitchFamily="49" charset="-122"/>
                <a:sym typeface="+mn-ea"/>
              </a:rPr>
              <a:t>TM</a:t>
            </a:r>
            <a:r>
              <a:rPr lang="en-US" altLang="zh-CN" sz="1600" b="1" i="0" baseline="-30000">
                <a:solidFill>
                  <a:srgbClr val="3333FF"/>
                </a:solidFill>
                <a:ea typeface="楷体_GB2312" pitchFamily="49" charset="-122"/>
                <a:sym typeface="+mn-ea"/>
              </a:rPr>
              <a:t>11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波，</a:t>
            </a:r>
            <a:r>
              <a:rPr lang="en-US" altLang="zh-CN" sz="1600" b="1" i="0">
                <a:solidFill>
                  <a:srgbClr val="3333FF"/>
                </a:solidFill>
                <a:ea typeface="楷体_GB2312" pitchFamily="49" charset="-122"/>
                <a:sym typeface="+mn-ea"/>
              </a:rPr>
              <a:t>TE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波的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最低模式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为</a:t>
            </a:r>
            <a:r>
              <a:rPr lang="en-US" altLang="zh-CN" sz="1600" b="1" i="0">
                <a:solidFill>
                  <a:srgbClr val="3333FF"/>
                </a:solidFill>
                <a:ea typeface="楷体_GB2312" pitchFamily="49" charset="-122"/>
                <a:sym typeface="+mn-ea"/>
              </a:rPr>
              <a:t>TE</a:t>
            </a:r>
            <a:r>
              <a:rPr lang="en-US" altLang="zh-CN" sz="1600" b="1" i="0" baseline="-20000">
                <a:solidFill>
                  <a:srgbClr val="3333FF"/>
                </a:solidFill>
                <a:ea typeface="楷体_GB2312" pitchFamily="49" charset="-122"/>
                <a:sym typeface="+mn-ea"/>
              </a:rPr>
              <a:t>01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波或</a:t>
            </a:r>
            <a:r>
              <a:rPr lang="en-US" altLang="zh-CN" sz="1600" b="1" i="0">
                <a:solidFill>
                  <a:srgbClr val="3333FF"/>
                </a:solidFill>
                <a:ea typeface="楷体_GB2312" pitchFamily="49" charset="-122"/>
                <a:sym typeface="+mn-ea"/>
              </a:rPr>
              <a:t>TE</a:t>
            </a:r>
            <a:r>
              <a:rPr lang="en-US" altLang="zh-CN" sz="1600" b="1" i="0" baseline="-20000">
                <a:solidFill>
                  <a:srgbClr val="3333FF"/>
                </a:solidFill>
                <a:ea typeface="楷体_GB2312" pitchFamily="49" charset="-122"/>
                <a:sym typeface="+mn-ea"/>
              </a:rPr>
              <a:t>10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波。</a:t>
            </a:r>
            <a:endParaRPr lang="en-US" altLang="zh-CN" sz="1600" b="1" i="0" dirty="0">
              <a:solidFill>
                <a:srgbClr val="00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7437" name="对象 17436"/>
          <p:cNvGraphicFramePr/>
          <p:nvPr>
            <p:custDataLst>
              <p:tags r:id="rId5"/>
            </p:custDataLst>
          </p:nvPr>
        </p:nvGraphicFramePr>
        <p:xfrm>
          <a:off x="2614930" y="2853055"/>
          <a:ext cx="13366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6" imgW="761365" imgH="254000" progId="Equation.DSMT4">
                  <p:embed/>
                </p:oleObj>
              </mc:Choice>
              <mc:Fallback>
                <p:oleObj name="" r:id="rId6" imgW="761365" imgH="2540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14930" y="2853055"/>
                        <a:ext cx="1336675" cy="377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对象 17419"/>
          <p:cNvGraphicFramePr/>
          <p:nvPr>
            <p:custDataLst>
              <p:tags r:id="rId8"/>
            </p:custDataLst>
          </p:nvPr>
        </p:nvGraphicFramePr>
        <p:xfrm>
          <a:off x="4283710" y="2680335"/>
          <a:ext cx="2113915" cy="667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9" imgW="1282700" imgH="469900" progId="Equation.3">
                  <p:embed/>
                </p:oleObj>
              </mc:Choice>
              <mc:Fallback>
                <p:oleObj name="" r:id="rId9" imgW="1282700" imgH="4699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83710" y="2680335"/>
                        <a:ext cx="2113915" cy="6673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对象 17427"/>
          <p:cNvGraphicFramePr/>
          <p:nvPr>
            <p:custDataLst>
              <p:tags r:id="rId11"/>
            </p:custDataLst>
          </p:nvPr>
        </p:nvGraphicFramePr>
        <p:xfrm>
          <a:off x="2591435" y="3327400"/>
          <a:ext cx="3886200" cy="638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2" imgW="2259330" imgH="520700" progId="Equation.3">
                  <p:embed/>
                </p:oleObj>
              </mc:Choice>
              <mc:Fallback>
                <p:oleObj name="" r:id="rId12" imgW="2259330" imgH="5207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91435" y="3327400"/>
                        <a:ext cx="3886200" cy="6388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9460"/>
          <p:cNvGraphicFramePr/>
          <p:nvPr>
            <p:custDataLst>
              <p:tags r:id="rId14"/>
            </p:custDataLst>
          </p:nvPr>
        </p:nvGraphicFramePr>
        <p:xfrm>
          <a:off x="2614930" y="4104005"/>
          <a:ext cx="26670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15" imgW="1612900" imgH="698500" progId="Equation.3">
                  <p:embed/>
                </p:oleObj>
              </mc:Choice>
              <mc:Fallback>
                <p:oleObj name="" r:id="rId15" imgW="1612900" imgH="6985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14930" y="4104005"/>
                        <a:ext cx="2667000" cy="777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0" name="对象 23571"/>
          <p:cNvGraphicFramePr/>
          <p:nvPr>
            <p:custDataLst>
              <p:tags r:id="rId17"/>
            </p:custDataLst>
          </p:nvPr>
        </p:nvGraphicFramePr>
        <p:xfrm>
          <a:off x="2614930" y="5085080"/>
          <a:ext cx="3089910" cy="58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18" imgW="2159000" imgH="558800" progId="Equation.3">
                  <p:embed/>
                </p:oleObj>
              </mc:Choice>
              <mc:Fallback>
                <p:oleObj name="" r:id="rId18" imgW="2159000" imgH="5588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614930" y="5085080"/>
                        <a:ext cx="3089910" cy="5892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对象 24578"/>
          <p:cNvGraphicFramePr/>
          <p:nvPr>
            <p:custDataLst>
              <p:tags r:id="rId20"/>
            </p:custDataLst>
          </p:nvPr>
        </p:nvGraphicFramePr>
        <p:xfrm>
          <a:off x="5868035" y="5156835"/>
          <a:ext cx="2954655" cy="723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21" imgW="1968500" imgH="736600" progId="Equation.3">
                  <p:embed/>
                </p:oleObj>
              </mc:Choice>
              <mc:Fallback>
                <p:oleObj name="" r:id="rId21" imgW="1968500" imgH="7366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68035" y="5156835"/>
                        <a:ext cx="2954655" cy="7232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10" grpId="0"/>
      <p:bldP spid="11" grpId="0"/>
      <p:bldP spid="18" grpId="0"/>
      <p:bldP spid="4" grpId="0"/>
      <p:bldP spid="8268" grpId="0"/>
      <p:bldP spid="5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55915" y="6452235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46315" y="6452235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4540"/>
            <a:ext cx="4418330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六、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电流元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辐射的知识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要点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55625" y="1700530"/>
            <a:ext cx="21082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近区场的场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分布：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035" y="2645410"/>
            <a:ext cx="20027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远区场的场特点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160" y="5062220"/>
            <a:ext cx="178752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辐射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功率：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115695" y="1230630"/>
            <a:ext cx="154813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电流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元：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19100" y="2171065"/>
            <a:ext cx="222694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远区场的场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分布：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979170" y="5550535"/>
            <a:ext cx="170751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  <a:spcBef>
                <a:spcPct val="0"/>
              </a:spcBef>
            </a:pP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辐射</a:t>
            </a:r>
            <a:r>
              <a:rPr lang="zh-CN" altLang="en-US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电阻：</a:t>
            </a:r>
            <a:endParaRPr lang="zh-CN" altLang="en-US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6985" y="1412875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一段载有均匀同相的时变电流的导线称为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电流元。</a:t>
            </a:r>
            <a:endParaRPr lang="zh-CN" altLang="en-US" sz="1600" b="1" i="0" dirty="0">
              <a:solidFill>
                <a:srgbClr val="FF0000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15408" name="对象 4104"/>
          <p:cNvGraphicFramePr/>
          <p:nvPr>
            <p:custDataLst>
              <p:tags r:id="rId4"/>
            </p:custDataLst>
          </p:nvPr>
        </p:nvGraphicFramePr>
        <p:xfrm>
          <a:off x="7127240" y="1290320"/>
          <a:ext cx="1689100" cy="506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926465" imgH="393700" progId="Equation.3">
                  <p:embed/>
                </p:oleObj>
              </mc:Choice>
              <mc:Fallback>
                <p:oleObj name="" r:id="rId5" imgW="926465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27240" y="1290320"/>
                        <a:ext cx="1689100" cy="5060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86" name="组合 6185"/>
          <p:cNvGrpSpPr/>
          <p:nvPr/>
        </p:nvGrpSpPr>
        <p:grpSpPr>
          <a:xfrm>
            <a:off x="2579370" y="1795145"/>
            <a:ext cx="5476875" cy="459740"/>
            <a:chOff x="1226" y="1325"/>
            <a:chExt cx="3450" cy="439"/>
          </a:xfrm>
        </p:grpSpPr>
        <p:graphicFrame>
          <p:nvGraphicFramePr>
            <p:cNvPr id="19464" name="对象 6155"/>
            <p:cNvGraphicFramePr/>
            <p:nvPr>
              <p:custDataLst>
                <p:tags r:id="rId7"/>
              </p:custDataLst>
            </p:nvPr>
          </p:nvGraphicFramePr>
          <p:xfrm>
            <a:off x="1226" y="1325"/>
            <a:ext cx="933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5" name="" r:id="rId8" imgW="913765" imgH="393700" progId="Equation.3">
                    <p:embed/>
                  </p:oleObj>
                </mc:Choice>
                <mc:Fallback>
                  <p:oleObj name="" r:id="rId8" imgW="913765" imgH="3937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1226" y="1325"/>
                          <a:ext cx="933" cy="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对象 6154"/>
            <p:cNvGraphicFramePr/>
            <p:nvPr>
              <p:custDataLst>
                <p:tags r:id="rId10"/>
              </p:custDataLst>
            </p:nvPr>
          </p:nvGraphicFramePr>
          <p:xfrm>
            <a:off x="2345" y="1326"/>
            <a:ext cx="1056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1" imgW="1040765" imgH="393700" progId="Equation.3">
                    <p:embed/>
                  </p:oleObj>
                </mc:Choice>
                <mc:Fallback>
                  <p:oleObj name="" r:id="rId11" imgW="1040765" imgH="3937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345" y="1326"/>
                          <a:ext cx="1056" cy="43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对象 6153"/>
            <p:cNvGraphicFramePr/>
            <p:nvPr>
              <p:custDataLst>
                <p:tags r:id="rId13"/>
              </p:custDataLst>
            </p:nvPr>
          </p:nvGraphicFramePr>
          <p:xfrm>
            <a:off x="3600" y="1326"/>
            <a:ext cx="1076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" r:id="rId14" imgW="1053465" imgH="393700" progId="Equation.3">
                    <p:embed/>
                  </p:oleObj>
                </mc:Choice>
                <mc:Fallback>
                  <p:oleObj name="" r:id="rId14" imgW="1053465" imgH="39370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3600" y="1326"/>
                          <a:ext cx="1076" cy="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04" name="组合 7203"/>
          <p:cNvGrpSpPr/>
          <p:nvPr/>
        </p:nvGrpSpPr>
        <p:grpSpPr>
          <a:xfrm>
            <a:off x="2627630" y="2320290"/>
            <a:ext cx="4638675" cy="467360"/>
            <a:chOff x="1350" y="1248"/>
            <a:chExt cx="2922" cy="414"/>
          </a:xfrm>
        </p:grpSpPr>
        <p:graphicFrame>
          <p:nvGraphicFramePr>
            <p:cNvPr id="20488" name="对象 7171"/>
            <p:cNvGraphicFramePr/>
            <p:nvPr>
              <p:custDataLst>
                <p:tags r:id="rId16"/>
              </p:custDataLst>
            </p:nvPr>
          </p:nvGraphicFramePr>
          <p:xfrm>
            <a:off x="1350" y="1248"/>
            <a:ext cx="1191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7" imgW="1205865" imgH="393700" progId="Equation.3">
                    <p:embed/>
                  </p:oleObj>
                </mc:Choice>
                <mc:Fallback>
                  <p:oleObj name="" r:id="rId17" imgW="1205865" imgH="3937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350" y="1248"/>
                          <a:ext cx="1191" cy="4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对象 7170"/>
            <p:cNvGraphicFramePr/>
            <p:nvPr>
              <p:custDataLst>
                <p:tags r:id="rId19"/>
              </p:custDataLst>
            </p:nvPr>
          </p:nvGraphicFramePr>
          <p:xfrm>
            <a:off x="3024" y="1248"/>
            <a:ext cx="1248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20" imgW="1256665" imgH="393700" progId="Equation.3">
                    <p:embed/>
                  </p:oleObj>
                </mc:Choice>
                <mc:Fallback>
                  <p:oleObj name="" r:id="rId20" imgW="1256665" imgH="3937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024" y="1248"/>
                          <a:ext cx="1248" cy="41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5" name="文本框 7182"/>
          <p:cNvSpPr txBox="1"/>
          <p:nvPr>
            <p:custDataLst>
              <p:tags r:id="rId22"/>
            </p:custDataLst>
          </p:nvPr>
        </p:nvSpPr>
        <p:spPr>
          <a:xfrm>
            <a:off x="2483485" y="2645410"/>
            <a:ext cx="6237605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</a:rPr>
              <a:t> ①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远区场为TEM波，电场与磁场的关系为</a:t>
            </a: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i="0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lang="zh-CN" altLang="en-US" sz="20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0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496" name="对象 7183"/>
          <p:cNvGraphicFramePr/>
          <p:nvPr>
            <p:custDataLst>
              <p:tags r:id="rId23"/>
            </p:custDataLst>
          </p:nvPr>
        </p:nvGraphicFramePr>
        <p:xfrm>
          <a:off x="6516370" y="2818130"/>
          <a:ext cx="914400" cy="446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24" imgW="533400" imgH="457200" progId="Equation.3">
                  <p:embed/>
                </p:oleObj>
              </mc:Choice>
              <mc:Fallback>
                <p:oleObj name="" r:id="rId24" imgW="533400" imgH="4572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516370" y="2818130"/>
                        <a:ext cx="914400" cy="4464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546985" y="3270885"/>
            <a:ext cx="47986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5000"/>
              </a:lnSpc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② 电场与磁场同相，所以远区场又称为辐射场。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20166" name="文本框 220165"/>
          <p:cNvSpPr txBox="1"/>
          <p:nvPr>
            <p:custDataLst>
              <p:tags r:id="rId26"/>
            </p:custDataLst>
          </p:nvPr>
        </p:nvSpPr>
        <p:spPr>
          <a:xfrm>
            <a:off x="2555875" y="3691255"/>
            <a:ext cx="43707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5000"/>
              </a:lnSpc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</a:rPr>
              <a:t>③ 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远区场强振幅与距离 r  一次方成反比。</a:t>
            </a:r>
            <a:endParaRPr lang="zh-CN" altLang="en-US" sz="1600" b="1" i="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546985" y="4076700"/>
            <a:ext cx="61582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④远区场强振幅还与观察点所处的方位有关，这种特性称为天线的方向性。与方位角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Symbol" panose="05050102010706020507" pitchFamily="18" charset="2"/>
              </a:rPr>
              <a:t>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及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Symbol" panose="05050102010706020507" pitchFamily="18" charset="2"/>
              </a:rPr>
              <a:t> </a:t>
            </a: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有关的函数称为方向性因子。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79370" y="4660900"/>
            <a:ext cx="620585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⑤ 远区场为线极化。当然，在不同的方向上极化方向不同。</a:t>
            </a:r>
            <a:endParaRPr lang="zh-CN" altLang="en-US" sz="1600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aphicFrame>
        <p:nvGraphicFramePr>
          <p:cNvPr id="24591" name="对象 9252"/>
          <p:cNvGraphicFramePr/>
          <p:nvPr>
            <p:custDataLst>
              <p:tags r:id="rId27"/>
            </p:custDataLst>
          </p:nvPr>
        </p:nvGraphicFramePr>
        <p:xfrm>
          <a:off x="2625090" y="5085080"/>
          <a:ext cx="1828800" cy="570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28" imgW="1079500" imgH="469900" progId="Equation.3">
                  <p:embed/>
                </p:oleObj>
              </mc:Choice>
              <mc:Fallback>
                <p:oleObj name="" r:id="rId28" imgW="1079500" imgH="4699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625090" y="5085080"/>
                        <a:ext cx="1828800" cy="5702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对象 10252"/>
          <p:cNvGraphicFramePr/>
          <p:nvPr>
            <p:custDataLst>
              <p:tags r:id="rId30"/>
            </p:custDataLst>
          </p:nvPr>
        </p:nvGraphicFramePr>
        <p:xfrm>
          <a:off x="2625090" y="5616575"/>
          <a:ext cx="838200" cy="487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1" imgW="508000" imgH="393700" progId="Equation.3">
                  <p:embed/>
                </p:oleObj>
              </mc:Choice>
              <mc:Fallback>
                <p:oleObj name="" r:id="rId31" imgW="508000" imgH="3937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625090" y="5616575"/>
                        <a:ext cx="838200" cy="4870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对象 10255"/>
          <p:cNvGraphicFramePr/>
          <p:nvPr>
            <p:custDataLst>
              <p:tags r:id="rId33"/>
            </p:custDataLst>
          </p:nvPr>
        </p:nvGraphicFramePr>
        <p:xfrm>
          <a:off x="4453890" y="5615940"/>
          <a:ext cx="1676400" cy="537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4" imgW="965200" imgH="469900" progId="Equation.3">
                  <p:embed/>
                </p:oleObj>
              </mc:Choice>
              <mc:Fallback>
                <p:oleObj name="" r:id="rId34" imgW="965200" imgH="4699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453890" y="5615940"/>
                        <a:ext cx="1676400" cy="53721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10" grpId="0"/>
      <p:bldP spid="11" grpId="0"/>
      <p:bldP spid="20" grpId="0"/>
      <p:bldP spid="4" grpId="0"/>
      <p:bldP spid="5" grpId="0"/>
      <p:bldP spid="23" grpId="0"/>
      <p:bldP spid="22016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七、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场的求解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1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、静态场的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求解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99795" y="1844675"/>
            <a:ext cx="3584575" cy="4217670"/>
            <a:chOff x="233" y="4981"/>
            <a:chExt cx="11309" cy="2144"/>
          </a:xfrm>
        </p:grpSpPr>
        <p:sp>
          <p:nvSpPr>
            <p:cNvPr id="6" name="文本框 5"/>
            <p:cNvSpPr txBox="1"/>
            <p:nvPr/>
          </p:nvSpPr>
          <p:spPr>
            <a:xfrm>
              <a:off x="635" y="5046"/>
              <a:ext cx="4717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求静电场：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33" y="4981"/>
              <a:ext cx="11309" cy="2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36" y="5257"/>
              <a:ext cx="7501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、利用静电场高斯定理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635" y="5896"/>
              <a:ext cx="7143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、通过电位分布求解</a:t>
              </a: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6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6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82951" name="对象 82950"/>
          <p:cNvGraphicFramePr/>
          <p:nvPr/>
        </p:nvGraphicFramePr>
        <p:xfrm>
          <a:off x="1403985" y="2791460"/>
          <a:ext cx="1330960" cy="313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862965" imgH="292100" progId="Equation.DSMT4">
                  <p:embed/>
                </p:oleObj>
              </mc:Choice>
              <mc:Fallback>
                <p:oleObj name="" r:id="rId1" imgW="862965" imgH="292100" progId="Equation.DSMT4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985" y="2791460"/>
                        <a:ext cx="1330960" cy="3130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3" name="对象 86019"/>
          <p:cNvGraphicFramePr/>
          <p:nvPr/>
        </p:nvGraphicFramePr>
        <p:xfrm>
          <a:off x="1403985" y="3186430"/>
          <a:ext cx="1395730" cy="414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3" imgW="888365" imgH="393700" progId="Equation.DSMT4">
                  <p:embed/>
                </p:oleObj>
              </mc:Choice>
              <mc:Fallback>
                <p:oleObj name="" r:id="rId3" imgW="888365" imgH="3937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985" y="3186430"/>
                        <a:ext cx="1395730" cy="414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044575" y="5013325"/>
            <a:ext cx="272478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、直接通过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电荷分布求解</a:t>
            </a:r>
            <a:r>
              <a:rPr lang="en-US" altLang="zh-CN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600" b="1" i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600" b="1" i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9459" name="对象 6145"/>
          <p:cNvGraphicFramePr/>
          <p:nvPr/>
        </p:nvGraphicFramePr>
        <p:xfrm>
          <a:off x="1403985" y="4004945"/>
          <a:ext cx="2365375" cy="48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1688465" imgH="431800" progId="Equation.3">
                  <p:embed/>
                </p:oleObj>
              </mc:Choice>
              <mc:Fallback>
                <p:oleObj name="" r:id="rId5" imgW="1688465" imgH="4318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03985" y="4004945"/>
                        <a:ext cx="2365375" cy="4851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0" name="对象 73729"/>
          <p:cNvGraphicFramePr/>
          <p:nvPr/>
        </p:nvGraphicFramePr>
        <p:xfrm>
          <a:off x="1616075" y="4598670"/>
          <a:ext cx="906145" cy="226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622300" imgH="203200" progId="Equation.3">
                  <p:embed/>
                </p:oleObj>
              </mc:Choice>
              <mc:Fallback>
                <p:oleObj name="" r:id="rId7" imgW="622300" imgH="2032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6075" y="4598670"/>
                        <a:ext cx="906145" cy="2266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对象 73732"/>
          <p:cNvGraphicFramePr/>
          <p:nvPr/>
        </p:nvGraphicFramePr>
        <p:xfrm>
          <a:off x="1476375" y="5373370"/>
          <a:ext cx="2399665" cy="497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" name="" r:id="rId9" imgW="1625600" imgH="469900" progId="Equation.3">
                  <p:embed/>
                </p:oleObj>
              </mc:Choice>
              <mc:Fallback>
                <p:oleObj name="" r:id="rId9" imgW="1625600" imgH="4699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6375" y="5373370"/>
                        <a:ext cx="2399665" cy="4972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4860290" y="1844675"/>
            <a:ext cx="3584575" cy="4217670"/>
            <a:chOff x="233" y="4981"/>
            <a:chExt cx="11309" cy="2144"/>
          </a:xfrm>
        </p:grpSpPr>
        <p:sp>
          <p:nvSpPr>
            <p:cNvPr id="10" name="文本框 9"/>
            <p:cNvSpPr txBox="1"/>
            <p:nvPr/>
          </p:nvSpPr>
          <p:spPr>
            <a:xfrm>
              <a:off x="635" y="5046"/>
              <a:ext cx="4717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求恒定</a:t>
              </a:r>
              <a:r>
                <a:rPr lang="zh-CN" altLang="en-US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磁场：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233" y="4981"/>
              <a:ext cx="11309" cy="21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36" y="5257"/>
              <a:ext cx="7783" cy="1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、利用安培环路定理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6" y="5896"/>
              <a:ext cx="8258" cy="1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、通过矢量磁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位分布求解</a:t>
              </a: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6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6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005070" y="5013325"/>
            <a:ext cx="272478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、直接通过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电流分布求解</a:t>
            </a:r>
            <a:r>
              <a:rPr lang="en-US" altLang="zh-CN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600" b="1" i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600" b="1" i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0178" name="对象 331778"/>
          <p:cNvGraphicFramePr/>
          <p:nvPr/>
        </p:nvGraphicFramePr>
        <p:xfrm>
          <a:off x="5364480" y="2834005"/>
          <a:ext cx="1386205" cy="347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1" imgW="774065" imgH="317500" progId="Equation.DSMT4">
                  <p:embed/>
                </p:oleObj>
              </mc:Choice>
              <mc:Fallback>
                <p:oleObj name="" r:id="rId11" imgW="774065" imgH="317500" progId="Equation.DSMT4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64480" y="2834005"/>
                        <a:ext cx="1386205" cy="347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对象 305157"/>
          <p:cNvGraphicFramePr/>
          <p:nvPr/>
        </p:nvGraphicFramePr>
        <p:xfrm>
          <a:off x="5364480" y="3239135"/>
          <a:ext cx="1852295" cy="347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3" imgW="977265" imgH="292100" progId="Equation.DSMT4">
                  <p:embed/>
                </p:oleObj>
              </mc:Choice>
              <mc:Fallback>
                <p:oleObj name="" r:id="rId13" imgW="977265" imgH="2921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64480" y="3239135"/>
                        <a:ext cx="1852295" cy="3479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309256"/>
          <p:cNvGraphicFramePr/>
          <p:nvPr/>
        </p:nvGraphicFramePr>
        <p:xfrm>
          <a:off x="5198745" y="4076700"/>
          <a:ext cx="263779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5" imgW="1472565" imgH="444500" progId="Equation.3">
                  <p:embed/>
                </p:oleObj>
              </mc:Choice>
              <mc:Fallback>
                <p:oleObj name="" r:id="rId15" imgW="1472565" imgH="444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98745" y="4076700"/>
                        <a:ext cx="2637790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309255"/>
          <p:cNvGraphicFramePr/>
          <p:nvPr/>
        </p:nvGraphicFramePr>
        <p:xfrm>
          <a:off x="5507990" y="4693285"/>
          <a:ext cx="1219200" cy="20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" name="" r:id="rId17" imgW="672465" imgH="177800" progId="Equation.3">
                  <p:embed/>
                </p:oleObj>
              </mc:Choice>
              <mc:Fallback>
                <p:oleObj name="" r:id="rId17" imgW="672465" imgH="177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07990" y="4693285"/>
                        <a:ext cx="1219200" cy="207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对象 309252"/>
          <p:cNvGraphicFramePr/>
          <p:nvPr/>
        </p:nvGraphicFramePr>
        <p:xfrm>
          <a:off x="5220335" y="5373370"/>
          <a:ext cx="265239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9" imgW="2006600" imgH="469900" progId="Equation.3">
                  <p:embed/>
                </p:oleObj>
              </mc:Choice>
              <mc:Fallback>
                <p:oleObj name="" r:id="rId19" imgW="2006600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220335" y="5373370"/>
                        <a:ext cx="2652395" cy="51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七、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场的求解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2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时变场的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求解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914400" y="1700530"/>
            <a:ext cx="7181215" cy="1918970"/>
            <a:chOff x="1350" y="4981"/>
            <a:chExt cx="11309" cy="2681"/>
          </a:xfrm>
        </p:grpSpPr>
        <p:sp>
          <p:nvSpPr>
            <p:cNvPr id="6" name="文本框 5"/>
            <p:cNvSpPr txBox="1"/>
            <p:nvPr/>
          </p:nvSpPr>
          <p:spPr>
            <a:xfrm>
              <a:off x="1554" y="5088"/>
              <a:ext cx="2839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、波动方程求解：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50" y="4981"/>
              <a:ext cx="11309" cy="2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667" y="5987"/>
              <a:ext cx="4002" cy="4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电位满足的齐次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波动方程：</a:t>
              </a: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6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6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graphicFrame>
        <p:nvGraphicFramePr>
          <p:cNvPr id="26630" name="对象 26629"/>
          <p:cNvGraphicFramePr/>
          <p:nvPr/>
        </p:nvGraphicFramePr>
        <p:xfrm>
          <a:off x="3780155" y="2309495"/>
          <a:ext cx="34575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38400" imgH="419100" progId="Equation.3">
                  <p:embed/>
                </p:oleObj>
              </mc:Choice>
              <mc:Fallback>
                <p:oleObj name="" r:id="rId1" imgW="2438400" imgH="4191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80155" y="2309495"/>
                        <a:ext cx="3457575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对象 27650"/>
          <p:cNvGraphicFramePr/>
          <p:nvPr/>
        </p:nvGraphicFramePr>
        <p:xfrm>
          <a:off x="3780155" y="2914015"/>
          <a:ext cx="3048000" cy="51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714500" imgH="431800" progId="Equation.3">
                  <p:embed/>
                </p:oleObj>
              </mc:Choice>
              <mc:Fallback>
                <p:oleObj name="" r:id="rId3" imgW="17145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80155" y="2914015"/>
                        <a:ext cx="3048000" cy="51816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561465" y="2996565"/>
            <a:ext cx="215582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齐次波动方程的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通解：</a:t>
            </a:r>
            <a:endParaRPr lang="zh-CN" altLang="en-US" sz="1600" b="1" i="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14400" y="3716655"/>
            <a:ext cx="7181215" cy="2382787"/>
            <a:chOff x="1350" y="4981"/>
            <a:chExt cx="11309" cy="3329"/>
          </a:xfrm>
        </p:grpSpPr>
        <p:sp>
          <p:nvSpPr>
            <p:cNvPr id="11" name="文本框 10"/>
            <p:cNvSpPr txBox="1"/>
            <p:nvPr/>
          </p:nvSpPr>
          <p:spPr>
            <a:xfrm>
              <a:off x="1554" y="5088"/>
              <a:ext cx="4308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、正弦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电磁场求解：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50" y="4981"/>
              <a:ext cx="11309" cy="33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497" y="5531"/>
              <a:ext cx="4209" cy="11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已知电场（磁场）的瞬时值，求磁场（电场）的瞬时值和复</a:t>
              </a:r>
              <a:r>
                <a:rPr lang="zh-CN" altLang="en-US" sz="1600" b="1" i="0" dirty="0">
                  <a:solidFill>
                    <a:srgbClr val="3333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值：</a:t>
              </a: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6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6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971550" y="4940935"/>
            <a:ext cx="274510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1600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已知电场（磁场）的瞬时值，求能量密度和能流密度矢量的平均值</a:t>
            </a:r>
            <a:r>
              <a:rPr lang="zh-CN" altLang="en-US" sz="1600" b="1" i="0" dirty="0">
                <a:solidFill>
                  <a:srgbClr val="3333FF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1600" b="1" i="0" dirty="0">
              <a:solidFill>
                <a:srgbClr val="3333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779520" y="436499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瞬时值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07280" y="436499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求复值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12180" y="436499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</a:t>
            </a:r>
            <a:r>
              <a:rPr lang="zh-CN" altLang="en-US" sz="1600" b="1" i="0">
                <a:solidFill>
                  <a:srgbClr val="3333FF"/>
                </a:solidFill>
              </a:rPr>
              <a:t>解场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31685" y="436499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瞬时值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28" name="直接箭头连接符 27"/>
          <p:cNvCxnSpPr>
            <a:stCxn id="24" idx="3"/>
            <a:endCxn id="25" idx="1"/>
          </p:cNvCxnSpPr>
          <p:nvPr/>
        </p:nvCxnSpPr>
        <p:spPr>
          <a:xfrm>
            <a:off x="4587240" y="453390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5715000" y="453390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6797040" y="453390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3786505" y="508508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瞬时值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07280" y="508508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求复值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012180" y="508508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</a:t>
            </a:r>
            <a:r>
              <a:rPr lang="zh-CN" altLang="en-US" sz="1600" b="1" i="0">
                <a:solidFill>
                  <a:srgbClr val="3333FF"/>
                </a:solidFill>
              </a:rPr>
              <a:t>解场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35" name="直接箭头连接符 34"/>
          <p:cNvCxnSpPr>
            <a:endCxn id="33" idx="1"/>
          </p:cNvCxnSpPr>
          <p:nvPr/>
        </p:nvCxnSpPr>
        <p:spPr>
          <a:xfrm>
            <a:off x="4587240" y="525399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715000" y="525399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6797040" y="525399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7134860" y="508508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算</a:t>
            </a:r>
            <a:r>
              <a:rPr lang="zh-CN" altLang="en-US" sz="1600" b="1" i="0">
                <a:solidFill>
                  <a:srgbClr val="3333FF"/>
                </a:solidFill>
              </a:rPr>
              <a:t>能量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graphicFrame>
        <p:nvGraphicFramePr>
          <p:cNvPr id="64526" name="对象 53270"/>
          <p:cNvGraphicFramePr/>
          <p:nvPr/>
        </p:nvGraphicFramePr>
        <p:xfrm>
          <a:off x="2555875" y="5516880"/>
          <a:ext cx="2181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5" imgW="1243965" imgH="393700" progId="Equation.3">
                  <p:embed/>
                </p:oleObj>
              </mc:Choice>
              <mc:Fallback>
                <p:oleObj name="" r:id="rId5" imgW="1243965" imgH="3937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875" y="5516880"/>
                        <a:ext cx="2181225" cy="520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对象 55316"/>
          <p:cNvGraphicFramePr/>
          <p:nvPr/>
        </p:nvGraphicFramePr>
        <p:xfrm>
          <a:off x="5199380" y="5552440"/>
          <a:ext cx="2743200" cy="449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5" name="" r:id="rId7" imgW="1561465" imgH="393700" progId="Equation.3">
                  <p:embed/>
                </p:oleObj>
              </mc:Choice>
              <mc:Fallback>
                <p:oleObj name="" r:id="rId7" imgW="1561465" imgH="393700" progId="Equation.3">
                  <p:embed/>
                  <p:pic>
                    <p:nvPicPr>
                      <p:cNvPr id="0" name="图片 32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9380" y="5552440"/>
                        <a:ext cx="2743200" cy="449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七、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场的求解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3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、平面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电磁波的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求解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914400" y="1700530"/>
            <a:ext cx="7181215" cy="1918970"/>
            <a:chOff x="1350" y="4981"/>
            <a:chExt cx="11309" cy="2681"/>
          </a:xfrm>
        </p:grpSpPr>
        <p:sp>
          <p:nvSpPr>
            <p:cNvPr id="6" name="文本框 5"/>
            <p:cNvSpPr txBox="1"/>
            <p:nvPr/>
          </p:nvSpPr>
          <p:spPr>
            <a:xfrm>
              <a:off x="1554" y="5088"/>
              <a:ext cx="10466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、已知电场的表达式，求磁场、参数、能流密度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等：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50" y="4981"/>
              <a:ext cx="11309" cy="2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921385" y="3712210"/>
            <a:ext cx="7181215" cy="2382787"/>
            <a:chOff x="1350" y="4981"/>
            <a:chExt cx="11309" cy="3329"/>
          </a:xfrm>
        </p:grpSpPr>
        <p:sp>
          <p:nvSpPr>
            <p:cNvPr id="11" name="文本框 10"/>
            <p:cNvSpPr txBox="1"/>
            <p:nvPr/>
          </p:nvSpPr>
          <p:spPr>
            <a:xfrm>
              <a:off x="1554" y="5088"/>
              <a:ext cx="6255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、已知介质参数，求场、能量：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50" y="4981"/>
              <a:ext cx="11309" cy="332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482090" y="4248150"/>
            <a:ext cx="1001395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已知参数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834640" y="4248150"/>
            <a:ext cx="1307465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求其他</a:t>
            </a:r>
            <a:r>
              <a:rPr lang="zh-CN" altLang="en-US" sz="1600" b="1" i="0">
                <a:solidFill>
                  <a:srgbClr val="3333FF"/>
                </a:solidFill>
              </a:rPr>
              <a:t>参数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90085" y="4248785"/>
            <a:ext cx="1280795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求解场复</a:t>
            </a:r>
            <a:r>
              <a:rPr lang="zh-CN" altLang="en-US" sz="1600" b="1" i="0">
                <a:solidFill>
                  <a:srgbClr val="3333FF"/>
                </a:solidFill>
              </a:rPr>
              <a:t>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144895" y="4248785"/>
            <a:ext cx="870585" cy="3060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no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</a:t>
            </a:r>
            <a:r>
              <a:rPr lang="zh-CN" altLang="en-US" sz="1600" b="1" i="0">
                <a:solidFill>
                  <a:srgbClr val="3333FF"/>
                </a:solidFill>
              </a:rPr>
              <a:t>能量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28" name="直接箭头连接符 27"/>
          <p:cNvCxnSpPr>
            <a:stCxn id="24" idx="3"/>
            <a:endCxn id="25" idx="1"/>
          </p:cNvCxnSpPr>
          <p:nvPr/>
        </p:nvCxnSpPr>
        <p:spPr>
          <a:xfrm>
            <a:off x="2483485" y="4417060"/>
            <a:ext cx="35115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4144645" y="441706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5796280" y="441706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482090" y="2244725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瞬时值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661285" y="2244725"/>
            <a:ext cx="1068705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求解</a:t>
            </a:r>
            <a:r>
              <a:rPr lang="zh-CN" altLang="en-US" sz="1600" b="1" i="0">
                <a:solidFill>
                  <a:srgbClr val="3333FF"/>
                </a:solidFill>
              </a:rPr>
              <a:t>参数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027170" y="2244725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求复</a:t>
            </a:r>
            <a:r>
              <a:rPr lang="zh-CN" altLang="en-US" sz="1600" b="1" i="0">
                <a:solidFill>
                  <a:srgbClr val="3333FF"/>
                </a:solidFill>
              </a:rPr>
              <a:t>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5146675" y="2244725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求解</a:t>
            </a:r>
            <a:r>
              <a:rPr lang="zh-CN" altLang="en-US" sz="1600" b="1" i="0">
                <a:solidFill>
                  <a:srgbClr val="3333FF"/>
                </a:solidFill>
              </a:rPr>
              <a:t>场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13" name="直接箭头连接符 12"/>
          <p:cNvCxnSpPr>
            <a:stCxn id="3" idx="3"/>
            <a:endCxn id="4" idx="1"/>
          </p:cNvCxnSpPr>
          <p:nvPr>
            <p:custDataLst>
              <p:tags r:id="rId5"/>
            </p:custDataLst>
          </p:nvPr>
        </p:nvCxnSpPr>
        <p:spPr>
          <a:xfrm>
            <a:off x="2289810" y="2413635"/>
            <a:ext cx="37147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>
            <p:custDataLst>
              <p:tags r:id="rId6"/>
            </p:custDataLst>
          </p:nvPr>
        </p:nvCxnSpPr>
        <p:spPr>
          <a:xfrm>
            <a:off x="3729990" y="2413635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>
            <p:custDataLst>
              <p:tags r:id="rId7"/>
            </p:custDataLst>
          </p:nvPr>
        </p:nvCxnSpPr>
        <p:spPr>
          <a:xfrm>
            <a:off x="4812030" y="2413635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8"/>
            </p:custDataLst>
          </p:nvPr>
        </p:nvSpPr>
        <p:spPr>
          <a:xfrm>
            <a:off x="6296025" y="2244725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算能量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20" name="直接箭头连接符 19"/>
          <p:cNvCxnSpPr/>
          <p:nvPr>
            <p:custDataLst>
              <p:tags r:id="rId9"/>
            </p:custDataLst>
          </p:nvPr>
        </p:nvCxnSpPr>
        <p:spPr>
          <a:xfrm>
            <a:off x="5961380" y="2413635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0"/>
            </p:custDataLst>
          </p:nvPr>
        </p:nvSpPr>
        <p:spPr>
          <a:xfrm>
            <a:off x="1468755" y="292481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复值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11"/>
            </p:custDataLst>
          </p:nvPr>
        </p:nvSpPr>
        <p:spPr>
          <a:xfrm>
            <a:off x="2647950" y="2924810"/>
            <a:ext cx="1068705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求解</a:t>
            </a:r>
            <a:r>
              <a:rPr lang="zh-CN" altLang="en-US" sz="1600" b="1" i="0">
                <a:solidFill>
                  <a:srgbClr val="3333FF"/>
                </a:solidFill>
              </a:rPr>
              <a:t>参数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4013835" y="292481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求解</a:t>
            </a:r>
            <a:r>
              <a:rPr lang="zh-CN" altLang="en-US" sz="1600" b="1" i="0">
                <a:solidFill>
                  <a:srgbClr val="3333FF"/>
                </a:solidFill>
              </a:rPr>
              <a:t>场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40" name="直接箭头连接符 39"/>
          <p:cNvCxnSpPr>
            <a:stCxn id="21" idx="3"/>
            <a:endCxn id="22" idx="1"/>
          </p:cNvCxnSpPr>
          <p:nvPr>
            <p:custDataLst>
              <p:tags r:id="rId13"/>
            </p:custDataLst>
          </p:nvPr>
        </p:nvCxnSpPr>
        <p:spPr>
          <a:xfrm>
            <a:off x="2276475" y="3093720"/>
            <a:ext cx="371475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14"/>
            </p:custDataLst>
          </p:nvPr>
        </p:nvCxnSpPr>
        <p:spPr>
          <a:xfrm>
            <a:off x="3716655" y="309372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>
            <p:custDataLst>
              <p:tags r:id="rId15"/>
            </p:custDataLst>
          </p:nvPr>
        </p:nvSpPr>
        <p:spPr>
          <a:xfrm>
            <a:off x="5146675" y="2924810"/>
            <a:ext cx="807720" cy="33718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600" b="1" i="0">
                <a:solidFill>
                  <a:srgbClr val="3333FF"/>
                </a:solidFill>
              </a:rPr>
              <a:t>算能量</a:t>
            </a:r>
            <a:endParaRPr lang="zh-CN" altLang="en-US" sz="1600" b="1" i="0">
              <a:solidFill>
                <a:srgbClr val="3333FF"/>
              </a:solidFill>
            </a:endParaRPr>
          </a:p>
        </p:txBody>
      </p:sp>
      <p:cxnSp>
        <p:nvCxnSpPr>
          <p:cNvPr id="44" name="直接箭头连接符 43"/>
          <p:cNvCxnSpPr/>
          <p:nvPr>
            <p:custDataLst>
              <p:tags r:id="rId16"/>
            </p:custDataLst>
          </p:nvPr>
        </p:nvCxnSpPr>
        <p:spPr>
          <a:xfrm>
            <a:off x="4812030" y="3093720"/>
            <a:ext cx="32004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17"/>
            </p:custDataLst>
          </p:nvPr>
        </p:nvSpPr>
        <p:spPr>
          <a:xfrm>
            <a:off x="7230745" y="2244725"/>
            <a:ext cx="80772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8-2-1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18"/>
            </p:custDataLst>
          </p:nvPr>
        </p:nvSpPr>
        <p:spPr>
          <a:xfrm>
            <a:off x="7164070" y="4248150"/>
            <a:ext cx="80772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8-3-1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1050925" y="4724787"/>
            <a:ext cx="39719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、已知介质参数，求反射系数和透射</a:t>
            </a:r>
            <a:r>
              <a:rPr lang="zh-CN" altLang="en-US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系数：</a:t>
            </a:r>
            <a:r>
              <a:rPr lang="en-US" altLang="zh-CN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800" b="1" i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1043305" y="5085080"/>
            <a:ext cx="5400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、已知任意方向的平面波电</a:t>
            </a:r>
            <a:r>
              <a:rPr lang="zh-CN" altLang="en-US" sz="1600" b="1" i="0" dirty="0">
                <a:solidFill>
                  <a:srgbClr val="FF0000"/>
                </a:solidFill>
                <a:ea typeface="楷体_GB2312" pitchFamily="49" charset="-122"/>
                <a:sym typeface="+mn-ea"/>
              </a:rPr>
              <a:t>（磁）</a:t>
            </a:r>
            <a:r>
              <a:rPr lang="zh-CN" altLang="en-US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场，求解参数和</a:t>
            </a:r>
            <a:r>
              <a:rPr lang="zh-CN" altLang="en-US" sz="16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特性：</a:t>
            </a:r>
            <a:r>
              <a:rPr lang="en-US" altLang="zh-CN" sz="1800" b="1" i="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1800" b="1" i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1800" b="1" i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1"/>
            </p:custDataLst>
          </p:nvPr>
        </p:nvSpPr>
        <p:spPr>
          <a:xfrm>
            <a:off x="7164070" y="5093335"/>
            <a:ext cx="80772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8-7-1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  <p:sp>
        <p:nvSpPr>
          <p:cNvPr id="46" name="文本框 45"/>
          <p:cNvSpPr txBox="1"/>
          <p:nvPr>
            <p:custDataLst>
              <p:tags r:id="rId22"/>
            </p:custDataLst>
          </p:nvPr>
        </p:nvSpPr>
        <p:spPr>
          <a:xfrm>
            <a:off x="7164070" y="4681855"/>
            <a:ext cx="80772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8-5-1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9" name="动作按钮: 前进或下一项 3084">
            <a:hlinkClick r:id="" action="ppaction://hlinkshowjump?jump=nextslide"/>
          </p:cNvPr>
          <p:cNvSpPr/>
          <p:nvPr/>
        </p:nvSpPr>
        <p:spPr>
          <a:xfrm>
            <a:off x="7924800" y="6477000"/>
            <a:ext cx="457200" cy="228600"/>
          </a:xfrm>
          <a:prstGeom prst="actionButtonForwardNext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动作按钮: 后退或前一项 3085">
            <a:hlinkClick r:id="" action="ppaction://hlinkshowjump?jump=previousslide"/>
          </p:cNvPr>
          <p:cNvSpPr/>
          <p:nvPr/>
        </p:nvSpPr>
        <p:spPr>
          <a:xfrm>
            <a:off x="7315200" y="6477000"/>
            <a:ext cx="457200" cy="228600"/>
          </a:xfrm>
          <a:prstGeom prst="actionButtonBackPrevious">
            <a:avLst/>
          </a:prstGeom>
          <a:noFill/>
          <a:ln w="127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52" name="文本框 2051"/>
          <p:cNvSpPr txBox="1"/>
          <p:nvPr/>
        </p:nvSpPr>
        <p:spPr>
          <a:xfrm>
            <a:off x="35560" y="765175"/>
            <a:ext cx="2878455" cy="460375"/>
          </a:xfrm>
          <a:prstGeom prst="rect">
            <a:avLst/>
          </a:prstGeom>
          <a:noFill/>
          <a:ln w="38100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七、</a:t>
            </a:r>
            <a:r>
              <a:rPr lang="en-US" altLang="zh-CN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场的求解</a:t>
            </a:r>
            <a:r>
              <a:rPr lang="zh-CN" altLang="en-US" sz="2400" b="1" i="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方法</a:t>
            </a:r>
            <a:endParaRPr lang="zh-CN" altLang="en-US" sz="2400" b="1" i="0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4400" y="1125220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4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矩形波导的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求解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914400" y="1700530"/>
            <a:ext cx="7181215" cy="537210"/>
            <a:chOff x="1350" y="4981"/>
            <a:chExt cx="11309" cy="2681"/>
          </a:xfrm>
        </p:grpSpPr>
        <p:sp>
          <p:nvSpPr>
            <p:cNvPr id="6" name="文本框 5"/>
            <p:cNvSpPr txBox="1"/>
            <p:nvPr/>
          </p:nvSpPr>
          <p:spPr>
            <a:xfrm>
              <a:off x="1554" y="5088"/>
              <a:ext cx="10466" cy="18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、已知波导尺寸和频率，求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可传输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模式：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350" y="4981"/>
              <a:ext cx="11309" cy="2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7230745" y="1777365"/>
            <a:ext cx="80772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9</a:t>
            </a:r>
            <a:r>
              <a:rPr lang="en-US" altLang="zh-CN" sz="1400" b="1" i="0">
                <a:solidFill>
                  <a:srgbClr val="3333FF"/>
                </a:solidFill>
              </a:rPr>
              <a:t>-2-1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  <p:sp>
        <p:nvSpPr>
          <p:cNvPr id="47" name="文本框 46"/>
          <p:cNvSpPr txBox="1"/>
          <p:nvPr>
            <p:custDataLst>
              <p:tags r:id="rId2"/>
            </p:custDataLst>
          </p:nvPr>
        </p:nvSpPr>
        <p:spPr>
          <a:xfrm>
            <a:off x="914400" y="2493645"/>
            <a:ext cx="2802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altLang="zh-CN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5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、电流元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辐射的</a:t>
            </a:r>
            <a:r>
              <a:rPr lang="zh-CN" altLang="en-US" b="1" i="0" dirty="0">
                <a:solidFill>
                  <a:srgbClr val="3333FF"/>
                </a:solidFill>
                <a:ea typeface="楷体_GB2312" pitchFamily="49" charset="-122"/>
                <a:sym typeface="+mn-ea"/>
              </a:rPr>
              <a:t>求解</a:t>
            </a:r>
            <a:endParaRPr lang="zh-CN" altLang="en-US" b="1" i="0" dirty="0">
              <a:solidFill>
                <a:srgbClr val="3333FF"/>
              </a:solidFill>
              <a:ea typeface="楷体_GB2312" pitchFamily="49" charset="-122"/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914400" y="3068955"/>
            <a:ext cx="7181215" cy="537210"/>
            <a:chOff x="1350" y="4981"/>
            <a:chExt cx="11309" cy="2681"/>
          </a:xfrm>
        </p:grpSpPr>
        <p:sp>
          <p:nvSpPr>
            <p:cNvPr id="49" name="文本框 48"/>
            <p:cNvSpPr txBox="1"/>
            <p:nvPr>
              <p:custDataLst>
                <p:tags r:id="rId3"/>
              </p:custDataLst>
            </p:nvPr>
          </p:nvSpPr>
          <p:spPr>
            <a:xfrm>
              <a:off x="1554" y="5088"/>
              <a:ext cx="10466" cy="183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altLang="zh-CN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、已知电流元、求解远区</a:t>
              </a:r>
              <a:r>
                <a:rPr lang="zh-CN" altLang="en-US" sz="16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场：</a:t>
              </a:r>
              <a:r>
                <a:rPr lang="en-US" altLang="zh-CN" sz="1800" b="1" i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1800" b="1" i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  <a:endParaRPr lang="zh-CN" altLang="en-US" sz="1800" b="1" i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4"/>
              </p:custDataLst>
            </p:nvPr>
          </p:nvSpPr>
          <p:spPr>
            <a:xfrm>
              <a:off x="1350" y="4981"/>
              <a:ext cx="11309" cy="268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1" name="文本框 50"/>
          <p:cNvSpPr txBox="1"/>
          <p:nvPr>
            <p:custDataLst>
              <p:tags r:id="rId5"/>
            </p:custDataLst>
          </p:nvPr>
        </p:nvSpPr>
        <p:spPr>
          <a:xfrm>
            <a:off x="7017385" y="3145790"/>
            <a:ext cx="1078230" cy="3067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 sz="1400" b="1" i="0">
                <a:solidFill>
                  <a:srgbClr val="3333FF"/>
                </a:solidFill>
              </a:rPr>
              <a:t>例</a:t>
            </a:r>
            <a:r>
              <a:rPr lang="en-US" altLang="zh-CN" sz="1400" b="1" i="0">
                <a:solidFill>
                  <a:srgbClr val="3333FF"/>
                </a:solidFill>
              </a:rPr>
              <a:t>10</a:t>
            </a:r>
            <a:r>
              <a:rPr lang="en-US" altLang="zh-CN" sz="1400" b="1" i="0">
                <a:solidFill>
                  <a:srgbClr val="3333FF"/>
                </a:solidFill>
              </a:rPr>
              <a:t>-1-1</a:t>
            </a:r>
            <a:endParaRPr lang="en-US" altLang="zh-CN" sz="1400" b="1" i="0">
              <a:solidFill>
                <a:srgbClr val="3333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205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" grpId="0" bldLvl="0" animBg="1"/>
      <p:bldP spid="2" grpId="0"/>
      <p:bldP spid="47" grpId="0"/>
    </p:bldLst>
  </p:timing>
</p:sld>
</file>

<file path=ppt/tags/tag1.xml><?xml version="1.0" encoding="utf-8"?>
<p:tagLst xmlns:p="http://schemas.openxmlformats.org/presentationml/2006/main">
  <p:tag name="KSO_WM_UNIT_TABLE_BEAUTIFY" val="smartTable{bdfd5e7b-2644-4e5a-8c04-c8f1c05129d1}"/>
  <p:tag name="TABLE_ENDDRAG_ORIGIN_RECT" val="670*211"/>
  <p:tag name="TABLE_ENDDRAG_RECT" val="24*112*670*211"/>
</p:tagLst>
</file>

<file path=ppt/tags/tag2.xml><?xml version="1.0" encoding="utf-8"?>
<p:tagLst xmlns:p="http://schemas.openxmlformats.org/presentationml/2006/main">
  <p:tag name="KSO_WM_UNIT_TABLE_BEAUTIFY" val="smartTable{da958f46-8875-4be4-90a6-fc6b2996f4a7}"/>
  <p:tag name="TABLE_ENDDRAG_ORIGIN_RECT" val="670*167"/>
  <p:tag name="TABLE_ENDDRAG_RECT" val="24*322*670*167"/>
</p:tagLst>
</file>

<file path=ppt/tags/tag3.xml><?xml version="1.0" encoding="utf-8"?>
<p:tagLst xmlns:p="http://schemas.openxmlformats.org/presentationml/2006/main">
  <p:tag name="KSO_WM_UNIT_TABLE_BEAUTIFY" val="smartTable{bdfd5e7b-2644-4e5a-8c04-c8f1c05129d1}"/>
  <p:tag name="TABLE_ENDDRAG_ORIGIN_RECT" val="670*211"/>
  <p:tag name="TABLE_ENDDRAG_RECT" val="24*112*670*211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TABLE_BEAUTIFY" val="smartTable{590a0ae1-f74b-4839-bd3a-3a837fc44b06}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COMMONDATA" val="eyJoZGlkIjoiMzEwNTM5NzYwMDRjMzkwZTVkZjY2ODkwMGIxNGU0OTUifQ=="/>
  <p:tag name="KSO_WPP_MARK_KEY" val="ada40d2a-6684-4631-b1bc-0bd4f7f49e17"/>
</p:tagLst>
</file>

<file path=ppt/theme/theme1.xml><?xml version="1.0" encoding="utf-8"?>
<a:theme xmlns:a="http://schemas.openxmlformats.org/drawingml/2006/main" name="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4_Sumi Painting">
  <a:themeElements>
    <a:clrScheme name="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74761"/>
      </a:accent4>
      <a:accent5>
        <a:srgbClr val="D0E2E9"/>
      </a:accent5>
      <a:accent6>
        <a:srgbClr val="B2B2C8"/>
      </a:accent6>
      <a:hlink>
        <a:srgbClr val="9595FF"/>
      </a:hlink>
      <a:folHlink>
        <a:srgbClr val="8888AE"/>
      </a:folHlink>
    </a:clrScheme>
    <a:fontScheme name="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74761"/>
        </a:accent4>
        <a:accent5>
          <a:srgbClr val="D0E2E9"/>
        </a:accent5>
        <a:accent6>
          <a:srgbClr val="B2B2C8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74761"/>
        </a:accent4>
        <a:accent5>
          <a:srgbClr val="E1D2E2"/>
        </a:accent5>
        <a:accent6>
          <a:srgbClr val="95B7C2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6C6C6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74761"/>
        </a:accent4>
        <a:accent5>
          <a:srgbClr val="B9AAB9"/>
        </a:accent5>
        <a:accent6>
          <a:srgbClr val="CA94AF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9498BD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74761"/>
        </a:accent4>
        <a:accent5>
          <a:srgbClr val="C5E8F1"/>
        </a:accent5>
        <a:accent6>
          <a:srgbClr val="A4BD94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74761"/>
        </a:accent4>
        <a:accent5>
          <a:srgbClr val="FBDFC2"/>
        </a:accent5>
        <a:accent6>
          <a:srgbClr val="CAB887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3333FF"/>
    </a:lt1>
    <a:dk2>
      <a:srgbClr val="660066"/>
    </a:dk2>
    <a:lt2>
      <a:srgbClr val="9797B7"/>
    </a:lt2>
    <a:accent1>
      <a:srgbClr val="A7CCD9"/>
    </a:accent1>
    <a:accent2>
      <a:srgbClr val="C7C7DF"/>
    </a:accent2>
    <a:accent3>
      <a:srgbClr val="ADADFF"/>
    </a:accent3>
    <a:accent4>
      <a:srgbClr val="474761"/>
    </a:accent4>
    <a:accent5>
      <a:srgbClr val="D0E2E9"/>
    </a:accent5>
    <a:accent6>
      <a:srgbClr val="B2B2C8"/>
    </a:accent6>
    <a:hlink>
      <a:srgbClr val="0000E4"/>
    </a:hlink>
    <a:folHlink>
      <a:srgbClr val="280CF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D:\Office2000\Templates\Presentation Designs\Sumi Painting.pot</Template>
  <TotalTime>0</TotalTime>
  <Words>2825</Words>
  <Application>WPS 演示</Application>
  <PresentationFormat>在屏幕上显示</PresentationFormat>
  <Paragraphs>526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20</vt:i4>
      </vt:variant>
      <vt:variant>
        <vt:lpstr>嵌入 OLE 服务器</vt:lpstr>
      </vt:variant>
      <vt:variant>
        <vt:i4>163</vt:i4>
      </vt:variant>
      <vt:variant>
        <vt:lpstr>幻灯片标题</vt:lpstr>
      </vt:variant>
      <vt:variant>
        <vt:i4>20</vt:i4>
      </vt:variant>
    </vt:vector>
  </HeadingPairs>
  <TitlesOfParts>
    <vt:vector size="215" baseType="lpstr">
      <vt:lpstr>Arial</vt:lpstr>
      <vt:lpstr>宋体</vt:lpstr>
      <vt:lpstr>Wingdings</vt:lpstr>
      <vt:lpstr>Times New Roman</vt:lpstr>
      <vt:lpstr>隶书</vt:lpstr>
      <vt:lpstr>楷体_GB2312</vt:lpstr>
      <vt:lpstr>新宋体</vt:lpstr>
      <vt:lpstr>Symbol</vt:lpstr>
      <vt:lpstr>微软雅黑</vt:lpstr>
      <vt:lpstr>Calibri</vt:lpstr>
      <vt:lpstr>Tahoma</vt:lpstr>
      <vt:lpstr>Arial Unicode MS</vt:lpstr>
      <vt:lpstr>Sumi Painting</vt:lpstr>
      <vt:lpstr>1_Sumi Painting</vt:lpstr>
      <vt:lpstr>2_Sumi Painting</vt:lpstr>
      <vt:lpstr>3_Sumi Painting</vt:lpstr>
      <vt:lpstr>5_Sumi Painting</vt:lpstr>
      <vt:lpstr>6_Sumi Painting</vt:lpstr>
      <vt:lpstr>7_Sumi Painting</vt:lpstr>
      <vt:lpstr>8_Sumi Painting</vt:lpstr>
      <vt:lpstr>9_Sumi Painting</vt:lpstr>
      <vt:lpstr>10_Sumi Painting</vt:lpstr>
      <vt:lpstr>11_Sumi Painting</vt:lpstr>
      <vt:lpstr>12_Sumi Painting</vt:lpstr>
      <vt:lpstr>13_Sumi Painting</vt:lpstr>
      <vt:lpstr>14_Sumi Painting</vt:lpstr>
      <vt:lpstr>15_Sumi Painting</vt:lpstr>
      <vt:lpstr>16_Sumi Painting</vt:lpstr>
      <vt:lpstr>17_Sumi Painting</vt:lpstr>
      <vt:lpstr>18_Sumi Painting</vt:lpstr>
      <vt:lpstr>19_Sumi Painting</vt:lpstr>
      <vt:lpstr>4_Sumi Painting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swjtu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rgyang</dc:creator>
  <cp:lastModifiedBy>对酒当哥--文武</cp:lastModifiedBy>
  <cp:revision>86</cp:revision>
  <dcterms:created xsi:type="dcterms:W3CDTF">2002-11-28T12:35:00Z</dcterms:created>
  <dcterms:modified xsi:type="dcterms:W3CDTF">2023-06-15T02:57:45Z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958253B96DB24B70A3C871508B9360D5_13</vt:lpwstr>
  </property>
</Properties>
</file>