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4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AADAA-4928-472E-9B03-7F3167C648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879B-8BB5-46FE-9B04-2FA29DF9847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vpn.cqupt.edu.cn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5G/4G</a:t>
            </a:r>
            <a:r>
              <a:rPr lang="zh-CN" altLang="en-US" dirty="0"/>
              <a:t>无线网络测试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、测试软件</a:t>
            </a:r>
            <a:r>
              <a:rPr lang="en-US" altLang="zh-CN" dirty="0"/>
              <a:t>-</a:t>
            </a:r>
            <a:r>
              <a:rPr lang="zh-CN" altLang="en-US" dirty="0"/>
              <a:t>网优试验室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前台：</a:t>
            </a: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http://www.wellcell.net/apk/ct-netopt-cqupt.apk</a:t>
            </a:r>
            <a:endParaRPr lang="en-US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400" dirty="0"/>
          </a:p>
          <a:p>
            <a:r>
              <a:rPr lang="zh-CN" altLang="en-US" sz="2400" dirty="0"/>
              <a:t>后台：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网优试验室</a:t>
            </a: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后台地址：</a:t>
            </a:r>
            <a:r>
              <a:rPr lang="en-US" altLang="zh-CN" sz="2400" kern="100" dirty="0"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http://172.20.3.116:2045/web/</a:t>
            </a:r>
            <a:endParaRPr lang="en-US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2400" dirty="0"/>
              <a:t>前后台的账号密码一致，用手机号注册。</a:t>
            </a:r>
            <a:endParaRPr lang="zh-CN" altLang="en-US" sz="2400" dirty="0"/>
          </a:p>
          <a:p>
            <a:pPr marL="0" indent="0">
              <a:buNone/>
            </a:pPr>
            <a:r>
              <a:rPr lang="zh-CN" altLang="en-US" sz="2400" dirty="0"/>
              <a:t>实验班</a:t>
            </a:r>
            <a:r>
              <a:rPr lang="en-US" altLang="zh-CN" sz="2400" dirty="0"/>
              <a:t>1</a:t>
            </a:r>
            <a:r>
              <a:rPr lang="zh-CN" altLang="en-US" sz="2400" dirty="0"/>
              <a:t>同学选</a:t>
            </a:r>
            <a:r>
              <a:rPr lang="en-US" altLang="zh-CN" sz="2400" dirty="0"/>
              <a:t>“</a:t>
            </a:r>
            <a:r>
              <a:rPr lang="zh-CN" altLang="en-US" sz="2400" dirty="0"/>
              <a:t>实验班</a:t>
            </a:r>
            <a:r>
              <a:rPr lang="en-US" altLang="zh-CN" sz="2400" dirty="0"/>
              <a:t>1”</a:t>
            </a:r>
            <a:r>
              <a:rPr lang="zh-CN" altLang="en-US" sz="2400" dirty="0"/>
              <a:t>组注册，依此类推。</a:t>
            </a:r>
            <a:endParaRPr lang="en-US" altLang="zh-CN" sz="2400" dirty="0"/>
          </a:p>
          <a:p>
            <a:pPr marL="0" marR="0" indent="266700" algn="just">
              <a:lnSpc>
                <a:spcPct val="150000"/>
              </a:lnSpc>
            </a:pP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由于“网优试验室”应用部署在重庆邮电大学的内网服务器中，前后台应用使用时都需要通过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VPN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跳转内网，所以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VPN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需安装手机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APP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版和</a:t>
            </a:r>
            <a:r>
              <a:rPr lang="en-US" altLang="zh-CN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PC</a:t>
            </a:r>
            <a:r>
              <a:rPr lang="zh-CN" altLang="en-US" sz="24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版。</a:t>
            </a:r>
            <a:endParaRPr lang="en-US" altLang="zh-CN" sz="2400" kern="10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marR="0" indent="266700" algn="just">
              <a:lnSpc>
                <a:spcPct val="150000"/>
              </a:lnSpc>
            </a:pPr>
            <a:r>
              <a:rPr lang="zh-CN" altLang="en-US" sz="24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官方下载地址：</a:t>
            </a:r>
            <a:r>
              <a:rPr lang="en-US" altLang="zh-CN" sz="2400" u="sng" kern="100" dirty="0"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hlinkClick r:id="rId1"/>
              </a:rPr>
              <a:t>https://vpn.cqupt.edu.cn</a:t>
            </a:r>
            <a:endParaRPr lang="en-US" altLang="zh-CN" sz="2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</a:t>
            </a:r>
            <a:r>
              <a:rPr lang="zh-CN" altLang="en-US" dirty="0"/>
              <a:t>、软件配置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）基站台账信息：按模板编写及导入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CQT</a:t>
            </a:r>
            <a:r>
              <a:rPr lang="zh-CN" altLang="en-US" dirty="0"/>
              <a:t>和</a:t>
            </a:r>
            <a:r>
              <a:rPr lang="en-US" altLang="zh-CN" dirty="0"/>
              <a:t>DT</a:t>
            </a:r>
            <a:r>
              <a:rPr lang="zh-CN" altLang="en-US" dirty="0"/>
              <a:t>测试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）配置：参数配置；业务测试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CQT:</a:t>
            </a:r>
            <a:r>
              <a:rPr lang="zh-CN" altLang="en-US" dirty="0"/>
              <a:t>打点测试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DT</a:t>
            </a:r>
            <a:r>
              <a:rPr lang="zh-CN" altLang="en-US" dirty="0"/>
              <a:t>：测试路线设计；路测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、数据分析及测试报告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）报告生成，到处报告，</a:t>
            </a:r>
            <a:r>
              <a:rPr lang="zh-CN" altLang="en-US" dirty="0"/>
              <a:t>进行数据分析，并给出整改</a:t>
            </a:r>
            <a:r>
              <a:rPr lang="zh-CN" altLang="en-US" dirty="0"/>
              <a:t>建议</a:t>
            </a:r>
            <a:endParaRPr lang="zh-CN" altLang="en-US" dirty="0"/>
          </a:p>
          <a:p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如：某处信号</a:t>
            </a:r>
            <a:r>
              <a:rPr lang="en-US" altLang="zh-CN" dirty="0"/>
              <a:t>RSRP/SS RSRP</a:t>
            </a:r>
            <a:r>
              <a:rPr lang="zh-CN" altLang="en-US" dirty="0"/>
              <a:t>信号功率弱，则根据现场环境分析是否是基站发射功率问题、外界遮挡问题（如树木、建筑物、临时物体等等），并给出加大功率、遮挡物搬离、修理等，或修正下倾角、增加小区等等</a:t>
            </a:r>
            <a:r>
              <a:rPr lang="zh-CN" altLang="en-US" dirty="0"/>
              <a:t>方案。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任务：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、完成</a:t>
            </a:r>
            <a:r>
              <a:rPr lang="en-US" altLang="zh-CN" dirty="0"/>
              <a:t>1</a:t>
            </a:r>
            <a:r>
              <a:rPr lang="zh-CN" altLang="en-US" dirty="0"/>
              <a:t>栋建筑的</a:t>
            </a:r>
            <a:r>
              <a:rPr lang="en-US" altLang="zh-CN" dirty="0"/>
              <a:t>CQT</a:t>
            </a:r>
            <a:r>
              <a:rPr lang="zh-CN" altLang="en-US" dirty="0"/>
              <a:t>测试，生成测试报告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、设计测试路线，完成校园内</a:t>
            </a:r>
            <a:r>
              <a:rPr lang="en-US" altLang="zh-CN" dirty="0"/>
              <a:t>DT</a:t>
            </a:r>
            <a:r>
              <a:rPr lang="zh-CN" altLang="en-US" dirty="0"/>
              <a:t>测试，生成测试报告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、进行</a:t>
            </a:r>
            <a:r>
              <a:rPr lang="en-US" altLang="zh-CN" dirty="0">
                <a:sym typeface="+mn-ea"/>
              </a:rPr>
              <a:t>CQT</a:t>
            </a:r>
            <a:r>
              <a:rPr lang="zh-CN" altLang="en-US" dirty="0"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DT</a:t>
            </a:r>
            <a:r>
              <a:rPr lang="zh-CN" altLang="en-US" dirty="0">
                <a:sym typeface="+mn-ea"/>
              </a:rPr>
              <a:t>测试：每组选择哪栋建筑做</a:t>
            </a:r>
            <a:r>
              <a:rPr lang="en-US" altLang="zh-CN" dirty="0">
                <a:sym typeface="+mn-ea"/>
              </a:rPr>
              <a:t>CQT</a:t>
            </a:r>
            <a:r>
              <a:rPr lang="zh-CN" altLang="en-US" dirty="0">
                <a:sym typeface="+mn-ea"/>
              </a:rPr>
              <a:t>测试，选择校内或校外那条线路进行</a:t>
            </a:r>
            <a:r>
              <a:rPr lang="en-US" altLang="zh-CN" dirty="0">
                <a:sym typeface="+mn-ea"/>
              </a:rPr>
              <a:t>DT</a:t>
            </a:r>
            <a:r>
              <a:rPr lang="zh-CN" altLang="en-US" dirty="0">
                <a:sym typeface="+mn-ea"/>
              </a:rPr>
              <a:t>测试（如二教</a:t>
            </a:r>
            <a:r>
              <a:rPr lang="en-US" altLang="zh-CN" dirty="0">
                <a:sym typeface="+mn-ea"/>
              </a:rPr>
              <a:t>—</a:t>
            </a:r>
            <a:r>
              <a:rPr lang="zh-CN" altLang="en-US" dirty="0">
                <a:sym typeface="+mn-ea"/>
              </a:rPr>
              <a:t>风雨操场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三教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腾飞门</a:t>
            </a:r>
            <a:r>
              <a:rPr lang="en-US" altLang="zh-CN" dirty="0">
                <a:sym typeface="+mn-ea"/>
              </a:rPr>
              <a:t>-..-</a:t>
            </a:r>
            <a:r>
              <a:rPr lang="zh-CN" altLang="en-US" dirty="0">
                <a:sym typeface="+mn-ea"/>
              </a:rPr>
              <a:t>二教），并在老师处登记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597</Words>
  <Application>WPS 演示</Application>
  <PresentationFormat>宽屏</PresentationFormat>
  <Paragraphs>37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Times New Roman</vt:lpstr>
      <vt:lpstr>等线 Light</vt:lpstr>
      <vt:lpstr>等线</vt:lpstr>
      <vt:lpstr>微软雅黑</vt:lpstr>
      <vt:lpstr>Arial Unicode MS</vt:lpstr>
      <vt:lpstr>Office 主题​​</vt:lpstr>
      <vt:lpstr>5G/4G无线网络测试</vt:lpstr>
      <vt:lpstr>1、测试软件-网优试验室</vt:lpstr>
      <vt:lpstr>2、软件配置</vt:lpstr>
      <vt:lpstr>3、CQT和DT测试</vt:lpstr>
      <vt:lpstr>4、数据分析及测试报告</vt:lpstr>
      <vt:lpstr>任务：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楚川 刘</dc:creator>
  <cp:lastModifiedBy>lcc</cp:lastModifiedBy>
  <cp:revision>9</cp:revision>
  <dcterms:created xsi:type="dcterms:W3CDTF">2024-11-05T03:50:00Z</dcterms:created>
  <dcterms:modified xsi:type="dcterms:W3CDTF">2025-11-16T14:12:31Z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ACAEB9F35CF24D4281523B140C72C9DE_13</vt:lpwstr>
  </property>
  <property fmtid="{D5CDD505-2E9C-101B-9397-08002B2CF9AE}" pid="3" name="KSOProductBuildVer">
    <vt:lpwstr>2052-12.1.0.23125</vt:lpwstr>
  </property>
</Properties>
</file>