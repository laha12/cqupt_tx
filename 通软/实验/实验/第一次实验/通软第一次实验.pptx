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480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07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32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19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664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13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807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38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77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64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335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983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159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41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3A9D655-8166-4631-8F24-E6D8E5DAC544}" type="datetimeFigureOut">
              <a:rPr lang="zh-CN" altLang="en-US" smtClean="0"/>
              <a:t>2022/9/27</a:t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7505C9F-D22A-4D28-AEC4-E1453662E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137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F350B-1D42-D3E8-3FEF-ED563FD448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通软第一次实验报告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3D96A4-37C7-142A-DF0B-03DF2987F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                                                                                        小组</a:t>
            </a:r>
            <a:r>
              <a:rPr lang="zh-CN" altLang="en-US" dirty="0"/>
              <a:t>：李民汉、张宇航、周经傲、胡林锋、高超</a:t>
            </a:r>
          </a:p>
        </p:txBody>
      </p:sp>
    </p:spTree>
    <p:extLst>
      <p:ext uri="{BB962C8B-B14F-4D97-AF65-F5344CB8AC3E}">
        <p14:creationId xmlns:p14="http://schemas.microsoft.com/office/powerpoint/2010/main" val="305338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64008-6E6C-07D9-3BAF-7EFBF6B59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实验介绍及设计要求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05FEE5-58B5-89F1-F285-C3EAB8846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计算</a:t>
                </a:r>
                <a:r>
                  <a:rPr lang="en-US" altLang="zh-CN" dirty="0"/>
                  <a:t>12</a:t>
                </a:r>
                <a:r>
                  <a:rPr lang="zh-CN" altLang="en-US" dirty="0"/>
                  <a:t>个候选小区的强度，在强度强度门限自行设定的情况下，找出大于强度门限的小区，并进行从强到弱的排序。</a:t>
                </a:r>
                <a:endParaRPr lang="en-US" altLang="zh-CN" dirty="0"/>
              </a:p>
              <a:p>
                <a:r>
                  <a:rPr lang="zh-CN" altLang="en-US" dirty="0"/>
                  <a:t>要求输出中间过程的打印信息：</a:t>
                </a:r>
                <a:endParaRPr lang="en-US" altLang="zh-CN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zh-CN" altLang="en-US" dirty="0"/>
                  <a:t>打印各小区强度以及小区排序的结果（小区</a:t>
                </a:r>
                <a:r>
                  <a:rPr lang="en-US" altLang="zh-CN" dirty="0"/>
                  <a:t>ID</a:t>
                </a:r>
                <a:r>
                  <a:rPr lang="zh-CN" altLang="en-US" dirty="0"/>
                  <a:t>即文件名）</a:t>
                </a:r>
                <a:endParaRPr lang="en-US" altLang="zh-CN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zh-CN" altLang="en-US" dirty="0"/>
                  <a:t>打印设置的强度门限</a:t>
                </a:r>
              </a:p>
              <a:p>
                <a:r>
                  <a:rPr lang="zh-CN" altLang="en-US" dirty="0"/>
                  <a:t>所用信号强度公式为：</a:t>
                </a:r>
                <a:r>
                  <a:rPr lang="en-US" altLang="zh-CN" dirty="0"/>
                  <a:t>P=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</m:oMath>
                </a14:m>
                <a:r>
                  <a:rPr lang="zh-CN" altLang="en-US" dirty="0"/>
                  <a:t>，实验中需要做平均处理。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D05FEE5-58B5-89F1-F285-C3EAB8846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893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ECD249B-2A81-4868-76DE-BBC2DFF09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6858A93-1CDA-91F2-4B2E-914FCFA3B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516" y="11995"/>
            <a:ext cx="8701550" cy="6834010"/>
          </a:xfrm>
        </p:spPr>
      </p:pic>
    </p:spTree>
    <p:extLst>
      <p:ext uri="{BB962C8B-B14F-4D97-AF65-F5344CB8AC3E}">
        <p14:creationId xmlns:p14="http://schemas.microsoft.com/office/powerpoint/2010/main" val="233587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824D99-8478-1D78-DCAF-98543272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设计思路</a:t>
            </a:r>
            <a:r>
              <a:rPr lang="en-US" altLang="zh-CN" dirty="0"/>
              <a:t>——</a:t>
            </a:r>
            <a:r>
              <a:rPr lang="zh-CN" altLang="en-US" dirty="0"/>
              <a:t>程序设计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F6A353-6A48-2CC2-2301-668D71C96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程序设计应实现以下几个方面的功能：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能够从文件中读取所需数据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能够对数据进行计算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对信号的强度门限实现自行设定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对强度是否大于门限进行判断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对结果实现从强到弱的排序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0406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01AFF-3B49-3FD3-9022-18332B87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设计思路</a:t>
            </a:r>
            <a:r>
              <a:rPr lang="en-US" altLang="zh-CN" dirty="0"/>
              <a:t>——</a:t>
            </a:r>
            <a:r>
              <a:rPr lang="zh-CN" altLang="en-US" dirty="0"/>
              <a:t>算法设计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73B49-F30E-90A5-A26C-6E29DF35A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8"/>
            <a:ext cx="10554574" cy="4188524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基于程序设计的要求采用相应的算法设计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能够从文件中读取所需数据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采用文件操作函数，实现对文件的打开、读取、关闭等功能，同时利用循环语句将文件中的数据存入数组。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    double a[MAX];      //</a:t>
            </a:r>
            <a:r>
              <a:rPr lang="zh-CN" altLang="en-US" b="1" dirty="0"/>
              <a:t>数组</a:t>
            </a:r>
            <a:r>
              <a:rPr lang="en-US" altLang="zh-CN" b="1" dirty="0"/>
              <a:t>a</a:t>
            </a:r>
            <a:r>
              <a:rPr lang="zh-CN" altLang="en-US" b="1" dirty="0"/>
              <a:t>用于存储文件数据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FILE *</a:t>
            </a:r>
            <a:r>
              <a:rPr lang="en-US" altLang="zh-CN" b="1" dirty="0" err="1"/>
              <a:t>fp</a:t>
            </a:r>
            <a:r>
              <a:rPr lang="en-US" altLang="zh-CN" b="1" dirty="0"/>
              <a:t>=NULL;       //</a:t>
            </a:r>
            <a:r>
              <a:rPr lang="zh-CN" altLang="en-US" b="1" dirty="0"/>
              <a:t>定义文件指针并初始化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    </a:t>
            </a:r>
            <a:r>
              <a:rPr lang="en-US" altLang="zh-CN" b="1" dirty="0" err="1"/>
              <a:t>fp</a:t>
            </a:r>
            <a:r>
              <a:rPr lang="en-US" altLang="zh-CN" b="1" dirty="0"/>
              <a:t>=</a:t>
            </a:r>
            <a:r>
              <a:rPr lang="en-US" altLang="zh-CN" b="1" dirty="0" err="1"/>
              <a:t>fopen</a:t>
            </a:r>
            <a:r>
              <a:rPr lang="en-US" altLang="zh-CN" b="1" dirty="0"/>
              <a:t>(“D:/</a:t>
            </a:r>
            <a:r>
              <a:rPr lang="zh-CN" altLang="en-US" b="1" dirty="0"/>
              <a:t>第一次实验数据</a:t>
            </a:r>
            <a:r>
              <a:rPr lang="en-US" altLang="zh-CN" b="1" dirty="0"/>
              <a:t>/data0.txt”,“r”);        //</a:t>
            </a:r>
            <a:r>
              <a:rPr lang="zh-CN" altLang="en-US" b="1" dirty="0"/>
              <a:t>将指针指向文件</a:t>
            </a:r>
            <a:r>
              <a:rPr lang="en-US" altLang="zh-CN" b="1" dirty="0"/>
              <a:t>data0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int </a:t>
            </a:r>
            <a:r>
              <a:rPr lang="en-US" altLang="zh-CN" b="1" dirty="0" err="1"/>
              <a:t>i</a:t>
            </a:r>
            <a:r>
              <a:rPr lang="en-US" altLang="zh-CN" b="1" dirty="0"/>
              <a:t>;</a:t>
            </a:r>
          </a:p>
          <a:p>
            <a:pPr marL="0" indent="0">
              <a:buNone/>
            </a:pPr>
            <a:r>
              <a:rPr lang="en-US" altLang="zh-CN" b="1" dirty="0"/>
              <a:t>    for(</a:t>
            </a:r>
            <a:r>
              <a:rPr lang="en-US" altLang="zh-CN" b="1" dirty="0" err="1"/>
              <a:t>i</a:t>
            </a:r>
            <a:r>
              <a:rPr lang="en-US" altLang="zh-CN" b="1" dirty="0"/>
              <a:t>=0; </a:t>
            </a:r>
            <a:r>
              <a:rPr lang="en-US" altLang="zh-CN" b="1" dirty="0" err="1"/>
              <a:t>i</a:t>
            </a:r>
            <a:r>
              <a:rPr lang="en-US" altLang="zh-CN" b="1" dirty="0"/>
              <a:t>&lt;MAX; </a:t>
            </a:r>
            <a:r>
              <a:rPr lang="en-US" altLang="zh-CN" b="1" dirty="0" err="1"/>
              <a:t>i</a:t>
            </a:r>
            <a:r>
              <a:rPr lang="en-US" altLang="zh-CN" b="1" dirty="0"/>
              <a:t>++)</a:t>
            </a:r>
          </a:p>
          <a:p>
            <a:pPr marL="0" indent="0">
              <a:buNone/>
            </a:pPr>
            <a:r>
              <a:rPr lang="en-US" altLang="zh-CN" b="1" dirty="0"/>
              <a:t>    {</a:t>
            </a:r>
          </a:p>
          <a:p>
            <a:pPr marL="0" indent="0">
              <a:buNone/>
            </a:pPr>
            <a:r>
              <a:rPr lang="en-US" altLang="zh-CN" b="1" dirty="0"/>
              <a:t>        </a:t>
            </a:r>
            <a:r>
              <a:rPr lang="en-US" altLang="zh-CN" b="1" dirty="0" err="1"/>
              <a:t>fscanf</a:t>
            </a:r>
            <a:r>
              <a:rPr lang="en-US" altLang="zh-CN" b="1" dirty="0"/>
              <a:t>(</a:t>
            </a:r>
            <a:r>
              <a:rPr lang="en-US" altLang="zh-CN" b="1" dirty="0" err="1"/>
              <a:t>fp</a:t>
            </a:r>
            <a:r>
              <a:rPr lang="en-US" altLang="zh-CN" b="1" dirty="0"/>
              <a:t>, “%</a:t>
            </a:r>
            <a:r>
              <a:rPr lang="en-US" altLang="zh-CN" b="1" dirty="0" err="1"/>
              <a:t>lf</a:t>
            </a:r>
            <a:r>
              <a:rPr lang="en-US" altLang="zh-CN" b="1" dirty="0"/>
              <a:t>”, &amp;a[</a:t>
            </a:r>
            <a:r>
              <a:rPr lang="en-US" altLang="zh-CN" b="1" dirty="0" err="1"/>
              <a:t>i</a:t>
            </a:r>
            <a:r>
              <a:rPr lang="en-US" altLang="zh-CN" b="1" dirty="0"/>
              <a:t>]);    //</a:t>
            </a:r>
            <a:r>
              <a:rPr lang="zh-CN" altLang="en-US" b="1" dirty="0"/>
              <a:t>读取数据并存入数组</a:t>
            </a:r>
          </a:p>
          <a:p>
            <a:pPr marL="0" indent="0">
              <a:buNone/>
            </a:pPr>
            <a:r>
              <a:rPr lang="zh-CN" altLang="en-US" b="1" dirty="0"/>
              <a:t>        </a:t>
            </a:r>
            <a:r>
              <a:rPr lang="en-US" altLang="zh-CN" b="1" dirty="0"/>
              <a:t>if(</a:t>
            </a:r>
            <a:r>
              <a:rPr lang="en-US" altLang="zh-CN" b="1" dirty="0" err="1"/>
              <a:t>fp</a:t>
            </a:r>
            <a:r>
              <a:rPr lang="en-US" altLang="zh-CN" b="1" dirty="0"/>
              <a:t>==NULL)</a:t>
            </a:r>
          </a:p>
          <a:p>
            <a:pPr marL="0" indent="0">
              <a:buNone/>
            </a:pPr>
            <a:r>
              <a:rPr lang="en-US" altLang="zh-CN" b="1" dirty="0"/>
              <a:t>            </a:t>
            </a:r>
            <a:r>
              <a:rPr lang="en-US" altLang="zh-CN" b="1" dirty="0" err="1"/>
              <a:t>fclose</a:t>
            </a:r>
            <a:r>
              <a:rPr lang="en-US" altLang="zh-CN" b="1" dirty="0"/>
              <a:t>(</a:t>
            </a:r>
            <a:r>
              <a:rPr lang="en-US" altLang="zh-CN" b="1" dirty="0" err="1"/>
              <a:t>fp</a:t>
            </a:r>
            <a:r>
              <a:rPr lang="en-US" altLang="zh-CN" b="1" dirty="0"/>
              <a:t>);    //</a:t>
            </a:r>
            <a:r>
              <a:rPr lang="zh-CN" altLang="en-US" b="1" dirty="0"/>
              <a:t>关闭文件</a:t>
            </a:r>
          </a:p>
          <a:p>
            <a:pPr marL="0" indent="0"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}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14838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B61B0-1B93-B1F9-394A-BE3F9D688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设计思路</a:t>
            </a:r>
            <a:r>
              <a:rPr lang="en-US" altLang="zh-CN" dirty="0"/>
              <a:t>——</a:t>
            </a:r>
            <a:r>
              <a:rPr lang="zh-CN" altLang="en-US" dirty="0"/>
              <a:t>算法设计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0D1F68-B6A0-DFB9-6135-C9CED817C7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8712" y="2222287"/>
                <a:ext cx="10554574" cy="4188525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zh-CN" altLang="en-US" dirty="0"/>
                  <a:t>能够对数据进行计算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利用信号强度计算公式</a:t>
                </a:r>
                <a:r>
                  <a:rPr lang="en-US" altLang="zh-CN" dirty="0"/>
                  <a:t>P=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</m:oMath>
                </a14:m>
                <a:r>
                  <a:rPr lang="zh-CN" altLang="en-US" dirty="0"/>
                  <a:t>循环语句计算数据。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en-US" altLang="zh-CN" b="1" dirty="0"/>
                  <a:t>#define q 15000;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    double sum;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    sum=0;    //</a:t>
                </a:r>
                <a:r>
                  <a:rPr lang="zh-CN" altLang="en-US" b="1" dirty="0"/>
                  <a:t>初始化</a:t>
                </a:r>
              </a:p>
              <a:p>
                <a:pPr marL="0" indent="0">
                  <a:buNone/>
                </a:pPr>
                <a:r>
                  <a:rPr lang="zh-CN" altLang="en-US" b="1" dirty="0"/>
                  <a:t>    </a:t>
                </a:r>
                <a:r>
                  <a:rPr lang="en-US" altLang="zh-CN" b="1" dirty="0"/>
                  <a:t>for(</a:t>
                </a:r>
                <a:r>
                  <a:rPr lang="en-US" altLang="zh-CN" b="1" dirty="0" err="1"/>
                  <a:t>i</a:t>
                </a:r>
                <a:r>
                  <a:rPr lang="en-US" altLang="zh-CN" b="1" dirty="0"/>
                  <a:t>=0;i&lt;</a:t>
                </a:r>
                <a:r>
                  <a:rPr lang="en-US" altLang="zh-CN" b="1" dirty="0" err="1"/>
                  <a:t>MAX;i</a:t>
                </a:r>
                <a:r>
                  <a:rPr lang="en-US" altLang="zh-CN" b="1" dirty="0"/>
                  <a:t>=i+2)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    {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        sum=</a:t>
                </a:r>
                <a:r>
                  <a:rPr lang="en-US" altLang="zh-CN" b="1" dirty="0" err="1"/>
                  <a:t>sum+sqrt</a:t>
                </a:r>
                <a:r>
                  <a:rPr lang="en-US" altLang="zh-CN" b="1" dirty="0"/>
                  <a:t>(a[</a:t>
                </a:r>
                <a:r>
                  <a:rPr lang="en-US" altLang="zh-CN" b="1" dirty="0" err="1"/>
                  <a:t>i</a:t>
                </a:r>
                <a:r>
                  <a:rPr lang="en-US" altLang="zh-CN" b="1" dirty="0"/>
                  <a:t>]*a[</a:t>
                </a:r>
                <a:r>
                  <a:rPr lang="en-US" altLang="zh-CN" b="1" dirty="0" err="1"/>
                  <a:t>i</a:t>
                </a:r>
                <a:r>
                  <a:rPr lang="en-US" altLang="zh-CN" b="1" dirty="0"/>
                  <a:t>]+a[i+1]*a[i+1]);     //</a:t>
                </a:r>
                <a:r>
                  <a:rPr lang="zh-CN" altLang="en-US" b="1" dirty="0"/>
                  <a:t>计算信号强度</a:t>
                </a:r>
              </a:p>
              <a:p>
                <a:pPr marL="0" indent="0">
                  <a:buNone/>
                </a:pPr>
                <a:r>
                  <a:rPr lang="zh-CN" altLang="en-US" b="1" dirty="0"/>
                  <a:t>    </a:t>
                </a:r>
                <a:r>
                  <a:rPr lang="en-US" altLang="zh-CN" b="1" dirty="0"/>
                  <a:t>}</a:t>
                </a:r>
              </a:p>
              <a:p>
                <a:pPr marL="0" indent="0">
                  <a:buNone/>
                </a:pPr>
                <a:r>
                  <a:rPr lang="en-US" altLang="zh-CN" b="1" dirty="0"/>
                  <a:t>    return sum/q;    //</a:t>
                </a:r>
                <a:r>
                  <a:rPr lang="zh-CN" altLang="en-US" b="1" dirty="0"/>
                  <a:t>返回平均信号强度</a:t>
                </a:r>
                <a:endParaRPr lang="en-US" altLang="zh-CN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E0D1F68-B6A0-DFB9-6135-C9CED817C7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8712" y="2222287"/>
                <a:ext cx="10554574" cy="418852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03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B62C3-9520-CF4D-AFC5-30F940D7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设计思路</a:t>
            </a:r>
            <a:r>
              <a:rPr lang="en-US" altLang="zh-CN" dirty="0"/>
              <a:t>——</a:t>
            </a:r>
            <a:r>
              <a:rPr lang="zh-CN" altLang="en-US" dirty="0"/>
              <a:t>算法设计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8360CC-6B05-09AC-2E5D-4331B1718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zh-CN" altLang="en-US" dirty="0"/>
              <a:t>对信号的强度门限实现自行设定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 err="1"/>
              <a:t>scanf</a:t>
            </a:r>
            <a:r>
              <a:rPr lang="zh-CN" altLang="en-US" dirty="0"/>
              <a:t>输入自行设定的强度门限。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b="1" dirty="0"/>
              <a:t>    double Data;    //</a:t>
            </a:r>
            <a:r>
              <a:rPr lang="zh-CN" altLang="en-US" b="1" dirty="0"/>
              <a:t>变量用于存储强度门限</a:t>
            </a:r>
          </a:p>
          <a:p>
            <a:pPr marL="0" indent="0">
              <a:buNone/>
            </a:pPr>
            <a:r>
              <a:rPr lang="zh-CN" altLang="en-US" b="1" dirty="0"/>
              <a:t>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(“</a:t>
            </a:r>
            <a:r>
              <a:rPr lang="zh-CN" altLang="en-US" b="1" dirty="0"/>
              <a:t>请输入强度门限：</a:t>
            </a:r>
            <a:r>
              <a:rPr lang="en-US" altLang="zh-CN" b="1" dirty="0"/>
              <a:t>\n”);</a:t>
            </a:r>
          </a:p>
          <a:p>
            <a:pPr marL="0" indent="0">
              <a:buNone/>
            </a:pPr>
            <a:r>
              <a:rPr lang="en-US" altLang="zh-CN" b="1" dirty="0"/>
              <a:t>    </a:t>
            </a:r>
            <a:r>
              <a:rPr lang="en-US" altLang="zh-CN" b="1" dirty="0" err="1"/>
              <a:t>scanf</a:t>
            </a:r>
            <a:r>
              <a:rPr lang="en-US" altLang="zh-CN" b="1" dirty="0"/>
              <a:t>(“%</a:t>
            </a:r>
            <a:r>
              <a:rPr lang="en-US" altLang="zh-CN" b="1" dirty="0" err="1"/>
              <a:t>lf</a:t>
            </a:r>
            <a:r>
              <a:rPr lang="en-US" altLang="zh-CN" b="1" dirty="0"/>
              <a:t>”, &amp;Data);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283789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656DF-232A-42BA-0DB2-EA2F8F4B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设计思路</a:t>
            </a:r>
            <a:r>
              <a:rPr lang="en-US" altLang="zh-CN" dirty="0"/>
              <a:t>——</a:t>
            </a:r>
            <a:r>
              <a:rPr lang="zh-CN" altLang="en-US" dirty="0"/>
              <a:t>算法设计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76FCE8-94F8-CB4E-6781-960C7975A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283049"/>
            <a:ext cx="8946541" cy="4253435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zh-CN" altLang="en-US" dirty="0"/>
              <a:t>对强度是否大于门限进行判断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if</a:t>
            </a:r>
            <a:r>
              <a:rPr lang="zh-CN" altLang="en-US" dirty="0"/>
              <a:t>语句进行判断，若数组</a:t>
            </a:r>
            <a:r>
              <a:rPr lang="en-US" altLang="zh-CN" dirty="0"/>
              <a:t>n</a:t>
            </a:r>
            <a:r>
              <a:rPr lang="zh-CN" altLang="en-US" dirty="0"/>
              <a:t>的数值小于门限，则将数组从</a:t>
            </a:r>
            <a:r>
              <a:rPr lang="en-US" altLang="zh-CN" dirty="0"/>
              <a:t>n</a:t>
            </a:r>
            <a:r>
              <a:rPr lang="zh-CN" altLang="en-US" dirty="0"/>
              <a:t>处开始总体向前移动一位，如此循环直至判断完成。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int </a:t>
            </a:r>
            <a:r>
              <a:rPr lang="en-US" altLang="zh-CN" b="1" dirty="0" err="1"/>
              <a:t>i</a:t>
            </a:r>
            <a:r>
              <a:rPr lang="en-US" altLang="zh-CN" b="1" dirty="0"/>
              <a:t>, j;</a:t>
            </a:r>
          </a:p>
          <a:p>
            <a:pPr marL="0" indent="0">
              <a:buNone/>
            </a:pPr>
            <a:r>
              <a:rPr lang="en-US" altLang="zh-CN" b="1" dirty="0"/>
              <a:t>for( </a:t>
            </a:r>
            <a:r>
              <a:rPr lang="en-US" altLang="zh-CN" b="1" dirty="0" err="1"/>
              <a:t>i</a:t>
            </a:r>
            <a:r>
              <a:rPr lang="en-US" altLang="zh-CN" b="1" dirty="0"/>
              <a:t> = 0 ; </a:t>
            </a:r>
            <a:r>
              <a:rPr lang="en-US" altLang="zh-CN" b="1" dirty="0" err="1"/>
              <a:t>i</a:t>
            </a:r>
            <a:r>
              <a:rPr lang="en-US" altLang="zh-CN" b="1" dirty="0"/>
              <a:t>&lt;12 ; </a:t>
            </a:r>
            <a:r>
              <a:rPr lang="en-US" altLang="zh-CN" b="1" dirty="0" err="1"/>
              <a:t>i</a:t>
            </a:r>
            <a:r>
              <a:rPr lang="en-US" altLang="zh-CN" b="1" dirty="0"/>
              <a:t>++ ){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        </a:t>
            </a:r>
            <a:r>
              <a:rPr lang="en-US" altLang="zh-CN" b="1" dirty="0"/>
              <a:t>if(data[</a:t>
            </a:r>
            <a:r>
              <a:rPr lang="en-US" altLang="zh-CN" b="1" dirty="0" err="1"/>
              <a:t>i</a:t>
            </a:r>
            <a:r>
              <a:rPr lang="en-US" altLang="zh-CN" b="1" dirty="0"/>
              <a:t>] &lt; Data){       //</a:t>
            </a:r>
            <a:r>
              <a:rPr lang="zh-CN" altLang="en-US" b="1" dirty="0"/>
              <a:t>判断是否符合门限强度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    for(j = </a:t>
            </a:r>
            <a:r>
              <a:rPr lang="en-US" altLang="zh-CN" b="1" dirty="0" err="1"/>
              <a:t>i</a:t>
            </a:r>
            <a:r>
              <a:rPr lang="en-US" altLang="zh-CN" b="1" dirty="0"/>
              <a:t>; j+1 &lt; 12; </a:t>
            </a:r>
            <a:r>
              <a:rPr lang="en-US" altLang="zh-CN" b="1" dirty="0" err="1"/>
              <a:t>j++</a:t>
            </a:r>
            <a:r>
              <a:rPr lang="en-US" altLang="zh-CN" b="1" dirty="0"/>
              <a:t>){</a:t>
            </a:r>
          </a:p>
          <a:p>
            <a:pPr marL="0" indent="0">
              <a:buNone/>
            </a:pPr>
            <a:r>
              <a:rPr lang="en-US" altLang="zh-CN" b="1" dirty="0"/>
              <a:t>                data[j] = data[j+1];      //</a:t>
            </a:r>
            <a:r>
              <a:rPr lang="zh-CN" altLang="en-US" b="1" dirty="0"/>
              <a:t>数组前移</a:t>
            </a:r>
          </a:p>
          <a:p>
            <a:pPr marL="0" indent="0">
              <a:buNone/>
            </a:pPr>
            <a:r>
              <a:rPr lang="zh-CN" altLang="en-US" b="1" dirty="0"/>
              <a:t>            </a:t>
            </a:r>
            <a:r>
              <a:rPr lang="en-US" altLang="zh-CN" b="1" dirty="0"/>
              <a:t>}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        </a:t>
            </a:r>
            <a:r>
              <a:rPr lang="en-US" altLang="zh-CN" b="1" dirty="0"/>
              <a:t>i - -;    </a:t>
            </a:r>
            <a:r>
              <a:rPr lang="zh-CN" altLang="en-US" b="1" dirty="0"/>
              <a:t>  </a:t>
            </a:r>
            <a:r>
              <a:rPr lang="en-US" altLang="zh-CN" b="1" dirty="0"/>
              <a:t>//</a:t>
            </a:r>
            <a:r>
              <a:rPr lang="zh-CN" altLang="en-US" b="1" dirty="0"/>
              <a:t>当数组前移完成后，原来的</a:t>
            </a:r>
            <a:r>
              <a:rPr lang="en-US" altLang="zh-CN" b="1" dirty="0"/>
              <a:t>data[i+1]</a:t>
            </a:r>
            <a:r>
              <a:rPr lang="zh-CN" altLang="en-US" b="1" dirty="0"/>
              <a:t>并没有进行判断，所以</a:t>
            </a:r>
            <a:r>
              <a:rPr lang="en-US" altLang="zh-CN" b="1" dirty="0" err="1"/>
              <a:t>i</a:t>
            </a:r>
            <a:r>
              <a:rPr lang="en-US" altLang="zh-CN" b="1" dirty="0"/>
              <a:t>--</a:t>
            </a:r>
          </a:p>
          <a:p>
            <a:pPr marL="0" indent="0">
              <a:buNone/>
            </a:pPr>
            <a:r>
              <a:rPr lang="en-US" altLang="zh-CN" b="1" dirty="0"/>
              <a:t>      }</a:t>
            </a:r>
          </a:p>
          <a:p>
            <a:pPr marL="0" indent="0">
              <a:buNone/>
            </a:pPr>
            <a:r>
              <a:rPr lang="en-US" altLang="zh-CN" b="1" dirty="0"/>
              <a:t>        else</a:t>
            </a:r>
          </a:p>
          <a:p>
            <a:pPr marL="0" indent="0">
              <a:buNone/>
            </a:pPr>
            <a:r>
              <a:rPr lang="en-US" altLang="zh-CN" b="1" dirty="0"/>
              <a:t>            break;</a:t>
            </a:r>
          </a:p>
          <a:p>
            <a:pPr marL="0" indent="0">
              <a:buNone/>
            </a:pPr>
            <a:r>
              <a:rPr lang="en-US" altLang="zh-CN" b="1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17510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B635A-6730-A7FE-4715-0BC143EA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设计思路</a:t>
            </a:r>
            <a:r>
              <a:rPr lang="en-US" altLang="zh-CN" dirty="0"/>
              <a:t>——</a:t>
            </a:r>
            <a:r>
              <a:rPr lang="zh-CN" altLang="en-US" dirty="0"/>
              <a:t>算法设计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667F54-EB7E-113C-3F32-36A84A0ED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936639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zh-CN" altLang="en-US" dirty="0"/>
              <a:t>对结果实现从强到弱的排序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采用冒泡排序法，程序简单，空间复杂度低且较为稳定。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    double t = 0;</a:t>
            </a:r>
          </a:p>
          <a:p>
            <a:pPr marL="0" indent="0">
              <a:buNone/>
            </a:pPr>
            <a:r>
              <a:rPr lang="en-US" altLang="zh-CN" b="1" dirty="0"/>
              <a:t>    int </a:t>
            </a:r>
            <a:r>
              <a:rPr lang="en-US" altLang="zh-CN" b="1" dirty="0" err="1"/>
              <a:t>i,j</a:t>
            </a:r>
            <a:r>
              <a:rPr lang="en-US" altLang="zh-CN" b="1" dirty="0"/>
              <a:t>;</a:t>
            </a:r>
          </a:p>
          <a:p>
            <a:pPr marL="0" indent="0">
              <a:buNone/>
            </a:pPr>
            <a:r>
              <a:rPr lang="en-US" altLang="zh-CN" b="1" dirty="0"/>
              <a:t>    for(I = 0; </a:t>
            </a:r>
            <a:r>
              <a:rPr lang="en-US" altLang="zh-CN" b="1" dirty="0" err="1"/>
              <a:t>i</a:t>
            </a:r>
            <a:r>
              <a:rPr lang="en-US" altLang="zh-CN" b="1" dirty="0"/>
              <a:t> &lt; 11; </a:t>
            </a:r>
            <a:r>
              <a:rPr lang="en-US" altLang="zh-CN" b="1" dirty="0" err="1"/>
              <a:t>i</a:t>
            </a:r>
            <a:r>
              <a:rPr lang="en-US" altLang="zh-CN" b="1" dirty="0"/>
              <a:t>++)//</a:t>
            </a:r>
            <a:r>
              <a:rPr lang="en-US" altLang="zh-CN" b="1" dirty="0" err="1"/>
              <a:t>i</a:t>
            </a:r>
            <a:r>
              <a:rPr lang="zh-CN" altLang="en-US" b="1" dirty="0"/>
              <a:t>代表比较的趟数</a:t>
            </a:r>
          </a:p>
          <a:p>
            <a:pPr marL="0" indent="0">
              <a:buNone/>
            </a:pPr>
            <a:r>
              <a:rPr lang="zh-CN" altLang="en-US" b="1" dirty="0"/>
              <a:t>        </a:t>
            </a:r>
            <a:r>
              <a:rPr lang="en-US" altLang="zh-CN" b="1" dirty="0"/>
              <a:t>for(j = 0; j &lt; 11-i; </a:t>
            </a:r>
            <a:r>
              <a:rPr lang="en-US" altLang="zh-CN" b="1" dirty="0" err="1"/>
              <a:t>j++</a:t>
            </a:r>
            <a:r>
              <a:rPr lang="en-US" altLang="zh-CN" b="1" dirty="0"/>
              <a:t>)//j</a:t>
            </a:r>
            <a:r>
              <a:rPr lang="zh-CN" altLang="en-US" b="1" dirty="0"/>
              <a:t>代表每趟两两比较的次数</a:t>
            </a:r>
          </a:p>
          <a:p>
            <a:pPr marL="0" indent="0">
              <a:buNone/>
            </a:pPr>
            <a:r>
              <a:rPr lang="zh-CN" altLang="en-US" b="1" dirty="0"/>
              <a:t>            </a:t>
            </a:r>
            <a:r>
              <a:rPr lang="en-US" altLang="zh-CN" b="1" dirty="0"/>
              <a:t>if(data[j] &gt; data[j+1])//</a:t>
            </a:r>
            <a:r>
              <a:rPr lang="zh-CN" altLang="en-US" b="1" dirty="0"/>
              <a:t>按从小到大排序</a:t>
            </a:r>
          </a:p>
          <a:p>
            <a:pPr marL="0" indent="0">
              <a:buNone/>
            </a:pPr>
            <a:r>
              <a:rPr lang="zh-CN" altLang="en-US" b="1" dirty="0"/>
              <a:t>            </a:t>
            </a:r>
            <a:r>
              <a:rPr lang="en-US" altLang="zh-CN" b="1" dirty="0"/>
              <a:t>{</a:t>
            </a:r>
          </a:p>
          <a:p>
            <a:pPr marL="0" indent="0">
              <a:buNone/>
            </a:pPr>
            <a:r>
              <a:rPr lang="en-US" altLang="zh-CN" b="1" dirty="0"/>
              <a:t>                t = data[j];//</a:t>
            </a:r>
            <a:r>
              <a:rPr lang="zh-CN" altLang="en-US" b="1" dirty="0"/>
              <a:t>两值互换</a:t>
            </a:r>
          </a:p>
          <a:p>
            <a:pPr marL="0" indent="0">
              <a:buNone/>
            </a:pPr>
            <a:r>
              <a:rPr lang="zh-CN" altLang="en-US" b="1" dirty="0"/>
              <a:t>                </a:t>
            </a:r>
            <a:r>
              <a:rPr lang="en-US" altLang="zh-CN" b="1" dirty="0"/>
              <a:t>data[j] = data[j+1];</a:t>
            </a:r>
          </a:p>
          <a:p>
            <a:pPr marL="0" indent="0">
              <a:buNone/>
            </a:pPr>
            <a:r>
              <a:rPr lang="en-US" altLang="zh-CN" b="1" dirty="0"/>
              <a:t>                data[j+1] = t;</a:t>
            </a:r>
          </a:p>
          <a:p>
            <a:pPr marL="0" indent="0">
              <a:buNone/>
            </a:pPr>
            <a:r>
              <a:rPr lang="en-US" altLang="zh-CN" b="1" dirty="0"/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868739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41602-D5A3-87A8-9180-638A7E7B4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调试与心得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98B2A9-73F0-6F08-5EC1-6CEF2D3D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整体设计的改进：</a:t>
            </a: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zh-CN" altLang="en-US" dirty="0"/>
              <a:t>考虑到本次实验需要多次进行文件操作，而且需要打开不同的文件，所以将文件操作部分和公式计算部分合并为一个函数，最终返回一个小区的强度数值。在主函数中方便调用，减少代码量。</a:t>
            </a: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zh-CN" altLang="en-US" dirty="0"/>
              <a:t>在强度门限的判定中，由于数组前移后，原来的数组位置改变，需要保持</a:t>
            </a:r>
            <a:r>
              <a:rPr lang="en-US" altLang="zh-CN" dirty="0" err="1"/>
              <a:t>i</a:t>
            </a:r>
            <a:r>
              <a:rPr lang="zh-CN" altLang="en-US" dirty="0"/>
              <a:t>不变再进行一次判定。为简化代码，选择了先进行排序再判断，这样只需一直判断第一个数组</a:t>
            </a:r>
            <a:r>
              <a:rPr lang="en-US" altLang="zh-CN" dirty="0"/>
              <a:t>data[0]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+mj-lt"/>
              <a:buAutoNum type="arabicPeriod"/>
            </a:pPr>
            <a:r>
              <a:rPr lang="zh-CN" altLang="en-US" dirty="0"/>
              <a:t>在打印最后要求的数值时，由于移动过后存在数值为</a:t>
            </a:r>
            <a:r>
              <a:rPr lang="en-US" altLang="zh-CN" dirty="0"/>
              <a:t>0</a:t>
            </a:r>
            <a:r>
              <a:rPr lang="zh-CN" altLang="en-US" dirty="0"/>
              <a:t>的数组，打印出的数据并不简洁美观，于是门限判断的程序中加入变量</a:t>
            </a:r>
            <a:r>
              <a:rPr lang="en-US" altLang="zh-CN" dirty="0"/>
              <a:t>count</a:t>
            </a:r>
            <a:r>
              <a:rPr lang="zh-CN" altLang="en-US" dirty="0"/>
              <a:t>，记录数组的移动次数，在最后只打印保留下来的数据。</a:t>
            </a:r>
            <a:endParaRPr lang="en-US" altLang="zh-CN" dirty="0"/>
          </a:p>
          <a:p>
            <a:pPr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7535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6A6DD9-FBC8-D938-3995-B39FD63B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代码整体及结果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1A60AC6-18CE-A335-EDC8-8DA20E94D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729" y="1893693"/>
            <a:ext cx="5067546" cy="496430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math.h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#define MAX 30000         //</a:t>
            </a:r>
            <a:r>
              <a:rPr lang="zh-CN" altLang="en-US" dirty="0"/>
              <a:t>每个小区的最大数据量</a:t>
            </a:r>
          </a:p>
          <a:p>
            <a:pPr marL="0" indent="0">
              <a:buNone/>
            </a:pPr>
            <a:r>
              <a:rPr lang="en-US" altLang="zh-CN" dirty="0"/>
              <a:t>#define q 15000         //</a:t>
            </a:r>
            <a:r>
              <a:rPr lang="zh-CN" altLang="en-US" dirty="0"/>
              <a:t>每个小区的数据组数</a:t>
            </a:r>
          </a:p>
          <a:p>
            <a:pPr marL="0" indent="0">
              <a:buNone/>
            </a:pPr>
            <a:r>
              <a:rPr lang="en-US" altLang="zh-CN" dirty="0"/>
              <a:t>double compete(FILE*</a:t>
            </a:r>
            <a:r>
              <a:rPr lang="en-US" altLang="zh-CN" dirty="0" err="1"/>
              <a:t>fp</a:t>
            </a:r>
            <a:r>
              <a:rPr lang="en-US" altLang="zh-CN" dirty="0"/>
              <a:t>)         //</a:t>
            </a:r>
            <a:r>
              <a:rPr lang="zh-CN" altLang="en-US" dirty="0"/>
              <a:t>读出数据并进行平均信号强度计算函数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  double a[MAX],sum;         //</a:t>
            </a:r>
            <a:r>
              <a:rPr lang="zh-CN" altLang="en-US" dirty="0"/>
              <a:t>数组</a:t>
            </a:r>
            <a:r>
              <a:rPr lang="en-US" altLang="zh-CN" dirty="0"/>
              <a:t>a</a:t>
            </a:r>
            <a:r>
              <a:rPr lang="zh-CN" altLang="en-US" dirty="0"/>
              <a:t>用于存储文件数据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int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MAX;i</a:t>
            </a:r>
            <a:r>
              <a:rPr lang="en-US" altLang="zh-CN" dirty="0"/>
              <a:t>++)</a:t>
            </a:r>
          </a:p>
          <a:p>
            <a:pPr marL="0" indent="0">
              <a:buNone/>
            </a:pPr>
            <a:r>
              <a:rPr lang="en-US" altLang="zh-CN" dirty="0"/>
              <a:t>    {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fscanf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, "%</a:t>
            </a:r>
            <a:r>
              <a:rPr lang="en-US" altLang="zh-CN" dirty="0" err="1"/>
              <a:t>lf</a:t>
            </a:r>
            <a:r>
              <a:rPr lang="en-US" altLang="zh-CN" dirty="0"/>
              <a:t>", &amp;a[</a:t>
            </a:r>
            <a:r>
              <a:rPr lang="en-US" altLang="zh-CN" dirty="0" err="1"/>
              <a:t>i</a:t>
            </a:r>
            <a:r>
              <a:rPr lang="en-US" altLang="zh-CN" dirty="0"/>
              <a:t>]);         //</a:t>
            </a:r>
            <a:r>
              <a:rPr lang="zh-CN" altLang="en-US" dirty="0"/>
              <a:t>读取数据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if(</a:t>
            </a:r>
            <a:r>
              <a:rPr lang="en-US" altLang="zh-CN" dirty="0" err="1"/>
              <a:t>fp</a:t>
            </a:r>
            <a:r>
              <a:rPr lang="en-US" altLang="zh-CN" dirty="0"/>
              <a:t>==NULL)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fclose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);         //</a:t>
            </a:r>
            <a:r>
              <a:rPr lang="zh-CN" altLang="en-US" dirty="0"/>
              <a:t>关闭文件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    sum=0;         //</a:t>
            </a:r>
            <a:r>
              <a:rPr lang="zh-CN" altLang="en-US" dirty="0"/>
              <a:t>初始化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for(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MAX;i</a:t>
            </a:r>
            <a:r>
              <a:rPr lang="en-US" altLang="zh-CN" dirty="0"/>
              <a:t>=i+2)</a:t>
            </a:r>
          </a:p>
          <a:p>
            <a:pPr marL="0" indent="0">
              <a:buNone/>
            </a:pPr>
            <a:r>
              <a:rPr lang="en-US" altLang="zh-CN" dirty="0"/>
              <a:t>    {</a:t>
            </a:r>
          </a:p>
          <a:p>
            <a:pPr marL="0" indent="0">
              <a:buNone/>
            </a:pPr>
            <a:r>
              <a:rPr lang="en-US" altLang="zh-CN" dirty="0"/>
              <a:t>        sum=</a:t>
            </a:r>
            <a:r>
              <a:rPr lang="en-US" altLang="zh-CN" dirty="0" err="1"/>
              <a:t>sum+sqrt</a:t>
            </a:r>
            <a:r>
              <a:rPr lang="en-US" altLang="zh-CN" dirty="0"/>
              <a:t>(a[</a:t>
            </a:r>
            <a:r>
              <a:rPr lang="en-US" altLang="zh-CN" dirty="0" err="1"/>
              <a:t>i</a:t>
            </a:r>
            <a:r>
              <a:rPr lang="en-US" altLang="zh-CN" dirty="0"/>
              <a:t>]*a[</a:t>
            </a:r>
            <a:r>
              <a:rPr lang="en-US" altLang="zh-CN" dirty="0" err="1"/>
              <a:t>i</a:t>
            </a:r>
            <a:r>
              <a:rPr lang="en-US" altLang="zh-CN" dirty="0"/>
              <a:t>]+a[i+1]*a[i+1]);         //</a:t>
            </a:r>
            <a:r>
              <a:rPr lang="zh-CN" altLang="en-US" dirty="0"/>
              <a:t>计算信号强度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    return sum/q;         //</a:t>
            </a:r>
            <a:r>
              <a:rPr lang="zh-CN" altLang="en-US" dirty="0"/>
              <a:t>返回平均信号强度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A7A58032-157B-28C6-7BAF-CCB3FFC4F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7415" y="1893693"/>
            <a:ext cx="5194583" cy="496430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int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  FILE *</a:t>
            </a:r>
            <a:r>
              <a:rPr lang="en-US" altLang="zh-CN" dirty="0" err="1"/>
              <a:t>fp</a:t>
            </a:r>
            <a:r>
              <a:rPr lang="en-US" altLang="zh-CN" dirty="0"/>
              <a:t>=NULL;         //</a:t>
            </a:r>
            <a:r>
              <a:rPr lang="zh-CN" altLang="en-US" dirty="0"/>
              <a:t>定义文件指针并初始化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double data[12];         //</a:t>
            </a:r>
            <a:r>
              <a:rPr lang="zh-CN" altLang="en-US" dirty="0"/>
              <a:t>定义数组存储平均信号强度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各小区的强度：</a:t>
            </a:r>
            <a:r>
              <a:rPr lang="en-US" altLang="zh-CN" dirty="0"/>
              <a:t>\n");</a:t>
            </a:r>
          </a:p>
          <a:p>
            <a:pPr marL="0" indent="0">
              <a:buNone/>
            </a:pPr>
            <a:r>
              <a:rPr lang="en-US" altLang="zh-CN" dirty="0"/>
              <a:t>    //</a:t>
            </a:r>
            <a:r>
              <a:rPr lang="zh-CN" altLang="en-US" dirty="0"/>
              <a:t>依次计算</a:t>
            </a:r>
            <a:r>
              <a:rPr lang="en-US" altLang="zh-CN" dirty="0"/>
              <a:t>data0</a:t>
            </a:r>
            <a:r>
              <a:rPr lang="zh-CN" altLang="en-US" dirty="0"/>
              <a:t>至</a:t>
            </a:r>
            <a:r>
              <a:rPr lang="en-US" altLang="zh-CN" dirty="0"/>
              <a:t>data11</a:t>
            </a:r>
            <a:r>
              <a:rPr lang="zh-CN" altLang="en-US" dirty="0"/>
              <a:t>的平均信号强度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/data0.txt","r");         //</a:t>
            </a:r>
            <a:r>
              <a:rPr lang="zh-CN" altLang="en-US" dirty="0"/>
              <a:t>将文件指针指向</a:t>
            </a:r>
            <a:r>
              <a:rPr lang="en-US" altLang="zh-CN" dirty="0"/>
              <a:t>data0</a:t>
            </a:r>
          </a:p>
          <a:p>
            <a:pPr marL="0" indent="0">
              <a:buNone/>
            </a:pPr>
            <a:r>
              <a:rPr lang="en-US" altLang="zh-CN" dirty="0"/>
              <a:t>    data[0]=compete(</a:t>
            </a:r>
            <a:r>
              <a:rPr lang="en-US" altLang="zh-CN" dirty="0" err="1"/>
              <a:t>fp</a:t>
            </a:r>
            <a:r>
              <a:rPr lang="en-US" altLang="zh-CN" dirty="0"/>
              <a:t>);         //</a:t>
            </a:r>
            <a:r>
              <a:rPr lang="zh-CN" altLang="en-US" dirty="0"/>
              <a:t>调用函数计算信号强度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("0-%</a:t>
            </a:r>
            <a:r>
              <a:rPr lang="en-US" altLang="zh-CN" dirty="0" err="1"/>
              <a:t>lf</a:t>
            </a:r>
            <a:r>
              <a:rPr lang="en-US" altLang="zh-CN" dirty="0"/>
              <a:t>\n", data[0]);         //</a:t>
            </a:r>
            <a:r>
              <a:rPr lang="zh-CN" altLang="en-US" dirty="0"/>
              <a:t>打印信号强度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/data1.txt","r");</a:t>
            </a:r>
          </a:p>
          <a:p>
            <a:pPr marL="0" indent="0">
              <a:buNone/>
            </a:pPr>
            <a:r>
              <a:rPr lang="en-US" altLang="zh-CN" dirty="0"/>
              <a:t>    data[1]=compete(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("1-%</a:t>
            </a:r>
            <a:r>
              <a:rPr lang="en-US" altLang="zh-CN" dirty="0" err="1"/>
              <a:t>lf</a:t>
            </a:r>
            <a:r>
              <a:rPr lang="en-US" altLang="zh-CN" dirty="0"/>
              <a:t>\n", data[1]);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/data2.txt","r");</a:t>
            </a:r>
          </a:p>
          <a:p>
            <a:pPr marL="0" indent="0">
              <a:buNone/>
            </a:pPr>
            <a:r>
              <a:rPr lang="en-US" altLang="zh-CN" dirty="0"/>
              <a:t>    data[2]=compete(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("2-%</a:t>
            </a:r>
            <a:r>
              <a:rPr lang="en-US" altLang="zh-CN" dirty="0" err="1"/>
              <a:t>lf</a:t>
            </a:r>
            <a:r>
              <a:rPr lang="en-US" altLang="zh-CN" dirty="0"/>
              <a:t>\n", data[2]);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/data3.txt","r");</a:t>
            </a:r>
          </a:p>
          <a:p>
            <a:pPr marL="0" indent="0">
              <a:buNone/>
            </a:pPr>
            <a:r>
              <a:rPr lang="en-US" altLang="zh-CN" dirty="0"/>
              <a:t>    data[3]=compete(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("3-%</a:t>
            </a:r>
            <a:r>
              <a:rPr lang="en-US" altLang="zh-CN" dirty="0" err="1"/>
              <a:t>lf</a:t>
            </a:r>
            <a:r>
              <a:rPr lang="en-US" altLang="zh-CN" dirty="0"/>
              <a:t>\n", data[3]);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67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D50E6-5664-0C22-78E0-3A104D93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代码整体及结果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AE9289-894D-1EE2-DA6D-18CF6735E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8713" y="1893693"/>
            <a:ext cx="4998052" cy="496430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/data4.txt","r");</a:t>
            </a:r>
          </a:p>
          <a:p>
            <a:pPr marL="0" indent="0">
              <a:buNone/>
            </a:pPr>
            <a:r>
              <a:rPr lang="en-US" altLang="zh-CN" dirty="0"/>
              <a:t>    data[4]=compete(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("4-%</a:t>
            </a:r>
            <a:r>
              <a:rPr lang="en-US" altLang="zh-CN" dirty="0" err="1"/>
              <a:t>lf</a:t>
            </a:r>
            <a:r>
              <a:rPr lang="en-US" altLang="zh-CN" dirty="0"/>
              <a:t>\n", data[4]);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/data5.txt","r");</a:t>
            </a:r>
          </a:p>
          <a:p>
            <a:pPr marL="0" indent="0">
              <a:buNone/>
            </a:pPr>
            <a:r>
              <a:rPr lang="en-US" altLang="zh-CN" dirty="0"/>
              <a:t>    data[5]=compete(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("5-%</a:t>
            </a:r>
            <a:r>
              <a:rPr lang="en-US" altLang="zh-CN" dirty="0" err="1"/>
              <a:t>lf</a:t>
            </a:r>
            <a:r>
              <a:rPr lang="en-US" altLang="zh-CN" dirty="0"/>
              <a:t>\n", data[5]);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/data6.txt","r");</a:t>
            </a:r>
          </a:p>
          <a:p>
            <a:pPr marL="0" indent="0">
              <a:buNone/>
            </a:pPr>
            <a:r>
              <a:rPr lang="en-US" altLang="zh-CN" dirty="0"/>
              <a:t>    data[6]=compete(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("6-%</a:t>
            </a:r>
            <a:r>
              <a:rPr lang="en-US" altLang="zh-CN" dirty="0" err="1"/>
              <a:t>lf</a:t>
            </a:r>
            <a:r>
              <a:rPr lang="en-US" altLang="zh-CN" dirty="0"/>
              <a:t>\n", data[6]);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/data7.txt","r");</a:t>
            </a:r>
          </a:p>
          <a:p>
            <a:pPr marL="0" indent="0">
              <a:buNone/>
            </a:pPr>
            <a:r>
              <a:rPr lang="en-US" altLang="zh-CN" dirty="0"/>
              <a:t>    data[7]=compete(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("7-%</a:t>
            </a:r>
            <a:r>
              <a:rPr lang="en-US" altLang="zh-CN" dirty="0" err="1"/>
              <a:t>lf</a:t>
            </a:r>
            <a:r>
              <a:rPr lang="en-US" altLang="zh-CN" dirty="0"/>
              <a:t>\n", data[7]);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/data8.txt","r");</a:t>
            </a:r>
          </a:p>
          <a:p>
            <a:pPr marL="0" indent="0">
              <a:buNone/>
            </a:pPr>
            <a:r>
              <a:rPr lang="en-US" altLang="zh-CN" dirty="0"/>
              <a:t>    data[8]=compete(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("8-%</a:t>
            </a:r>
            <a:r>
              <a:rPr lang="en-US" altLang="zh-CN" dirty="0" err="1"/>
              <a:t>lf</a:t>
            </a:r>
            <a:r>
              <a:rPr lang="en-US" altLang="zh-CN" dirty="0"/>
              <a:t>\n", data[8]);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53F034-3139-E7B1-D100-C68082ABC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7415" y="1893694"/>
            <a:ext cx="5194583" cy="496430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/data9.txt","r");</a:t>
            </a:r>
          </a:p>
          <a:p>
            <a:pPr marL="0" indent="0">
              <a:buNone/>
            </a:pPr>
            <a:r>
              <a:rPr lang="en-US" altLang="zh-CN" dirty="0"/>
              <a:t>    data[9]=compete(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("9-%</a:t>
            </a:r>
            <a:r>
              <a:rPr lang="en-US" altLang="zh-CN" dirty="0" err="1"/>
              <a:t>lf</a:t>
            </a:r>
            <a:r>
              <a:rPr lang="en-US" altLang="zh-CN" dirty="0"/>
              <a:t>\n", data[9]);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/data10.txt","r");</a:t>
            </a:r>
          </a:p>
          <a:p>
            <a:pPr marL="0" indent="0">
              <a:buNone/>
            </a:pPr>
            <a:r>
              <a:rPr lang="en-US" altLang="zh-CN" dirty="0"/>
              <a:t>    data[10]=compete(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("10-%</a:t>
            </a:r>
            <a:r>
              <a:rPr lang="en-US" altLang="zh-CN" dirty="0" err="1"/>
              <a:t>lf</a:t>
            </a:r>
            <a:r>
              <a:rPr lang="en-US" altLang="zh-CN" dirty="0"/>
              <a:t>\n", data[10]);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fp</a:t>
            </a:r>
            <a:r>
              <a:rPr lang="en-US" altLang="zh-CN" dirty="0"/>
              <a:t>=</a:t>
            </a:r>
            <a:r>
              <a:rPr lang="en-US" altLang="zh-CN" dirty="0" err="1"/>
              <a:t>fopen</a:t>
            </a:r>
            <a:r>
              <a:rPr lang="en-US" altLang="zh-CN" dirty="0"/>
              <a:t>("D:/</a:t>
            </a:r>
            <a:r>
              <a:rPr lang="zh-CN" altLang="en-US" dirty="0"/>
              <a:t>第一次实验数据</a:t>
            </a:r>
            <a:r>
              <a:rPr lang="en-US" altLang="zh-CN" dirty="0"/>
              <a:t>/data11.txt","r");</a:t>
            </a:r>
          </a:p>
          <a:p>
            <a:pPr marL="0" indent="0">
              <a:buNone/>
            </a:pPr>
            <a:r>
              <a:rPr lang="en-US" altLang="zh-CN" dirty="0"/>
              <a:t>    data[11]=compete(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("11-%</a:t>
            </a:r>
            <a:r>
              <a:rPr lang="en-US" altLang="zh-CN" dirty="0" err="1"/>
              <a:t>lf</a:t>
            </a:r>
            <a:r>
              <a:rPr lang="en-US" altLang="zh-CN" dirty="0"/>
              <a:t>\n\n", data[11]);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759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2B1BA-09EB-8FA3-60AA-0F553C3C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代码整体及结果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111969-7DB4-208B-C355-F97D68360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8712" y="1899592"/>
            <a:ext cx="5185873" cy="495840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以下进行冒泡排序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double t=0;</a:t>
            </a:r>
          </a:p>
          <a:p>
            <a:pPr marL="0" indent="0">
              <a:buNone/>
            </a:pPr>
            <a:r>
              <a:rPr lang="en-US" altLang="zh-CN" dirty="0"/>
              <a:t>    int </a:t>
            </a:r>
            <a:r>
              <a:rPr lang="en-US" altLang="zh-CN" dirty="0" err="1"/>
              <a:t>i,j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</a:t>
            </a:r>
            <a:r>
              <a:rPr lang="en-US" altLang="zh-CN" dirty="0"/>
              <a:t>=0;i&lt;11;i++)             //</a:t>
            </a:r>
            <a:r>
              <a:rPr lang="en-US" altLang="zh-CN" dirty="0" err="1"/>
              <a:t>i</a:t>
            </a:r>
            <a:r>
              <a:rPr lang="zh-CN" altLang="en-US" dirty="0"/>
              <a:t>代表比较的趟数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for(j=0;j&lt;11-i;j++)            //j</a:t>
            </a:r>
            <a:r>
              <a:rPr lang="zh-CN" altLang="en-US" dirty="0"/>
              <a:t>代表每趟两两比较的次数</a:t>
            </a:r>
          </a:p>
          <a:p>
            <a:pPr marL="0" indent="0">
              <a:buNone/>
            </a:pPr>
            <a:r>
              <a:rPr lang="zh-CN" altLang="en-US" dirty="0"/>
              <a:t>            </a:t>
            </a:r>
            <a:r>
              <a:rPr lang="en-US" altLang="zh-CN" dirty="0"/>
              <a:t>if(data[j]&gt;data[j+1])          //</a:t>
            </a:r>
            <a:r>
              <a:rPr lang="zh-CN" altLang="en-US" dirty="0"/>
              <a:t>按从小到大排序</a:t>
            </a:r>
          </a:p>
          <a:p>
            <a:pPr marL="0" indent="0">
              <a:buNone/>
            </a:pPr>
            <a:r>
              <a:rPr lang="zh-CN" altLang="en-US" dirty="0"/>
              <a:t>            </a:t>
            </a: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              t=data[j];//</a:t>
            </a:r>
            <a:r>
              <a:rPr lang="zh-CN" altLang="en-US" dirty="0"/>
              <a:t>两值互换</a:t>
            </a:r>
          </a:p>
          <a:p>
            <a:pPr marL="0" indent="0">
              <a:buNone/>
            </a:pPr>
            <a:r>
              <a:rPr lang="zh-CN" altLang="en-US" dirty="0"/>
              <a:t>                </a:t>
            </a:r>
            <a:r>
              <a:rPr lang="en-US" altLang="zh-CN" dirty="0"/>
              <a:t>data[j]=data[j+1];</a:t>
            </a:r>
          </a:p>
          <a:p>
            <a:pPr marL="0" indent="0">
              <a:buNone/>
            </a:pPr>
            <a:r>
              <a:rPr lang="en-US" altLang="zh-CN" dirty="0"/>
              <a:t>                data[j+1]=t;</a:t>
            </a:r>
          </a:p>
          <a:p>
            <a:pPr marL="0" indent="0">
              <a:buNone/>
            </a:pPr>
            <a:r>
              <a:rPr lang="en-US" altLang="zh-CN" dirty="0"/>
              <a:t>            }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按从小到大排序：</a:t>
            </a:r>
            <a:r>
              <a:rPr lang="en-US" altLang="zh-CN" dirty="0"/>
              <a:t>\n");</a:t>
            </a:r>
          </a:p>
          <a:p>
            <a:pPr marL="0" indent="0">
              <a:buNone/>
            </a:pPr>
            <a:r>
              <a:rPr lang="en-US" altLang="zh-CN" dirty="0"/>
              <a:t>            for(</a:t>
            </a:r>
            <a:r>
              <a:rPr lang="en-US" altLang="zh-CN" dirty="0" err="1"/>
              <a:t>i</a:t>
            </a:r>
            <a:r>
              <a:rPr lang="en-US" altLang="zh-CN" dirty="0"/>
              <a:t>=0;i&lt;12;i++)</a:t>
            </a:r>
          </a:p>
          <a:p>
            <a:pPr marL="0" indent="0">
              <a:buNone/>
            </a:pPr>
            <a:r>
              <a:rPr lang="en-US" altLang="zh-CN" dirty="0"/>
              <a:t>                </a:t>
            </a:r>
            <a:r>
              <a:rPr lang="en-US" altLang="zh-CN" dirty="0" err="1"/>
              <a:t>printf</a:t>
            </a:r>
            <a:r>
              <a:rPr lang="en-US" altLang="zh-CN" dirty="0"/>
              <a:t>("%</a:t>
            </a:r>
            <a:r>
              <a:rPr lang="en-US" altLang="zh-CN" dirty="0" err="1"/>
              <a:t>lf</a:t>
            </a:r>
            <a:r>
              <a:rPr lang="en-US" altLang="zh-CN" dirty="0"/>
              <a:t>    ",data[</a:t>
            </a:r>
            <a:r>
              <a:rPr lang="en-US" altLang="zh-CN" dirty="0" err="1"/>
              <a:t>i</a:t>
            </a:r>
            <a:r>
              <a:rPr lang="en-US" altLang="zh-CN" dirty="0"/>
              <a:t>]);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("\n\n");</a:t>
            </a:r>
          </a:p>
          <a:p>
            <a:pPr marL="0" indent="0">
              <a:buNone/>
            </a:pP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以下进行强度门限判定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double Data;           //</a:t>
            </a:r>
            <a:r>
              <a:rPr lang="zh-CN" altLang="en-US" dirty="0"/>
              <a:t>变量用于存储强度门限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int count=0;           //</a:t>
            </a:r>
            <a:r>
              <a:rPr lang="zh-CN" altLang="en-US" dirty="0"/>
              <a:t>变量用于记录门限以下的数据的数量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请输入强度门限：</a:t>
            </a:r>
            <a:r>
              <a:rPr lang="en-US" altLang="zh-CN" dirty="0"/>
              <a:t>\n");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lf</a:t>
            </a:r>
            <a:r>
              <a:rPr lang="en-US" altLang="zh-CN" dirty="0"/>
              <a:t>", &amp;Data);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8E239E-7D4F-24F7-08C4-B50C796DF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7415" y="1899592"/>
            <a:ext cx="5194583" cy="495840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for(;;)</a:t>
            </a:r>
          </a:p>
          <a:p>
            <a:pPr marL="0" indent="0">
              <a:buNone/>
            </a:pPr>
            <a:r>
              <a:rPr lang="en-US" altLang="zh-CN" dirty="0"/>
              <a:t>    {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i</a:t>
            </a:r>
            <a:r>
              <a:rPr lang="en-US" altLang="zh-CN" dirty="0"/>
              <a:t>=0;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if(data[</a:t>
            </a:r>
            <a:r>
              <a:rPr lang="en-US" altLang="zh-CN" dirty="0" err="1"/>
              <a:t>i</a:t>
            </a:r>
            <a:r>
              <a:rPr lang="en-US" altLang="zh-CN" dirty="0"/>
              <a:t>]&lt;Data)           //</a:t>
            </a:r>
            <a:r>
              <a:rPr lang="zh-CN" altLang="en-US" dirty="0"/>
              <a:t>判断是否符合门限强度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{</a:t>
            </a:r>
          </a:p>
          <a:p>
            <a:pPr marL="0" indent="0">
              <a:buNone/>
            </a:pPr>
            <a:r>
              <a:rPr lang="en-US" altLang="zh-CN" dirty="0"/>
              <a:t>            for(j=i;j+1&lt;12;j++)</a:t>
            </a:r>
          </a:p>
          <a:p>
            <a:pPr marL="0" indent="0">
              <a:buNone/>
            </a:pPr>
            <a:r>
              <a:rPr lang="en-US" altLang="zh-CN" dirty="0"/>
              <a:t>            {</a:t>
            </a:r>
          </a:p>
          <a:p>
            <a:pPr marL="0" indent="0">
              <a:buNone/>
            </a:pPr>
            <a:r>
              <a:rPr lang="en-US" altLang="zh-CN" dirty="0"/>
              <a:t>                data[j]=data[j+1];          //</a:t>
            </a:r>
            <a:r>
              <a:rPr lang="zh-CN" altLang="en-US" dirty="0"/>
              <a:t>数组前移</a:t>
            </a:r>
          </a:p>
          <a:p>
            <a:pPr marL="0" indent="0">
              <a:buNone/>
            </a:pPr>
            <a:r>
              <a:rPr lang="zh-CN" altLang="en-US" dirty="0"/>
              <a:t>            </a:t>
            </a: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            count++;        //</a:t>
            </a:r>
            <a:r>
              <a:rPr lang="zh-CN" altLang="en-US" dirty="0"/>
              <a:t>记录门限以下的数据的数量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        else</a:t>
            </a:r>
          </a:p>
          <a:p>
            <a:pPr marL="0" indent="0">
              <a:buNone/>
            </a:pPr>
            <a:r>
              <a:rPr lang="en-US" altLang="zh-CN" dirty="0"/>
              <a:t>            break;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信号强度在门限以上的有：</a:t>
            </a:r>
            <a:r>
              <a:rPr lang="en-US" altLang="zh-CN" dirty="0"/>
              <a:t>\n");</a:t>
            </a:r>
          </a:p>
          <a:p>
            <a:pPr marL="0" indent="0">
              <a:buNone/>
            </a:pPr>
            <a:r>
              <a:rPr lang="en-US" altLang="zh-CN" dirty="0"/>
              <a:t>    for(</a:t>
            </a:r>
            <a:r>
              <a:rPr lang="en-US" altLang="zh-CN" dirty="0" err="1"/>
              <a:t>i</a:t>
            </a:r>
            <a:r>
              <a:rPr lang="en-US" altLang="zh-CN" dirty="0"/>
              <a:t>=12-count-1;i&gt;=0;i--)          //12-count-1</a:t>
            </a:r>
            <a:r>
              <a:rPr lang="zh-CN" altLang="en-US" dirty="0"/>
              <a:t>让数值为</a:t>
            </a:r>
            <a:r>
              <a:rPr lang="en-US" altLang="zh-CN" dirty="0"/>
              <a:t>0</a:t>
            </a:r>
            <a:r>
              <a:rPr lang="zh-CN" altLang="en-US" dirty="0"/>
              <a:t>的数组不被打印</a:t>
            </a:r>
          </a:p>
          <a:p>
            <a:pPr marL="0" indent="0">
              <a:buNone/>
            </a:pPr>
            <a:r>
              <a:rPr lang="zh-CN" altLang="en-US" dirty="0"/>
              <a:t>                </a:t>
            </a:r>
            <a:r>
              <a:rPr lang="en-US" altLang="zh-CN" dirty="0" err="1"/>
              <a:t>printf</a:t>
            </a:r>
            <a:r>
              <a:rPr lang="en-US" altLang="zh-CN" dirty="0"/>
              <a:t>("%</a:t>
            </a:r>
            <a:r>
              <a:rPr lang="en-US" altLang="zh-CN" dirty="0" err="1"/>
              <a:t>lf</a:t>
            </a:r>
            <a:r>
              <a:rPr lang="en-US" altLang="zh-CN" dirty="0"/>
              <a:t>    ",data[</a:t>
            </a:r>
            <a:r>
              <a:rPr lang="en-US" altLang="zh-CN" dirty="0" err="1"/>
              <a:t>i</a:t>
            </a:r>
            <a:r>
              <a:rPr lang="en-US" altLang="zh-CN" dirty="0"/>
              <a:t>]);           //</a:t>
            </a:r>
            <a:r>
              <a:rPr lang="zh-CN" altLang="en-US" dirty="0"/>
              <a:t>打印符合门限的数据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("\n");</a:t>
            </a:r>
          </a:p>
          <a:p>
            <a:pPr marL="0" indent="0">
              <a:buNone/>
            </a:pPr>
            <a:r>
              <a:rPr lang="en-US" altLang="zh-CN" dirty="0"/>
              <a:t>    return 0;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3760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9CAC043-DB4A-87CE-5A7F-1ED3D6F5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代码整体及结果</a:t>
            </a:r>
          </a:p>
        </p:txBody>
      </p:sp>
      <p:pic>
        <p:nvPicPr>
          <p:cNvPr id="16" name="内容占位符 15">
            <a:extLst>
              <a:ext uri="{FF2B5EF4-FFF2-40B4-BE49-F238E27FC236}">
                <a16:creationId xmlns:a16="http://schemas.microsoft.com/office/drawing/2014/main" id="{D4799BC7-E9B0-9A79-2D04-EE8CA7B5C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189" y="2281493"/>
            <a:ext cx="9332750" cy="4129319"/>
          </a:xfrm>
        </p:spPr>
      </p:pic>
    </p:spTree>
    <p:extLst>
      <p:ext uri="{BB962C8B-B14F-4D97-AF65-F5344CB8AC3E}">
        <p14:creationId xmlns:p14="http://schemas.microsoft.com/office/powerpoint/2010/main" val="25288602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引用">
  <a:themeElements>
    <a:clrScheme name="引用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引用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引用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TM03457503[[fn=引用]]</Template>
  <TotalTime>107</TotalTime>
  <Words>2008</Words>
  <Application>Microsoft Office PowerPoint</Application>
  <PresentationFormat>宽屏</PresentationFormat>
  <Paragraphs>196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Cambria Math</vt:lpstr>
      <vt:lpstr>Century Gothic</vt:lpstr>
      <vt:lpstr>Wingdings 2</vt:lpstr>
      <vt:lpstr>引用</vt:lpstr>
      <vt:lpstr>通软第一次实验报告</vt:lpstr>
      <vt:lpstr>实验介绍及设计要求</vt:lpstr>
      <vt:lpstr>PowerPoint 演示文稿</vt:lpstr>
      <vt:lpstr>设计思路——程序设计</vt:lpstr>
      <vt:lpstr>设计思路——算法设计</vt:lpstr>
      <vt:lpstr>设计思路——算法设计</vt:lpstr>
      <vt:lpstr>设计思路——算法设计</vt:lpstr>
      <vt:lpstr>设计思路——算法设计</vt:lpstr>
      <vt:lpstr>设计思路——算法设计</vt:lpstr>
      <vt:lpstr>调试与心得</vt:lpstr>
      <vt:lpstr>代码整体及结果</vt:lpstr>
      <vt:lpstr>代码整体及结果</vt:lpstr>
      <vt:lpstr>代码整体及结果</vt:lpstr>
      <vt:lpstr>代码整体及结果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通软第一次实验报告</dc:title>
  <dc:creator>DO YO</dc:creator>
  <cp:lastModifiedBy>DO YO</cp:lastModifiedBy>
  <cp:revision>15</cp:revision>
  <dcterms:created xsi:type="dcterms:W3CDTF">2022-09-25T11:24:20Z</dcterms:created>
  <dcterms:modified xsi:type="dcterms:W3CDTF">2022-09-27T04:50:33Z</dcterms:modified>
</cp:coreProperties>
</file>