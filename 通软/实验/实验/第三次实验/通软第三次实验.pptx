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slides/slide1.xml" ContentType="application/vnd.openxmlformats-officedocument.presentationml.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slides/slide2.xml" ContentType="application/vnd.openxmlformats-officedocument.presentationml.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slides/slide3.xml" ContentType="application/vnd.openxmlformats-officedocument.presentationml.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ppt/slides/slide4.xml" ContentType="application/vnd.openxmlformats-officedocument.presentationml.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4.xml" ContentType="application/vnd.openxmlformats-officedocument.presentationml.notesSlide+xml"/>
  <Override PartName="/ppt/slides/slide5.xml" ContentType="application/vnd.openxmlformats-officedocument.presentationml.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5.xml" ContentType="application/vnd.openxmlformats-officedocument.presentationml.notesSlide+xml"/>
  <Override PartName="/ppt/slides/slide6.xml" ContentType="application/vnd.openxmlformats-officedocument.presentationml.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6.xml" ContentType="application/vnd.openxmlformats-officedocument.presentationml.notesSlide+xml"/>
  <Override PartName="/ppt/slides/slide7.xml" ContentType="application/vnd.openxmlformats-officedocument.presentationml.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7.xml" ContentType="application/vnd.openxmlformats-officedocument.presentationml.notesSlide+xml"/>
  <Override PartName="/ppt/slides/slide8.xml" ContentType="application/vnd.openxmlformats-officedocument.presentationml.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8.xml" ContentType="application/vnd.openxmlformats-officedocument.presentationml.notesSlide+xml"/>
  <Override PartName="/ppt/slides/slide9.xml" ContentType="application/vnd.openxmlformats-officedocument.presentationml.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9.xml" ContentType="application/vnd.openxmlformats-officedocument.presentationml.notesSlide+xml"/>
  <Override PartName="/ppt/slides/slide10.xml" ContentType="application/vnd.openxmlformats-officedocument.presentationml.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0.xml" ContentType="application/vnd.openxmlformats-officedocument.presentationml.notesSlide+xml"/>
  <Override PartName="/ppt/slides/slide11.xml" ContentType="application/vnd.openxmlformats-officedocument.presentationml.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1.xml" ContentType="application/vnd.openxmlformats-officedocument.presentationml.notesSlide+xml"/>
  <Override PartName="/ppt/slides/slide12.xml" ContentType="application/vnd.openxmlformats-officedocument.presentationml.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2.xml" ContentType="application/vnd.openxmlformats-officedocument.presentationml.notesSlide+xml"/>
  <Override PartName="/ppt/slides/slide13.xml" ContentType="application/vnd.openxmlformats-officedocument.presentationml.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3.xml" ContentType="application/vnd.openxmlformats-officedocument.presentationml.notesSlide+xml"/>
  <Override PartName="/ppt/slides/slide14.xml" ContentType="application/vnd.openxmlformats-officedocument.presentationml.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4.xml" ContentType="application/vnd.openxmlformats-officedocument.presentationml.notesSlide+xml"/>
  <Override PartName="/ppt/slides/slide15.xml" ContentType="application/vnd.openxmlformats-officedocument.presentationml.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5.xml" ContentType="application/vnd.openxmlformats-officedocument.presentationml.notesSlide+xml"/>
  <Override PartName="/ppt/slides/slide16.xml" ContentType="application/vnd.openxmlformats-officedocument.presentationml.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6.xml" ContentType="application/vnd.openxmlformats-officedocument.presentationml.notesSlide+xml"/>
  <Override PartName="/ppt/slides/slide17.xml" ContentType="application/vnd.openxmlformats-officedocument.presentationml.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7.xml" ContentType="application/vnd.openxmlformats-officedocument.presentationml.notesSlide+xml"/>
  <Override PartName="/ppt/slides/slide18.xml" ContentType="application/vnd.openxmlformats-officedocument.presentationml.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8.xml" ContentType="application/vnd.openxmlformats-officedocument.presentationml.notesSlide+xml"/>
  <Override PartName="/ppt/slides/slide19.xml" ContentType="application/vnd.openxmlformats-officedocument.presentationml.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9.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 id="2147483649" r:id="rId2"/>
  </p:sldMasterIdLst>
  <p:notesMasterIdLst>
    <p:notesMasterId r:id="rId3"/>
  </p:notesMasterIdLst>
  <p:sldIdLst>
    <p:sldId id="257" r:id="rId4"/>
    <p:sldId id="258" r:id="rId5"/>
    <p:sldId id="259" r:id="rId6"/>
    <p:sldId id="260" r:id="rId7"/>
    <p:sldId id="261" r:id="rId8"/>
    <p:sldId id="296" r:id="rId9"/>
    <p:sldId id="262" r:id="rId10"/>
    <p:sldId id="263" r:id="rId11"/>
    <p:sldId id="264" r:id="rId12"/>
    <p:sldId id="265" r:id="rId13"/>
    <p:sldId id="266" r:id="rId14"/>
    <p:sldId id="268" r:id="rId15"/>
    <p:sldId id="269" r:id="rId16"/>
    <p:sldId id="270" r:id="rId17"/>
    <p:sldId id="271" r:id="rId18"/>
    <p:sldId id="272" r:id="rId19"/>
    <p:sldId id="273" r:id="rId20"/>
    <p:sldId id="274" r:id="rId21"/>
    <p:sldId id="275" r:id="rId22"/>
  </p:sldIdLst>
  <p:sldSz type="screen16x9" cy="6858000" cx="12192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37BBED"/>
    <a:srgbClr val="585BA4"/>
    <a:srgbClr val="52CBCE"/>
    <a:srgbClr val="00BCE7"/>
    <a:srgbClr val="4CD1D7"/>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6028" autoAdjust="0"/>
    <p:restoredTop sz="94660"/>
  </p:normalViewPr>
  <p:slideViewPr>
    <p:cSldViewPr showGuides="1">
      <p:cViewPr>
        <p:scale>
          <a:sx n="100" d="100"/>
          <a:sy n="100" d="100"/>
        </p:scale>
        <p:origin x="930" y="402"/>
      </p:cViewPr>
      <p:guideLst>
        <p:guide orient="horz" pos="215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51" name=""/>
        <p:cNvGrpSpPr/>
        <p:nvPr/>
      </p:nvGrpSpPr>
      <p:grpSpPr>
        <a:xfrm>
          <a:off x="0" y="0"/>
          <a:ext cx="0" cy="0"/>
          <a:chOff x="0" y="0"/>
          <a:chExt cx="0" cy="0"/>
        </a:xfrm>
      </p:grpSpPr>
      <p:sp>
        <p:nvSpPr>
          <p:cNvPr id="1048852"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altLang="en-US" lang="zh-CN"/>
          </a:p>
        </p:txBody>
      </p:sp>
      <p:sp>
        <p:nvSpPr>
          <p:cNvPr id="1048853"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6A9ACE91-96EA-4495-BA13-44CA1395CF77}" type="datetimeFigureOut">
              <a:rPr altLang="en-US" lang="zh-CN" smtClean="0"/>
            </a:fld>
            <a:endParaRPr altLang="en-US" lang="zh-CN"/>
          </a:p>
        </p:txBody>
      </p:sp>
      <p:sp>
        <p:nvSpPr>
          <p:cNvPr id="1048854"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8855"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56"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altLang="en-US" lang="zh-CN"/>
          </a:p>
        </p:txBody>
      </p:sp>
      <p:sp>
        <p:nvSpPr>
          <p:cNvPr id="1048857"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37037BA2-8C0A-4455-8AAA-7F610C054BA5}"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68" name="幻灯片图像占位符 1"/>
          <p:cNvSpPr>
            <a:spLocks noChangeAspect="1" noRot="1" noGrp="1"/>
          </p:cNvSpPr>
          <p:nvPr>
            <p:ph type="sldImg"/>
          </p:nvPr>
        </p:nvSpPr>
        <p:spPr/>
      </p:sp>
      <p:sp>
        <p:nvSpPr>
          <p:cNvPr id="1048669" name="备注占位符 2"/>
          <p:cNvSpPr>
            <a:spLocks noGrp="1"/>
          </p:cNvSpPr>
          <p:nvPr>
            <p:ph type="body" idx="1"/>
          </p:nvPr>
        </p:nvSpPr>
        <p:spPr/>
        <p:txBody>
          <a:bodyPr/>
          <a:p>
            <a:endParaRPr altLang="en-US" lang="zh-CN"/>
          </a:p>
        </p:txBody>
      </p:sp>
      <p:sp>
        <p:nvSpPr>
          <p:cNvPr id="1048670"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688" name="幻灯片图像占位符 1"/>
          <p:cNvSpPr>
            <a:spLocks noChangeAspect="1" noRot="1" noGrp="1"/>
          </p:cNvSpPr>
          <p:nvPr>
            <p:ph type="sldImg"/>
          </p:nvPr>
        </p:nvSpPr>
        <p:spPr/>
      </p:sp>
      <p:sp>
        <p:nvSpPr>
          <p:cNvPr id="1048689" name="备注占位符 2"/>
          <p:cNvSpPr>
            <a:spLocks noGrp="1"/>
          </p:cNvSpPr>
          <p:nvPr>
            <p:ph type="body" idx="1"/>
          </p:nvPr>
        </p:nvSpPr>
        <p:spPr/>
        <p:txBody>
          <a:bodyPr/>
          <a:p>
            <a:endParaRPr altLang="en-US" lang="zh-CN"/>
          </a:p>
        </p:txBody>
      </p:sp>
      <p:sp>
        <p:nvSpPr>
          <p:cNvPr id="1048690"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708" name="幻灯片图像占位符 1"/>
          <p:cNvSpPr>
            <a:spLocks noChangeAspect="1" noRot="1" noGrp="1"/>
          </p:cNvSpPr>
          <p:nvPr>
            <p:ph type="sldImg"/>
          </p:nvPr>
        </p:nvSpPr>
        <p:spPr/>
      </p:sp>
      <p:sp>
        <p:nvSpPr>
          <p:cNvPr id="1048709" name="备注占位符 2"/>
          <p:cNvSpPr>
            <a:spLocks noGrp="1"/>
          </p:cNvSpPr>
          <p:nvPr>
            <p:ph type="body" idx="1"/>
          </p:nvPr>
        </p:nvSpPr>
        <p:spPr/>
        <p:txBody>
          <a:bodyPr/>
          <a:p>
            <a:endParaRPr altLang="en-US" lang="zh-CN"/>
          </a:p>
        </p:txBody>
      </p:sp>
      <p:sp>
        <p:nvSpPr>
          <p:cNvPr id="1048710"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60" name="幻灯片图像占位符 1"/>
          <p:cNvSpPr>
            <a:spLocks noChangeAspect="1" noRot="1" noGrp="1"/>
          </p:cNvSpPr>
          <p:nvPr>
            <p:ph type="sldImg"/>
          </p:nvPr>
        </p:nvSpPr>
        <p:spPr/>
      </p:sp>
      <p:sp>
        <p:nvSpPr>
          <p:cNvPr id="1048661" name="备注占位符 2"/>
          <p:cNvSpPr>
            <a:spLocks noGrp="1"/>
          </p:cNvSpPr>
          <p:nvPr>
            <p:ph type="body" idx="1"/>
          </p:nvPr>
        </p:nvSpPr>
        <p:spPr/>
        <p:txBody>
          <a:bodyPr/>
          <a:p>
            <a:endParaRPr altLang="en-US" lang="zh-CN"/>
          </a:p>
        </p:txBody>
      </p:sp>
      <p:sp>
        <p:nvSpPr>
          <p:cNvPr id="1048662"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42" name="幻灯片图像占位符 1"/>
          <p:cNvSpPr>
            <a:spLocks noChangeAspect="1" noRot="1" noGrp="1"/>
          </p:cNvSpPr>
          <p:nvPr>
            <p:ph type="sldImg"/>
          </p:nvPr>
        </p:nvSpPr>
        <p:spPr/>
      </p:sp>
      <p:sp>
        <p:nvSpPr>
          <p:cNvPr id="1048643" name="备注占位符 2"/>
          <p:cNvSpPr>
            <a:spLocks noGrp="1"/>
          </p:cNvSpPr>
          <p:nvPr>
            <p:ph type="body" idx="1"/>
          </p:nvPr>
        </p:nvSpPr>
        <p:spPr/>
        <p:txBody>
          <a:bodyPr/>
          <a:p>
            <a:endParaRPr altLang="en-US" lang="zh-CN"/>
          </a:p>
        </p:txBody>
      </p:sp>
      <p:sp>
        <p:nvSpPr>
          <p:cNvPr id="1048644"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73" name=""/>
        <p:cNvGrpSpPr/>
        <p:nvPr/>
      </p:nvGrpSpPr>
      <p:grpSpPr>
        <a:xfrm>
          <a:off x="0" y="0"/>
          <a:ext cx="0" cy="0"/>
          <a:chOff x="0" y="0"/>
          <a:chExt cx="0" cy="0"/>
        </a:xfrm>
      </p:grpSpPr>
      <p:sp>
        <p:nvSpPr>
          <p:cNvPr id="1048871" name="幻灯片图像占位符 1"/>
          <p:cNvSpPr>
            <a:spLocks noChangeAspect="1" noRot="1" noGrp="1"/>
          </p:cNvSpPr>
          <p:nvPr>
            <p:ph type="sldImg"/>
          </p:nvPr>
        </p:nvSpPr>
        <p:spPr/>
      </p:sp>
      <p:sp>
        <p:nvSpPr>
          <p:cNvPr id="1048872" name="备注占位符 2"/>
          <p:cNvSpPr>
            <a:spLocks noGrp="1"/>
          </p:cNvSpPr>
          <p:nvPr>
            <p:ph type="body" idx="1"/>
          </p:nvPr>
        </p:nvSpPr>
        <p:spPr/>
        <p:txBody>
          <a:bodyPr/>
          <a:p>
            <a:endParaRPr altLang="en-US" lang="zh-CN"/>
          </a:p>
        </p:txBody>
      </p:sp>
      <p:sp>
        <p:nvSpPr>
          <p:cNvPr id="1048873"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5" name="幻灯片图像占位符 1"/>
          <p:cNvSpPr>
            <a:spLocks noChangeAspect="1" noRot="1" noGrp="1"/>
          </p:cNvSpPr>
          <p:nvPr>
            <p:ph type="sldImg"/>
          </p:nvPr>
        </p:nvSpPr>
        <p:spPr/>
      </p:sp>
      <p:sp>
        <p:nvSpPr>
          <p:cNvPr id="1048626" name="备注占位符 2"/>
          <p:cNvSpPr>
            <a:spLocks noGrp="1"/>
          </p:cNvSpPr>
          <p:nvPr>
            <p:ph type="body" idx="1"/>
          </p:nvPr>
        </p:nvSpPr>
        <p:spPr/>
        <p:txBody>
          <a:bodyPr/>
          <a:p>
            <a:endParaRPr altLang="en-US" lang="zh-CN"/>
          </a:p>
        </p:txBody>
      </p:sp>
      <p:sp>
        <p:nvSpPr>
          <p:cNvPr id="1048627"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90" name="幻灯片图像占位符 1"/>
          <p:cNvSpPr>
            <a:spLocks noChangeAspect="1" noRot="1" noGrp="1"/>
          </p:cNvSpPr>
          <p:nvPr>
            <p:ph type="sldImg"/>
          </p:nvPr>
        </p:nvSpPr>
        <p:spPr/>
      </p:sp>
      <p:sp>
        <p:nvSpPr>
          <p:cNvPr id="1048591" name="备注占位符 2"/>
          <p:cNvSpPr>
            <a:spLocks noGrp="1"/>
          </p:cNvSpPr>
          <p:nvPr>
            <p:ph type="body" idx="1"/>
          </p:nvPr>
        </p:nvSpPr>
        <p:spPr/>
        <p:txBody>
          <a:bodyPr/>
          <a:p>
            <a:endParaRPr altLang="en-US" lang="zh-CN"/>
          </a:p>
        </p:txBody>
      </p:sp>
      <p:sp>
        <p:nvSpPr>
          <p:cNvPr id="1048592"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598" name="幻灯片图像占位符 1"/>
          <p:cNvSpPr>
            <a:spLocks noChangeAspect="1" noRot="1" noGrp="1"/>
          </p:cNvSpPr>
          <p:nvPr>
            <p:ph type="sldImg"/>
          </p:nvPr>
        </p:nvSpPr>
        <p:spPr/>
      </p:sp>
      <p:sp>
        <p:nvSpPr>
          <p:cNvPr id="1048599" name="备注占位符 2"/>
          <p:cNvSpPr>
            <a:spLocks noGrp="1"/>
          </p:cNvSpPr>
          <p:nvPr>
            <p:ph type="body" idx="1"/>
          </p:nvPr>
        </p:nvSpPr>
        <p:spPr/>
        <p:txBody>
          <a:bodyPr/>
          <a:p>
            <a:endParaRPr altLang="en-US" lang="zh-CN"/>
          </a:p>
        </p:txBody>
      </p:sp>
      <p:sp>
        <p:nvSpPr>
          <p:cNvPr id="1048600"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33" name="幻灯片图像占位符 1"/>
          <p:cNvSpPr>
            <a:spLocks noChangeAspect="1" noRot="1" noGrp="1"/>
          </p:cNvSpPr>
          <p:nvPr>
            <p:ph type="sldImg"/>
          </p:nvPr>
        </p:nvSpPr>
        <p:spPr/>
      </p:sp>
      <p:sp>
        <p:nvSpPr>
          <p:cNvPr id="1048634" name="备注占位符 2"/>
          <p:cNvSpPr>
            <a:spLocks noGrp="1"/>
          </p:cNvSpPr>
          <p:nvPr>
            <p:ph type="body" idx="1"/>
          </p:nvPr>
        </p:nvSpPr>
        <p:spPr/>
        <p:txBody>
          <a:bodyPr/>
          <a:p>
            <a:endParaRPr altLang="en-US" lang="zh-CN"/>
          </a:p>
        </p:txBody>
      </p:sp>
      <p:sp>
        <p:nvSpPr>
          <p:cNvPr id="1048635"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51" name="幻灯片图像占位符 1"/>
          <p:cNvSpPr>
            <a:spLocks noChangeAspect="1" noRot="1" noGrp="1"/>
          </p:cNvSpPr>
          <p:nvPr>
            <p:ph type="sldImg"/>
          </p:nvPr>
        </p:nvSpPr>
        <p:spPr/>
      </p:sp>
      <p:sp>
        <p:nvSpPr>
          <p:cNvPr id="1048652" name="备注占位符 2"/>
          <p:cNvSpPr>
            <a:spLocks noGrp="1"/>
          </p:cNvSpPr>
          <p:nvPr>
            <p:ph type="body" idx="1"/>
          </p:nvPr>
        </p:nvSpPr>
        <p:spPr/>
        <p:txBody>
          <a:bodyPr/>
          <a:p>
            <a:endParaRPr altLang="en-US" lang="zh-CN"/>
          </a:p>
        </p:txBody>
      </p:sp>
      <p:sp>
        <p:nvSpPr>
          <p:cNvPr id="1048653"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717" name="幻灯片图像占位符 1"/>
          <p:cNvSpPr>
            <a:spLocks noChangeAspect="1" noRot="1" noGrp="1"/>
          </p:cNvSpPr>
          <p:nvPr>
            <p:ph type="sldImg"/>
          </p:nvPr>
        </p:nvSpPr>
        <p:spPr/>
      </p:sp>
      <p:sp>
        <p:nvSpPr>
          <p:cNvPr id="1048718" name="备注占位符 2"/>
          <p:cNvSpPr>
            <a:spLocks noGrp="1"/>
          </p:cNvSpPr>
          <p:nvPr>
            <p:ph type="body" idx="1"/>
          </p:nvPr>
        </p:nvSpPr>
        <p:spPr/>
        <p:txBody>
          <a:bodyPr/>
          <a:p>
            <a:endParaRPr altLang="en-US" lang="zh-CN"/>
          </a:p>
        </p:txBody>
      </p:sp>
      <p:sp>
        <p:nvSpPr>
          <p:cNvPr id="1048719"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725" name="幻灯片图像占位符 1"/>
          <p:cNvSpPr>
            <a:spLocks noChangeAspect="1" noRot="1" noGrp="1"/>
          </p:cNvSpPr>
          <p:nvPr>
            <p:ph type="sldImg"/>
          </p:nvPr>
        </p:nvSpPr>
        <p:spPr/>
      </p:sp>
      <p:sp>
        <p:nvSpPr>
          <p:cNvPr id="1048726" name="备注占位符 2"/>
          <p:cNvSpPr>
            <a:spLocks noGrp="1"/>
          </p:cNvSpPr>
          <p:nvPr>
            <p:ph type="body" idx="1"/>
          </p:nvPr>
        </p:nvSpPr>
        <p:spPr/>
        <p:txBody>
          <a:bodyPr/>
          <a:p>
            <a:endParaRPr altLang="en-US" lang="zh-CN"/>
          </a:p>
        </p:txBody>
      </p:sp>
      <p:sp>
        <p:nvSpPr>
          <p:cNvPr id="1048727"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733" name="幻灯片图像占位符 1"/>
          <p:cNvSpPr>
            <a:spLocks noChangeAspect="1" noRot="1" noGrp="1"/>
          </p:cNvSpPr>
          <p:nvPr>
            <p:ph type="sldImg"/>
          </p:nvPr>
        </p:nvSpPr>
        <p:spPr/>
      </p:sp>
      <p:sp>
        <p:nvSpPr>
          <p:cNvPr id="1048734" name="备注占位符 2"/>
          <p:cNvSpPr>
            <a:spLocks noGrp="1"/>
          </p:cNvSpPr>
          <p:nvPr>
            <p:ph type="body" idx="1"/>
          </p:nvPr>
        </p:nvSpPr>
        <p:spPr/>
        <p:txBody>
          <a:bodyPr/>
          <a:p>
            <a:endParaRPr altLang="en-US" lang="zh-CN"/>
          </a:p>
        </p:txBody>
      </p:sp>
      <p:sp>
        <p:nvSpPr>
          <p:cNvPr id="1048735"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13" name=""/>
        <p:cNvGrpSpPr/>
        <p:nvPr/>
      </p:nvGrpSpPr>
      <p:grpSpPr>
        <a:xfrm>
          <a:off x="0" y="0"/>
          <a:ext cx="0" cy="0"/>
          <a:chOff x="0" y="0"/>
          <a:chExt cx="0" cy="0"/>
        </a:xfrm>
      </p:grpSpPr>
      <p:sp>
        <p:nvSpPr>
          <p:cNvPr id="1048742" name="幻灯片图像占位符 1"/>
          <p:cNvSpPr>
            <a:spLocks noChangeAspect="1" noRot="1" noGrp="1"/>
          </p:cNvSpPr>
          <p:nvPr>
            <p:ph type="sldImg"/>
          </p:nvPr>
        </p:nvSpPr>
        <p:spPr/>
      </p:sp>
      <p:sp>
        <p:nvSpPr>
          <p:cNvPr id="1048743" name="备注占位符 2"/>
          <p:cNvSpPr>
            <a:spLocks noGrp="1"/>
          </p:cNvSpPr>
          <p:nvPr>
            <p:ph type="body" idx="1"/>
          </p:nvPr>
        </p:nvSpPr>
        <p:spPr/>
        <p:txBody>
          <a:bodyPr/>
          <a:p>
            <a:endParaRPr altLang="en-US" lang="zh-CN"/>
          </a:p>
        </p:txBody>
      </p:sp>
      <p:sp>
        <p:nvSpPr>
          <p:cNvPr id="1048744"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750" name="幻灯片图像占位符 1"/>
          <p:cNvSpPr>
            <a:spLocks noChangeAspect="1" noRot="1" noGrp="1"/>
          </p:cNvSpPr>
          <p:nvPr>
            <p:ph type="sldImg"/>
          </p:nvPr>
        </p:nvSpPr>
        <p:spPr/>
      </p:sp>
      <p:sp>
        <p:nvSpPr>
          <p:cNvPr id="1048751" name="备注占位符 2"/>
          <p:cNvSpPr>
            <a:spLocks noGrp="1"/>
          </p:cNvSpPr>
          <p:nvPr>
            <p:ph type="body" idx="1"/>
          </p:nvPr>
        </p:nvSpPr>
        <p:spPr/>
        <p:txBody>
          <a:bodyPr/>
          <a:p>
            <a:endParaRPr altLang="en-US" lang="zh-CN"/>
          </a:p>
        </p:txBody>
      </p:sp>
      <p:sp>
        <p:nvSpPr>
          <p:cNvPr id="1048752"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048758" name="幻灯片图像占位符 1"/>
          <p:cNvSpPr>
            <a:spLocks noChangeAspect="1" noRot="1" noGrp="1"/>
          </p:cNvSpPr>
          <p:nvPr>
            <p:ph type="sldImg"/>
          </p:nvPr>
        </p:nvSpPr>
        <p:spPr/>
      </p:sp>
      <p:sp>
        <p:nvSpPr>
          <p:cNvPr id="1048759" name="备注占位符 2"/>
          <p:cNvSpPr>
            <a:spLocks noGrp="1"/>
          </p:cNvSpPr>
          <p:nvPr>
            <p:ph type="body" idx="1"/>
          </p:nvPr>
        </p:nvSpPr>
        <p:spPr/>
        <p:txBody>
          <a:bodyPr/>
          <a:p>
            <a:endParaRPr altLang="en-US" lang="zh-CN"/>
          </a:p>
        </p:txBody>
      </p:sp>
      <p:sp>
        <p:nvSpPr>
          <p:cNvPr id="1048760"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28" name=""/>
        <p:cNvGrpSpPr/>
        <p:nvPr/>
      </p:nvGrpSpPr>
      <p:grpSpPr>
        <a:xfrm>
          <a:off x="0" y="0"/>
          <a:ext cx="0" cy="0"/>
          <a:chOff x="0" y="0"/>
          <a:chExt cx="0" cy="0"/>
        </a:xfrm>
      </p:grpSpPr>
      <p:sp>
        <p:nvSpPr>
          <p:cNvPr id="1048767" name="幻灯片图像占位符 1"/>
          <p:cNvSpPr>
            <a:spLocks noChangeAspect="1" noRot="1" noGrp="1"/>
          </p:cNvSpPr>
          <p:nvPr>
            <p:ph type="sldImg"/>
          </p:nvPr>
        </p:nvSpPr>
        <p:spPr/>
      </p:sp>
      <p:sp>
        <p:nvSpPr>
          <p:cNvPr id="1048768" name="备注占位符 2"/>
          <p:cNvSpPr>
            <a:spLocks noGrp="1"/>
          </p:cNvSpPr>
          <p:nvPr>
            <p:ph type="body" idx="1"/>
          </p:nvPr>
        </p:nvSpPr>
        <p:spPr/>
        <p:txBody>
          <a:bodyPr/>
          <a:p>
            <a:endParaRPr altLang="en-US" lang="zh-CN"/>
          </a:p>
        </p:txBody>
      </p:sp>
      <p:sp>
        <p:nvSpPr>
          <p:cNvPr id="1048769"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4" name="幻灯片图像占位符 1"/>
          <p:cNvSpPr>
            <a:spLocks noChangeAspect="1" noRot="1" noGrp="1"/>
          </p:cNvSpPr>
          <p:nvPr>
            <p:ph type="sldImg"/>
          </p:nvPr>
        </p:nvSpPr>
        <p:spPr/>
      </p:sp>
      <p:sp>
        <p:nvSpPr>
          <p:cNvPr id="1048775" name="备注占位符 2"/>
          <p:cNvSpPr>
            <a:spLocks noGrp="1"/>
          </p:cNvSpPr>
          <p:nvPr>
            <p:ph type="body" idx="1"/>
          </p:nvPr>
        </p:nvSpPr>
        <p:spPr/>
        <p:txBody>
          <a:bodyPr/>
          <a:p>
            <a:endParaRPr altLang="en-US" lang="zh-CN"/>
          </a:p>
        </p:txBody>
      </p:sp>
      <p:sp>
        <p:nvSpPr>
          <p:cNvPr id="1048776" name="灯片编号占位符 3"/>
          <p:cNvSpPr>
            <a:spLocks noGrp="1"/>
          </p:cNvSpPr>
          <p:nvPr>
            <p:ph type="sldNum" sz="quarter" idx="10"/>
          </p:nvPr>
        </p:nvSpPr>
        <p:spPr/>
        <p:txBody>
          <a:bodyPr/>
          <a:p>
            <a:fld id="{37037BA2-8C0A-4455-8AAA-7F610C054BA5}" type="slidenum">
              <a:rPr altLang="en-US" lang="zh-CN" smtClean="0"/>
            </a:fld>
            <a:endParaRPr altLang="en-US"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hyperlink" Target="http://www.1ppt.com/hangye/" TargetMode="Externa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40" name=""/>
        <p:cNvGrpSpPr/>
        <p:nvPr/>
      </p:nvGrpSpPr>
      <p:grpSpPr>
        <a:xfrm>
          <a:off x="0" y="0"/>
          <a:ext cx="0" cy="0"/>
          <a:chOff x="0" y="0"/>
          <a:chExt cx="0" cy="0"/>
        </a:xfrm>
      </p:grpSpPr>
      <p:sp>
        <p:nvSpPr>
          <p:cNvPr id="1048787"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788" name="KSO_FT"/>
          <p:cNvSpPr>
            <a:spLocks noGrp="1"/>
          </p:cNvSpPr>
          <p:nvPr>
            <p:ph type="ftr" sz="quarter" idx="11"/>
          </p:nvPr>
        </p:nvSpPr>
        <p:spPr/>
        <p:txBody>
          <a:bodyPr/>
          <a:p>
            <a:endParaRPr altLang="en-US" lang="zh-CN"/>
          </a:p>
        </p:txBody>
      </p:sp>
      <p:sp>
        <p:nvSpPr>
          <p:cNvPr id="1048789" name="KSO_FN"/>
          <p:cNvSpPr>
            <a:spLocks noGrp="1"/>
          </p:cNvSpPr>
          <p:nvPr>
            <p:ph type="sldNum" sz="quarter" idx="12"/>
          </p:nvPr>
        </p:nvSpPr>
        <p:spPr/>
        <p:txBody>
          <a:bodyPr/>
          <a:p>
            <a:fld id="{A9501C2D-6494-48CE-A525-483946996934}" type="slidenum">
              <a:rPr altLang="en-US" lang="zh-CN" smtClean="0"/>
            </a:fld>
            <a:endParaRPr altLang="en-US" lang="zh-CN"/>
          </a:p>
        </p:txBody>
      </p:sp>
      <p:sp>
        <p:nvSpPr>
          <p:cNvPr id="1048790" name="KSO_CT2"/>
          <p:cNvSpPr>
            <a:spLocks noGrp="1"/>
          </p:cNvSpPr>
          <p:nvPr>
            <p:ph type="subTitle" idx="1" hasCustomPrompt="1"/>
          </p:nvPr>
        </p:nvSpPr>
        <p:spPr>
          <a:xfrm>
            <a:off x="3321170" y="3943325"/>
            <a:ext cx="5572662" cy="467211"/>
          </a:xfrm>
          <a:noFill/>
        </p:spPr>
        <p:txBody>
          <a:bodyPr>
            <a:noAutofit/>
          </a:bodyPr>
          <a:lstStyle>
            <a:lvl1pPr algn="ctr" indent="0" marL="0">
              <a:buNone/>
              <a:defRPr sz="1800">
                <a:solidFill>
                  <a:srgbClr val="807352"/>
                </a:solidFill>
                <a:effectLst/>
              </a:defRPr>
            </a:lvl1pPr>
            <a:lvl2pPr algn="ctr" indent="0" marL="342900">
              <a:buNone/>
              <a:defRPr sz="1500"/>
            </a:lvl2pPr>
            <a:lvl3pPr algn="ctr" indent="0" marL="685800">
              <a:buNone/>
              <a:defRPr sz="1350"/>
            </a:lvl3pPr>
            <a:lvl4pPr algn="ctr" indent="0" marL="1028700">
              <a:buNone/>
              <a:defRPr sz="1200"/>
            </a:lvl4pPr>
            <a:lvl5pPr algn="ctr" indent="0" marL="1371600">
              <a:buNone/>
              <a:defRPr sz="1200"/>
            </a:lvl5pPr>
            <a:lvl6pPr algn="ctr" indent="0" marL="1714500">
              <a:buNone/>
              <a:defRPr sz="1200"/>
            </a:lvl6pPr>
            <a:lvl7pPr algn="ctr" indent="0" marL="2057400">
              <a:buNone/>
              <a:defRPr sz="1200"/>
            </a:lvl7pPr>
            <a:lvl8pPr algn="ctr" indent="0" marL="2400300">
              <a:buNone/>
              <a:defRPr sz="1200"/>
            </a:lvl8pPr>
            <a:lvl9pPr algn="ctr" indent="0" marL="2743200">
              <a:buNone/>
              <a:defRPr sz="1200"/>
            </a:lvl9pPr>
          </a:lstStyle>
          <a:p>
            <a:r>
              <a:rPr altLang="en-US" dirty="0" lang="zh-CN"/>
              <a:t>单击此处添加您的副标题</a:t>
            </a:r>
            <a:endParaRPr altLang="en-US" dirty="0" lang="zh-CN"/>
          </a:p>
        </p:txBody>
      </p:sp>
      <p:sp>
        <p:nvSpPr>
          <p:cNvPr id="1048791" name="KSO_CT1"/>
          <p:cNvSpPr>
            <a:spLocks noGrp="1"/>
          </p:cNvSpPr>
          <p:nvPr>
            <p:ph type="title" hasCustomPrompt="1"/>
          </p:nvPr>
        </p:nvSpPr>
        <p:spPr>
          <a:xfrm>
            <a:off x="3321170" y="2030959"/>
            <a:ext cx="5572663" cy="1720077"/>
          </a:xfrm>
        </p:spPr>
        <p:txBody>
          <a:bodyPr>
            <a:noAutofit/>
          </a:bodyPr>
          <a:lstStyle>
            <a:lvl1pPr algn="ctr">
              <a:defRPr baseline="0" sz="4000">
                <a:solidFill>
                  <a:schemeClr val="tx2"/>
                </a:solidFill>
                <a:effectLst/>
                <a:latin typeface="+mj-lt"/>
              </a:defRPr>
            </a:lvl1pPr>
          </a:lstStyle>
          <a:p>
            <a:r>
              <a:rPr altLang="en-US" dirty="0" lang="zh-CN"/>
              <a:t>单击此处</a:t>
            </a:r>
            <a:br>
              <a:rPr altLang="zh-CN" dirty="0" lang="en-US"/>
            </a:br>
            <a:r>
              <a:rPr altLang="en-US" dirty="0" lang="zh-CN"/>
              <a:t>添加您的标题文字</a:t>
            </a:r>
            <a:endParaRPr altLang="en-US" dirty="0" lang="zh-CN"/>
          </a:p>
        </p:txBody>
      </p:sp>
      <p:sp>
        <p:nvSpPr>
          <p:cNvPr id="1048792" name="图文框 8"/>
          <p:cNvSpPr/>
          <p:nvPr/>
        </p:nvSpPr>
        <p:spPr>
          <a:xfrm>
            <a:off x="3200400" y="1881552"/>
            <a:ext cx="5823877" cy="2926080"/>
          </a:xfrm>
          <a:prstGeom prst="frame">
            <a:avLst>
              <a:gd name="adj1" fmla="val 42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type="obj">
  <p:cSld name="标题和内容">
    <p:spTree>
      <p:nvGrpSpPr>
        <p:cNvPr id="144" name=""/>
        <p:cNvGrpSpPr/>
        <p:nvPr/>
      </p:nvGrpSpPr>
      <p:grpSpPr>
        <a:xfrm>
          <a:off x="0" y="0"/>
          <a:ext cx="0" cy="0"/>
          <a:chOff x="0" y="0"/>
          <a:chExt cx="0" cy="0"/>
        </a:xfrm>
      </p:grpSpPr>
      <p:sp>
        <p:nvSpPr>
          <p:cNvPr id="1048812" name="KSO_BT1"/>
          <p:cNvSpPr>
            <a:spLocks noGrp="1"/>
          </p:cNvSpPr>
          <p:nvPr>
            <p:ph type="title"/>
          </p:nvPr>
        </p:nvSpPr>
        <p:spPr/>
        <p:txBody>
          <a:bodyPr/>
          <a:p>
            <a:r>
              <a:rPr altLang="en-US" lang="zh-CN"/>
              <a:t>单击此处编辑母版标题样式</a:t>
            </a:r>
            <a:endParaRPr dirty="0" lang="en-US"/>
          </a:p>
        </p:txBody>
      </p:sp>
      <p:sp>
        <p:nvSpPr>
          <p:cNvPr id="1048813" name="KSO_BC1"/>
          <p:cNvSpPr>
            <a:spLocks noGrp="1"/>
          </p:cNvSpPr>
          <p:nvPr>
            <p:ph idx="1"/>
          </p:nvPr>
        </p:nvSpPr>
        <p:spPr/>
        <p:txBody>
          <a:bodyPr/>
          <a:p>
            <a:pPr lvl="0"/>
            <a:r>
              <a:rPr altLang="en-US" lang="zh-CN"/>
              <a:t>单击此处编辑母版文本样式</a:t>
            </a:r>
            <a:endParaRPr altLang="en-US" lang="zh-CN"/>
          </a:p>
          <a:p>
            <a:pPr lvl="1"/>
            <a:r>
              <a:rPr altLang="en-US" lang="zh-CN"/>
              <a:t>第二级</a:t>
            </a:r>
            <a:endParaRPr altLang="en-US" lang="zh-CN"/>
          </a:p>
        </p:txBody>
      </p:sp>
      <p:sp>
        <p:nvSpPr>
          <p:cNvPr id="1048814"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15" name="KSO_FT"/>
          <p:cNvSpPr>
            <a:spLocks noGrp="1"/>
          </p:cNvSpPr>
          <p:nvPr>
            <p:ph type="ftr" sz="quarter" idx="11"/>
          </p:nvPr>
        </p:nvSpPr>
        <p:spPr/>
        <p:txBody>
          <a:bodyPr/>
          <a:p>
            <a:endParaRPr altLang="en-US" lang="zh-CN"/>
          </a:p>
        </p:txBody>
      </p:sp>
      <p:sp>
        <p:nvSpPr>
          <p:cNvPr id="1048816"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节标题">
    <p:spTree>
      <p:nvGrpSpPr>
        <p:cNvPr id="147" name=""/>
        <p:cNvGrpSpPr/>
        <p:nvPr/>
      </p:nvGrpSpPr>
      <p:grpSpPr>
        <a:xfrm>
          <a:off x="0" y="0"/>
          <a:ext cx="0" cy="0"/>
          <a:chOff x="0" y="0"/>
          <a:chExt cx="0" cy="0"/>
        </a:xfrm>
      </p:grpSpPr>
      <p:sp>
        <p:nvSpPr>
          <p:cNvPr id="1048829" name="KSO_ST1"/>
          <p:cNvSpPr>
            <a:spLocks noGrp="1"/>
          </p:cNvSpPr>
          <p:nvPr>
            <p:ph type="title" hasCustomPrompt="1"/>
          </p:nvPr>
        </p:nvSpPr>
        <p:spPr>
          <a:xfrm>
            <a:off x="3366052" y="2464108"/>
            <a:ext cx="5446644" cy="1235075"/>
          </a:xfrm>
          <a:ln w="57150">
            <a:solidFill>
              <a:schemeClr val="bg1"/>
            </a:solidFill>
          </a:ln>
        </p:spPr>
        <p:txBody>
          <a:bodyPr anchor="ctr">
            <a:normAutofit/>
          </a:bodyPr>
          <a:lstStyle>
            <a:lvl1pPr algn="ctr">
              <a:defRPr sz="4000">
                <a:solidFill>
                  <a:schemeClr val="bg1"/>
                </a:solidFill>
                <a:effectLst/>
              </a:defRPr>
            </a:lvl1pPr>
          </a:lstStyle>
          <a:p>
            <a:r>
              <a:rPr altLang="en-US" dirty="0" lang="zh-CN"/>
              <a:t>此处添加您的标题</a:t>
            </a:r>
            <a:endParaRPr dirty="0" lang="en-US"/>
          </a:p>
        </p:txBody>
      </p:sp>
      <p:sp>
        <p:nvSpPr>
          <p:cNvPr id="1048830" name="KSO_ST2"/>
          <p:cNvSpPr>
            <a:spLocks noGrp="1"/>
          </p:cNvSpPr>
          <p:nvPr>
            <p:ph type="body" idx="1" hasCustomPrompt="1"/>
          </p:nvPr>
        </p:nvSpPr>
        <p:spPr>
          <a:xfrm>
            <a:off x="3371849" y="4108757"/>
            <a:ext cx="5440847" cy="453718"/>
          </a:xfrm>
          <a:prstGeom prst="rect"/>
          <a:noFill/>
        </p:spPr>
        <p:txBody>
          <a:bodyPr anchor="ctr">
            <a:normAutofit/>
          </a:bodyPr>
          <a:lstStyle>
            <a:lvl1pPr algn="ctr" indent="0" marL="0">
              <a:buNone/>
              <a:defRPr sz="1800">
                <a:solidFill>
                  <a:schemeClr val="bg1"/>
                </a:solidFill>
              </a:defRPr>
            </a:lvl1pPr>
            <a:lvl2pPr indent="0" marL="342900">
              <a:buNone/>
              <a:defRPr sz="1500">
                <a:solidFill>
                  <a:schemeClr val="tx1">
                    <a:tint val="75000"/>
                  </a:schemeClr>
                </a:solidFill>
              </a:defRPr>
            </a:lvl2pPr>
            <a:lvl3pPr indent="0" marL="685800">
              <a:buNone/>
              <a:defRPr sz="1350">
                <a:solidFill>
                  <a:schemeClr val="tx1">
                    <a:tint val="75000"/>
                  </a:schemeClr>
                </a:solidFill>
              </a:defRPr>
            </a:lvl3pPr>
            <a:lvl4pPr indent="0" marL="1028700">
              <a:buNone/>
              <a:defRPr sz="1200">
                <a:solidFill>
                  <a:schemeClr val="tx1">
                    <a:tint val="75000"/>
                  </a:schemeClr>
                </a:solidFill>
              </a:defRPr>
            </a:lvl4pPr>
            <a:lvl5pPr indent="0" marL="1371600">
              <a:buNone/>
              <a:defRPr sz="1200">
                <a:solidFill>
                  <a:schemeClr val="tx1">
                    <a:tint val="75000"/>
                  </a:schemeClr>
                </a:solidFill>
              </a:defRPr>
            </a:lvl5pPr>
            <a:lvl6pPr indent="0" marL="1714500">
              <a:buNone/>
              <a:defRPr sz="1200">
                <a:solidFill>
                  <a:schemeClr val="tx1">
                    <a:tint val="75000"/>
                  </a:schemeClr>
                </a:solidFill>
              </a:defRPr>
            </a:lvl6pPr>
            <a:lvl7pPr indent="0" marL="2057400">
              <a:buNone/>
              <a:defRPr sz="1200">
                <a:solidFill>
                  <a:schemeClr val="tx1">
                    <a:tint val="75000"/>
                  </a:schemeClr>
                </a:solidFill>
              </a:defRPr>
            </a:lvl7pPr>
            <a:lvl8pPr indent="0" marL="2400300">
              <a:buNone/>
              <a:defRPr sz="1200">
                <a:solidFill>
                  <a:schemeClr val="tx1">
                    <a:tint val="75000"/>
                  </a:schemeClr>
                </a:solidFill>
              </a:defRPr>
            </a:lvl8pPr>
            <a:lvl9pPr indent="0" marL="2743200">
              <a:buNone/>
              <a:defRPr sz="1200">
                <a:solidFill>
                  <a:schemeClr val="tx1">
                    <a:tint val="75000"/>
                  </a:schemeClr>
                </a:solidFill>
              </a:defRPr>
            </a:lvl9pPr>
          </a:lstStyle>
          <a:p>
            <a:r>
              <a:rPr altLang="en-US" dirty="0" lang="zh-CN"/>
              <a:t>单击此处添加您的副标题</a:t>
            </a:r>
            <a:endParaRPr altLang="zh-CN" dirty="0" lang="en-US"/>
          </a:p>
        </p:txBody>
      </p:sp>
      <p:sp>
        <p:nvSpPr>
          <p:cNvPr id="1048831"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32" name="KSO_FT"/>
          <p:cNvSpPr>
            <a:spLocks noGrp="1"/>
          </p:cNvSpPr>
          <p:nvPr>
            <p:ph type="ftr" sz="quarter" idx="11"/>
          </p:nvPr>
        </p:nvSpPr>
        <p:spPr/>
        <p:txBody>
          <a:bodyPr/>
          <a:p>
            <a:endParaRPr altLang="en-US" lang="zh-CN"/>
          </a:p>
        </p:txBody>
      </p:sp>
      <p:sp>
        <p:nvSpPr>
          <p:cNvPr id="1048833"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type="twoObj">
  <p:cSld name="两栏内容">
    <p:spTree>
      <p:nvGrpSpPr>
        <p:cNvPr id="148" name=""/>
        <p:cNvGrpSpPr/>
        <p:nvPr/>
      </p:nvGrpSpPr>
      <p:grpSpPr>
        <a:xfrm>
          <a:off x="0" y="0"/>
          <a:ext cx="0" cy="0"/>
          <a:chOff x="0" y="0"/>
          <a:chExt cx="0" cy="0"/>
        </a:xfrm>
      </p:grpSpPr>
      <p:sp>
        <p:nvSpPr>
          <p:cNvPr id="1048834" name="KSO_BT1"/>
          <p:cNvSpPr>
            <a:spLocks noGrp="1"/>
          </p:cNvSpPr>
          <p:nvPr>
            <p:ph type="title"/>
          </p:nvPr>
        </p:nvSpPr>
        <p:spPr/>
        <p:txBody>
          <a:bodyPr/>
          <a:p>
            <a:r>
              <a:rPr altLang="en-US" lang="zh-CN"/>
              <a:t>单击此处编辑母版标题样式</a:t>
            </a:r>
            <a:endParaRPr dirty="0" lang="en-US"/>
          </a:p>
        </p:txBody>
      </p:sp>
      <p:sp>
        <p:nvSpPr>
          <p:cNvPr id="1048835" name="KSO_BC1"/>
          <p:cNvSpPr>
            <a:spLocks noGrp="1"/>
          </p:cNvSpPr>
          <p:nvPr>
            <p:ph sz="half" idx="1"/>
          </p:nvPr>
        </p:nvSpPr>
        <p:spPr>
          <a:xfrm>
            <a:off x="558801" y="1423990"/>
            <a:ext cx="5080000" cy="4932363"/>
          </a:xfrm>
        </p:spPr>
        <p:txBody>
          <a:bodyPr/>
          <a:p>
            <a:pPr lvl="0"/>
            <a:r>
              <a:rPr altLang="en-US" lang="zh-CN"/>
              <a:t>单击此处编辑母版文本样式</a:t>
            </a:r>
            <a:endParaRPr altLang="en-US" lang="zh-CN"/>
          </a:p>
          <a:p>
            <a:pPr lvl="1"/>
            <a:r>
              <a:rPr altLang="en-US" lang="zh-CN"/>
              <a:t>第二级</a:t>
            </a:r>
            <a:endParaRPr altLang="en-US" lang="zh-CN"/>
          </a:p>
        </p:txBody>
      </p:sp>
      <p:sp>
        <p:nvSpPr>
          <p:cNvPr id="1048836" name="KSO_BC2"/>
          <p:cNvSpPr>
            <a:spLocks noGrp="1"/>
          </p:cNvSpPr>
          <p:nvPr>
            <p:ph sz="half" idx="2"/>
          </p:nvPr>
        </p:nvSpPr>
        <p:spPr>
          <a:xfrm>
            <a:off x="6520745" y="1423990"/>
            <a:ext cx="5094116" cy="4932363"/>
          </a:xfrm>
        </p:spPr>
        <p:txBody>
          <a:bodyPr/>
          <a:p>
            <a:pPr lvl="0"/>
            <a:r>
              <a:rPr altLang="en-US" lang="zh-CN"/>
              <a:t>单击此处编辑母版文本样式</a:t>
            </a:r>
            <a:endParaRPr altLang="en-US" lang="zh-CN"/>
          </a:p>
          <a:p>
            <a:pPr lvl="1"/>
            <a:r>
              <a:rPr altLang="en-US" lang="zh-CN"/>
              <a:t>第二级</a:t>
            </a:r>
            <a:endParaRPr altLang="en-US" lang="zh-CN"/>
          </a:p>
        </p:txBody>
      </p:sp>
      <p:sp>
        <p:nvSpPr>
          <p:cNvPr id="1048837"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38" name="KSO_FT"/>
          <p:cNvSpPr>
            <a:spLocks noGrp="1"/>
          </p:cNvSpPr>
          <p:nvPr>
            <p:ph type="ftr" sz="quarter" idx="11"/>
          </p:nvPr>
        </p:nvSpPr>
        <p:spPr/>
        <p:txBody>
          <a:bodyPr/>
          <a:p>
            <a:endParaRPr altLang="en-US" lang="zh-CN"/>
          </a:p>
        </p:txBody>
      </p:sp>
      <p:sp>
        <p:nvSpPr>
          <p:cNvPr id="1048839"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type="twoTxTwoObj">
  <p:cSld name="比较">
    <p:spTree>
      <p:nvGrpSpPr>
        <p:cNvPr id="149" name=""/>
        <p:cNvGrpSpPr/>
        <p:nvPr/>
      </p:nvGrpSpPr>
      <p:grpSpPr>
        <a:xfrm>
          <a:off x="0" y="0"/>
          <a:ext cx="0" cy="0"/>
          <a:chOff x="0" y="0"/>
          <a:chExt cx="0" cy="0"/>
        </a:xfrm>
      </p:grpSpPr>
      <p:sp>
        <p:nvSpPr>
          <p:cNvPr id="1048840" name="KSO_BT1"/>
          <p:cNvSpPr>
            <a:spLocks noGrp="1"/>
          </p:cNvSpPr>
          <p:nvPr>
            <p:ph type="title"/>
          </p:nvPr>
        </p:nvSpPr>
        <p:spPr>
          <a:xfrm>
            <a:off x="1099435" y="546361"/>
            <a:ext cx="9312101" cy="717023"/>
          </a:xfrm>
        </p:spPr>
        <p:txBody>
          <a:bodyPr/>
          <a:p>
            <a:r>
              <a:rPr altLang="en-US" lang="zh-CN"/>
              <a:t>单击此处编辑母版标题样式</a:t>
            </a:r>
            <a:endParaRPr dirty="0" lang="en-US"/>
          </a:p>
        </p:txBody>
      </p:sp>
      <p:sp>
        <p:nvSpPr>
          <p:cNvPr id="1048841" name="Text Placeholder 2"/>
          <p:cNvSpPr>
            <a:spLocks noGrp="1"/>
          </p:cNvSpPr>
          <p:nvPr>
            <p:ph type="body" idx="1"/>
          </p:nvPr>
        </p:nvSpPr>
        <p:spPr>
          <a:xfrm>
            <a:off x="1099435" y="1376363"/>
            <a:ext cx="5157787" cy="823912"/>
          </a:xfrm>
        </p:spPr>
        <p:txBody>
          <a:bodyPr anchor="b">
            <a:normAutofit/>
          </a:bodyPr>
          <a:lstStyle>
            <a:lvl1pPr indent="0" marL="0">
              <a:buNone/>
              <a:defRPr b="1" sz="1350"/>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lang="zh-CN"/>
              <a:t>单击此处编辑母版文本样式</a:t>
            </a:r>
            <a:endParaRPr altLang="en-US" lang="zh-CN"/>
          </a:p>
        </p:txBody>
      </p:sp>
      <p:sp>
        <p:nvSpPr>
          <p:cNvPr id="1048842" name="KSO_BC1"/>
          <p:cNvSpPr>
            <a:spLocks noGrp="1"/>
          </p:cNvSpPr>
          <p:nvPr>
            <p:ph sz="half" idx="2"/>
          </p:nvPr>
        </p:nvSpPr>
        <p:spPr>
          <a:xfrm>
            <a:off x="1099435" y="2200275"/>
            <a:ext cx="5157787" cy="3684588"/>
          </a:xfrm>
        </p:spPr>
        <p:txBody>
          <a:bodyPr/>
          <a:p>
            <a:pPr lvl="0"/>
            <a:r>
              <a:rPr altLang="en-US" lang="zh-CN"/>
              <a:t>单击此处编辑母版文本样式</a:t>
            </a:r>
            <a:endParaRPr altLang="en-US" lang="zh-CN"/>
          </a:p>
          <a:p>
            <a:pPr lvl="1"/>
            <a:r>
              <a:rPr altLang="en-US" lang="zh-CN"/>
              <a:t>第二级</a:t>
            </a:r>
            <a:endParaRPr altLang="en-US" lang="zh-CN"/>
          </a:p>
        </p:txBody>
      </p:sp>
      <p:sp>
        <p:nvSpPr>
          <p:cNvPr id="1048843" name="Text Placeholder 4"/>
          <p:cNvSpPr>
            <a:spLocks noGrp="1"/>
          </p:cNvSpPr>
          <p:nvPr>
            <p:ph type="body" sz="quarter" idx="3"/>
          </p:nvPr>
        </p:nvSpPr>
        <p:spPr>
          <a:xfrm>
            <a:off x="6431849" y="1376363"/>
            <a:ext cx="5183188" cy="823912"/>
          </a:xfrm>
        </p:spPr>
        <p:txBody>
          <a:bodyPr anchor="b">
            <a:normAutofit/>
          </a:bodyPr>
          <a:lstStyle>
            <a:lvl1pPr indent="0" marL="0">
              <a:buNone/>
              <a:defRPr b="1" sz="1350"/>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lang="zh-CN"/>
              <a:t>单击此处编辑母版文本样式</a:t>
            </a:r>
            <a:endParaRPr altLang="en-US" lang="zh-CN"/>
          </a:p>
        </p:txBody>
      </p:sp>
      <p:sp>
        <p:nvSpPr>
          <p:cNvPr id="1048844" name="KSO_BC2"/>
          <p:cNvSpPr>
            <a:spLocks noGrp="1"/>
          </p:cNvSpPr>
          <p:nvPr>
            <p:ph sz="quarter" idx="4"/>
          </p:nvPr>
        </p:nvSpPr>
        <p:spPr>
          <a:xfrm>
            <a:off x="6431849" y="2200275"/>
            <a:ext cx="5183188" cy="3684588"/>
          </a:xfrm>
        </p:spPr>
        <p:txBody>
          <a:bodyPr/>
          <a:p>
            <a:pPr lvl="0"/>
            <a:r>
              <a:rPr altLang="en-US" lang="zh-CN"/>
              <a:t>单击此处编辑母版文本样式</a:t>
            </a:r>
            <a:endParaRPr altLang="en-US" lang="zh-CN"/>
          </a:p>
          <a:p>
            <a:pPr lvl="1"/>
            <a:r>
              <a:rPr altLang="en-US" lang="zh-CN"/>
              <a:t>第二级</a:t>
            </a:r>
            <a:endParaRPr altLang="en-US" lang="zh-CN"/>
          </a:p>
        </p:txBody>
      </p:sp>
      <p:sp>
        <p:nvSpPr>
          <p:cNvPr id="1048845"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46" name="KSO_FT"/>
          <p:cNvSpPr>
            <a:spLocks noGrp="1"/>
          </p:cNvSpPr>
          <p:nvPr>
            <p:ph type="ftr" sz="quarter" idx="11"/>
          </p:nvPr>
        </p:nvSpPr>
        <p:spPr/>
        <p:txBody>
          <a:bodyPr/>
          <a:p>
            <a:endParaRPr altLang="en-US" lang="zh-CN"/>
          </a:p>
        </p:txBody>
      </p:sp>
      <p:sp>
        <p:nvSpPr>
          <p:cNvPr id="1048847"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type="twoTxTwoObj">
  <p:cSld name="1_比较">
    <p:spTree>
      <p:nvGrpSpPr>
        <p:cNvPr id="141" name=""/>
        <p:cNvGrpSpPr/>
        <p:nvPr/>
      </p:nvGrpSpPr>
      <p:grpSpPr>
        <a:xfrm>
          <a:off x="0" y="0"/>
          <a:ext cx="0" cy="0"/>
          <a:chOff x="0" y="0"/>
          <a:chExt cx="0" cy="0"/>
        </a:xfrm>
      </p:grpSpPr>
      <p:sp>
        <p:nvSpPr>
          <p:cNvPr id="1048793" name="KSO_BT1"/>
          <p:cNvSpPr>
            <a:spLocks noGrp="1"/>
          </p:cNvSpPr>
          <p:nvPr>
            <p:ph type="title"/>
          </p:nvPr>
        </p:nvSpPr>
        <p:spPr>
          <a:xfrm>
            <a:off x="1099435" y="546361"/>
            <a:ext cx="9312101" cy="717023"/>
          </a:xfrm>
        </p:spPr>
        <p:txBody>
          <a:bodyPr/>
          <a:p>
            <a:r>
              <a:rPr altLang="en-US" lang="zh-CN"/>
              <a:t>单击此处编辑母版标题样式</a:t>
            </a:r>
            <a:endParaRPr dirty="0" lang="en-US"/>
          </a:p>
        </p:txBody>
      </p:sp>
      <p:sp>
        <p:nvSpPr>
          <p:cNvPr id="1048794" name="Text Placeholder 2"/>
          <p:cNvSpPr>
            <a:spLocks noGrp="1"/>
          </p:cNvSpPr>
          <p:nvPr>
            <p:ph type="body" idx="1"/>
          </p:nvPr>
        </p:nvSpPr>
        <p:spPr>
          <a:xfrm>
            <a:off x="1099435" y="1376363"/>
            <a:ext cx="5157787" cy="823912"/>
          </a:xfrm>
        </p:spPr>
        <p:txBody>
          <a:bodyPr anchor="b">
            <a:normAutofit/>
          </a:bodyPr>
          <a:lstStyle>
            <a:lvl1pPr indent="0" marL="0">
              <a:buNone/>
              <a:defRPr b="1" sz="1350"/>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lang="zh-CN"/>
              <a:t>单击此处编辑母版文本样式</a:t>
            </a:r>
            <a:endParaRPr altLang="en-US" lang="zh-CN"/>
          </a:p>
        </p:txBody>
      </p:sp>
      <p:sp>
        <p:nvSpPr>
          <p:cNvPr id="1048795" name="KSO_BC1"/>
          <p:cNvSpPr>
            <a:spLocks noGrp="1"/>
          </p:cNvSpPr>
          <p:nvPr>
            <p:ph sz="half" idx="2"/>
          </p:nvPr>
        </p:nvSpPr>
        <p:spPr>
          <a:xfrm>
            <a:off x="1099435" y="2200275"/>
            <a:ext cx="5157787" cy="3684588"/>
          </a:xfrm>
        </p:spPr>
        <p:txBody>
          <a:bodyPr/>
          <a:p>
            <a:pPr lvl="0"/>
            <a:r>
              <a:rPr altLang="en-US" lang="zh-CN"/>
              <a:t>单击此处编辑母版文本样式</a:t>
            </a:r>
            <a:endParaRPr altLang="en-US" lang="zh-CN"/>
          </a:p>
          <a:p>
            <a:pPr lvl="1"/>
            <a:r>
              <a:rPr altLang="en-US" lang="zh-CN"/>
              <a:t>第二级</a:t>
            </a:r>
            <a:endParaRPr altLang="en-US" lang="zh-CN"/>
          </a:p>
        </p:txBody>
      </p:sp>
      <p:sp>
        <p:nvSpPr>
          <p:cNvPr id="1048796" name="Text Placeholder 4"/>
          <p:cNvSpPr>
            <a:spLocks noGrp="1"/>
          </p:cNvSpPr>
          <p:nvPr>
            <p:ph type="body" sz="quarter" idx="3"/>
          </p:nvPr>
        </p:nvSpPr>
        <p:spPr>
          <a:xfrm>
            <a:off x="6431849" y="1376363"/>
            <a:ext cx="5183188" cy="823912"/>
          </a:xfrm>
        </p:spPr>
        <p:txBody>
          <a:bodyPr anchor="b">
            <a:normAutofit/>
          </a:bodyPr>
          <a:lstStyle>
            <a:lvl1pPr indent="0" marL="0">
              <a:buNone/>
              <a:defRPr b="1" sz="1350"/>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lang="zh-CN"/>
              <a:t>单击此处编辑母版文本样式</a:t>
            </a:r>
            <a:endParaRPr altLang="en-US" lang="zh-CN"/>
          </a:p>
        </p:txBody>
      </p:sp>
      <p:sp>
        <p:nvSpPr>
          <p:cNvPr id="1048797" name="KSO_BC2"/>
          <p:cNvSpPr>
            <a:spLocks noGrp="1"/>
          </p:cNvSpPr>
          <p:nvPr>
            <p:ph sz="quarter" idx="4"/>
          </p:nvPr>
        </p:nvSpPr>
        <p:spPr>
          <a:xfrm>
            <a:off x="6431849" y="2200275"/>
            <a:ext cx="5183188" cy="3684588"/>
          </a:xfrm>
        </p:spPr>
        <p:txBody>
          <a:bodyPr/>
          <a:p>
            <a:pPr lvl="0"/>
            <a:r>
              <a:rPr altLang="en-US" lang="zh-CN"/>
              <a:t>单击此处编辑母版文本样式</a:t>
            </a:r>
            <a:endParaRPr altLang="en-US" lang="zh-CN"/>
          </a:p>
          <a:p>
            <a:pPr lvl="1"/>
            <a:r>
              <a:rPr altLang="en-US" lang="zh-CN"/>
              <a:t>第二级</a:t>
            </a:r>
            <a:endParaRPr altLang="en-US" lang="zh-CN"/>
          </a:p>
        </p:txBody>
      </p:sp>
      <p:sp>
        <p:nvSpPr>
          <p:cNvPr id="1048798"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799" name="KSO_FT"/>
          <p:cNvSpPr>
            <a:spLocks noGrp="1"/>
          </p:cNvSpPr>
          <p:nvPr>
            <p:ph type="ftr" sz="quarter" idx="11"/>
          </p:nvPr>
        </p:nvSpPr>
        <p:spPr/>
        <p:txBody>
          <a:bodyPr/>
          <a:p>
            <a:endParaRPr altLang="en-US" lang="zh-CN"/>
          </a:p>
        </p:txBody>
      </p:sp>
      <p:sp>
        <p:nvSpPr>
          <p:cNvPr id="1048800" name="KSO_FN"/>
          <p:cNvSpPr>
            <a:spLocks noGrp="1"/>
          </p:cNvSpPr>
          <p:nvPr>
            <p:ph type="sldNum" sz="quarter" idx="12"/>
          </p:nvPr>
        </p:nvSpPr>
        <p:spPr/>
        <p:txBody>
          <a:bodyPr/>
          <a:p>
            <a:fld id="{A9501C2D-6494-48CE-A525-483946996934}" type="slidenum">
              <a:rPr altLang="en-US" lang="zh-CN" smtClean="0"/>
            </a:fld>
            <a:endParaRPr altLang="en-US" lang="zh-CN"/>
          </a:p>
        </p:txBody>
      </p:sp>
      <p:sp>
        <p:nvSpPr>
          <p:cNvPr id="1048801" name="TextBox 10"/>
          <p:cNvSpPr txBox="1"/>
          <p:nvPr userDrawn="1"/>
        </p:nvSpPr>
        <p:spPr>
          <a:xfrm>
            <a:off x="1703512" y="6725449"/>
            <a:ext cx="1440159" cy="118430"/>
          </a:xfrm>
          <a:prstGeom prst="rect"/>
          <a:noFill/>
        </p:spPr>
        <p:txBody>
          <a:bodyPr rtlCol="0" wrap="square">
            <a:spAutoFit/>
          </a:bodyPr>
          <a:p>
            <a:pPr defTabSz="914400" eaLnBrk="1" fontAlgn="auto" hangingPunct="1" indent="0" latinLnBrk="0" lvl="0" marL="0" marR="0">
              <a:lnSpc>
                <a:spcPct val="200000"/>
              </a:lnSpc>
              <a:spcBef>
                <a:spcPts val="0"/>
              </a:spcBef>
              <a:spcAft>
                <a:spcPts val="0"/>
              </a:spcAft>
              <a:buClrTx/>
              <a:buSzTx/>
              <a:buFontTx/>
              <a:buNone/>
            </a:pPr>
            <a:r>
              <a:rPr altLang="en-US" baseline="0" b="0" cap="none" dirty="0" sz="100" i="0" kern="0" kumimoji="0" lang="zh-CN" noProof="0" normalizeH="0" spc="0" strike="noStrike" u="none">
                <a:ln>
                  <a:noFill/>
                </a:ln>
                <a:solidFill>
                  <a:prstClr val="black"/>
                </a:solidFill>
                <a:effectLst/>
                <a:uLnTx/>
                <a:uFillTx/>
                <a:hlinkClick r:id="rId1"/>
              </a:rPr>
              <a:t>行业</a:t>
            </a:r>
            <a:r>
              <a:rPr altLang="zh-CN" baseline="0" b="0" cap="none" dirty="0" sz="100" i="0" kern="0" kumimoji="0" lang="en-US" noProof="0" normalizeH="0" spc="0" strike="noStrike" u="none">
                <a:ln>
                  <a:noFill/>
                </a:ln>
                <a:solidFill>
                  <a:prstClr val="black"/>
                </a:solidFill>
                <a:effectLst/>
                <a:uLnTx/>
                <a:uFillTx/>
                <a:hlinkClick r:id="rId1"/>
              </a:rPr>
              <a:t>PPT</a:t>
            </a:r>
            <a:r>
              <a:rPr altLang="en-US" baseline="0" b="0" cap="none" dirty="0" sz="100" i="0" kern="0" kumimoji="0" lang="zh-CN" noProof="0" normalizeH="0" spc="0" strike="noStrike" u="none">
                <a:ln>
                  <a:noFill/>
                </a:ln>
                <a:solidFill>
                  <a:prstClr val="black"/>
                </a:solidFill>
                <a:effectLst/>
                <a:uLnTx/>
                <a:uFillTx/>
                <a:hlinkClick r:id="rId1"/>
              </a:rPr>
              <a:t>模板</a:t>
            </a:r>
            <a:r>
              <a:rPr altLang="zh-CN" baseline="0" b="0" cap="none" dirty="0" sz="100" i="0" kern="0" kumimoji="0" lang="en-US" noProof="0" normalizeH="0" spc="0" strike="noStrike" u="none">
                <a:ln>
                  <a:noFill/>
                </a:ln>
                <a:solidFill>
                  <a:prstClr val="black"/>
                </a:solidFill>
                <a:effectLst/>
                <a:uLnTx/>
                <a:uFillTx/>
              </a:rPr>
              <a:t>http://www.1ppt.com/hangye/</a:t>
            </a:r>
            <a:endParaRPr altLang="zh-CN" baseline="0" b="0" cap="none" dirty="0" sz="100" i="0" kern="0" kumimoji="0" lang="en-US" noProof="0" normalizeH="0" spc="0" strike="noStrike" u="none">
              <a:ln>
                <a:noFill/>
              </a:ln>
              <a:solidFill>
                <a:prstClr val="black"/>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titleOnly">
  <p:cSld name="仅标题">
    <p:spTree>
      <p:nvGrpSpPr>
        <p:cNvPr id="150" name=""/>
        <p:cNvGrpSpPr/>
        <p:nvPr/>
      </p:nvGrpSpPr>
      <p:grpSpPr>
        <a:xfrm>
          <a:off x="0" y="0"/>
          <a:ext cx="0" cy="0"/>
          <a:chOff x="0" y="0"/>
          <a:chExt cx="0" cy="0"/>
        </a:xfrm>
      </p:grpSpPr>
      <p:sp>
        <p:nvSpPr>
          <p:cNvPr id="1048848" name="KSO_BT1"/>
          <p:cNvSpPr>
            <a:spLocks noGrp="1"/>
          </p:cNvSpPr>
          <p:nvPr>
            <p:ph type="title"/>
          </p:nvPr>
        </p:nvSpPr>
        <p:spPr/>
        <p:txBody>
          <a:bodyPr/>
          <a:p>
            <a:r>
              <a:rPr altLang="en-US" lang="zh-CN"/>
              <a:t>单击此处编辑母版标题样式</a:t>
            </a:r>
            <a:endParaRPr dirty="0" lang="en-US"/>
          </a:p>
        </p:txBody>
      </p:sp>
      <p:sp>
        <p:nvSpPr>
          <p:cNvPr id="1048849"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50" name="KSO_FT"/>
          <p:cNvSpPr>
            <a:spLocks noGrp="1"/>
          </p:cNvSpPr>
          <p:nvPr>
            <p:ph type="ftr" sz="quarter" idx="11"/>
          </p:nvPr>
        </p:nvSpPr>
        <p:spPr/>
        <p:txBody>
          <a:bodyPr/>
          <a:p>
            <a:endParaRPr altLang="en-US" lang="zh-CN"/>
          </a:p>
        </p:txBody>
      </p:sp>
      <p:sp>
        <p:nvSpPr>
          <p:cNvPr id="1048851"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type="blank">
  <p:cSld name="空白">
    <p:spTree>
      <p:nvGrpSpPr>
        <p:cNvPr id="26" name=""/>
        <p:cNvGrpSpPr/>
        <p:nvPr/>
      </p:nvGrpSpPr>
      <p:grpSpPr>
        <a:xfrm>
          <a:off x="0" y="0"/>
          <a:ext cx="0" cy="0"/>
          <a:chOff x="0" y="0"/>
          <a:chExt cx="0" cy="0"/>
        </a:xfrm>
      </p:grpSpPr>
      <p:sp>
        <p:nvSpPr>
          <p:cNvPr id="1048581"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582" name="KSO_FT"/>
          <p:cNvSpPr>
            <a:spLocks noGrp="1"/>
          </p:cNvSpPr>
          <p:nvPr>
            <p:ph type="ftr" sz="quarter" idx="11"/>
          </p:nvPr>
        </p:nvSpPr>
        <p:spPr/>
        <p:txBody>
          <a:bodyPr/>
          <a:p>
            <a:endParaRPr altLang="en-US" lang="zh-CN"/>
          </a:p>
        </p:txBody>
      </p:sp>
      <p:sp>
        <p:nvSpPr>
          <p:cNvPr id="1048583"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objTx">
  <p:cSld name="内容与标题">
    <p:spTree>
      <p:nvGrpSpPr>
        <p:cNvPr id="145" name=""/>
        <p:cNvGrpSpPr/>
        <p:nvPr/>
      </p:nvGrpSpPr>
      <p:grpSpPr>
        <a:xfrm>
          <a:off x="0" y="0"/>
          <a:ext cx="0" cy="0"/>
          <a:chOff x="0" y="0"/>
          <a:chExt cx="0" cy="0"/>
        </a:xfrm>
      </p:grpSpPr>
      <p:sp>
        <p:nvSpPr>
          <p:cNvPr id="1048817" name="KSO_BT1"/>
          <p:cNvSpPr>
            <a:spLocks noGrp="1"/>
          </p:cNvSpPr>
          <p:nvPr>
            <p:ph type="title"/>
          </p:nvPr>
        </p:nvSpPr>
        <p:spPr>
          <a:xfrm>
            <a:off x="1144590" y="533403"/>
            <a:ext cx="3932237" cy="1600200"/>
          </a:xfrm>
        </p:spPr>
        <p:txBody>
          <a:bodyPr anchor="b"/>
          <a:lstStyle>
            <a:lvl1pPr>
              <a:defRPr sz="2400"/>
            </a:lvl1pPr>
          </a:lstStyle>
          <a:p>
            <a:r>
              <a:rPr altLang="en-US" dirty="0" lang="zh-CN"/>
              <a:t>单击此处编辑母版标题样式</a:t>
            </a:r>
            <a:endParaRPr dirty="0" lang="en-US"/>
          </a:p>
        </p:txBody>
      </p:sp>
      <p:sp>
        <p:nvSpPr>
          <p:cNvPr id="1048818" name="KSO_BC1"/>
          <p:cNvSpPr>
            <a:spLocks noGrp="1"/>
          </p:cNvSpPr>
          <p:nvPr>
            <p:ph idx="1"/>
          </p:nvPr>
        </p:nvSpPr>
        <p:spPr>
          <a:xfrm>
            <a:off x="5487989" y="1063630"/>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altLang="en-US" lang="zh-CN"/>
              <a:t>单击此处编辑母版文本样式</a:t>
            </a:r>
            <a:endParaRPr altLang="en-US" lang="zh-CN"/>
          </a:p>
          <a:p>
            <a:pPr lvl="1"/>
            <a:r>
              <a:rPr altLang="en-US" lang="zh-CN"/>
              <a:t>第二级</a:t>
            </a:r>
            <a:endParaRPr altLang="en-US" lang="zh-CN"/>
          </a:p>
        </p:txBody>
      </p:sp>
      <p:sp>
        <p:nvSpPr>
          <p:cNvPr id="1048819" name="KSO_BC2"/>
          <p:cNvSpPr>
            <a:spLocks noGrp="1"/>
          </p:cNvSpPr>
          <p:nvPr>
            <p:ph type="body" sz="half" idx="2"/>
          </p:nvPr>
        </p:nvSpPr>
        <p:spPr>
          <a:xfrm>
            <a:off x="1144590" y="2133603"/>
            <a:ext cx="3932237" cy="3811588"/>
          </a:xfrm>
        </p:spPr>
        <p:txBody>
          <a:bodyPr/>
          <a:lstStyle>
            <a:lvl1pPr indent="0" marL="0">
              <a:buNone/>
              <a:defRPr sz="1200"/>
            </a:lvl1pPr>
            <a:lvl2pPr indent="0" marL="342900">
              <a:buNone/>
              <a:defRPr sz="1050"/>
            </a:lvl2pPr>
            <a:lvl3pPr indent="0" marL="685800">
              <a:buNone/>
              <a:defRPr sz="900"/>
            </a:lvl3pPr>
            <a:lvl4pPr indent="0" marL="1028700">
              <a:buNone/>
              <a:defRPr sz="750"/>
            </a:lvl4pPr>
            <a:lvl5pPr indent="0" marL="1371600">
              <a:buNone/>
              <a:defRPr sz="750"/>
            </a:lvl5pPr>
            <a:lvl6pPr indent="0" marL="1714500">
              <a:buNone/>
              <a:defRPr sz="750"/>
            </a:lvl6pPr>
            <a:lvl7pPr indent="0" marL="2057400">
              <a:buNone/>
              <a:defRPr sz="750"/>
            </a:lvl7pPr>
            <a:lvl8pPr indent="0" marL="2400300">
              <a:buNone/>
              <a:defRPr sz="750"/>
            </a:lvl8pPr>
            <a:lvl9pPr indent="0" marL="2743200">
              <a:buNone/>
              <a:defRPr sz="750"/>
            </a:lvl9pPr>
          </a:lstStyle>
          <a:p>
            <a:pPr lvl="0"/>
            <a:r>
              <a:rPr altLang="en-US" lang="zh-CN"/>
              <a:t>单击此处编辑母版文本样式</a:t>
            </a:r>
            <a:endParaRPr altLang="en-US" lang="zh-CN"/>
          </a:p>
        </p:txBody>
      </p:sp>
      <p:sp>
        <p:nvSpPr>
          <p:cNvPr id="1048820"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21" name="KSO_FT"/>
          <p:cNvSpPr>
            <a:spLocks noGrp="1"/>
          </p:cNvSpPr>
          <p:nvPr>
            <p:ph type="ftr" sz="quarter" idx="11"/>
          </p:nvPr>
        </p:nvSpPr>
        <p:spPr/>
        <p:txBody>
          <a:bodyPr/>
          <a:p>
            <a:endParaRPr altLang="en-US" lang="zh-CN"/>
          </a:p>
        </p:txBody>
      </p:sp>
      <p:sp>
        <p:nvSpPr>
          <p:cNvPr id="1048822"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type="picTx">
  <p:cSld name="图片与标题">
    <p:spTree>
      <p:nvGrpSpPr>
        <p:cNvPr id="146" name=""/>
        <p:cNvGrpSpPr/>
        <p:nvPr/>
      </p:nvGrpSpPr>
      <p:grpSpPr>
        <a:xfrm>
          <a:off x="0" y="0"/>
          <a:ext cx="0" cy="0"/>
          <a:chOff x="0" y="0"/>
          <a:chExt cx="0" cy="0"/>
        </a:xfrm>
      </p:grpSpPr>
      <p:sp>
        <p:nvSpPr>
          <p:cNvPr id="1048823" name="KSO_BT1"/>
          <p:cNvSpPr>
            <a:spLocks noGrp="1"/>
          </p:cNvSpPr>
          <p:nvPr>
            <p:ph type="title"/>
          </p:nvPr>
        </p:nvSpPr>
        <p:spPr>
          <a:xfrm>
            <a:off x="1246192" y="457200"/>
            <a:ext cx="3932237" cy="1600200"/>
          </a:xfrm>
        </p:spPr>
        <p:txBody>
          <a:bodyPr anchor="b"/>
          <a:lstStyle>
            <a:lvl1pPr>
              <a:defRPr sz="2400"/>
            </a:lvl1pPr>
          </a:lstStyle>
          <a:p>
            <a:r>
              <a:rPr altLang="en-US" lang="zh-CN"/>
              <a:t>单击此处编辑母版标题样式</a:t>
            </a:r>
            <a:endParaRPr dirty="0" lang="en-US"/>
          </a:p>
        </p:txBody>
      </p:sp>
      <p:sp>
        <p:nvSpPr>
          <p:cNvPr id="1048824" name="KSO_BC1"/>
          <p:cNvSpPr>
            <a:spLocks noChangeAspect="1" noGrp="1"/>
          </p:cNvSpPr>
          <p:nvPr>
            <p:ph type="pic" idx="1"/>
          </p:nvPr>
        </p:nvSpPr>
        <p:spPr>
          <a:xfrm>
            <a:off x="5442833" y="987429"/>
            <a:ext cx="6172200" cy="4873625"/>
          </a:xfrm>
        </p:spPr>
        <p:txBody>
          <a:bodyPr anchor="t"/>
          <a:lstStyle>
            <a:lvl1pPr indent="0" marL="0">
              <a:buNone/>
              <a:defRPr sz="2400"/>
            </a:lvl1pPr>
            <a:lvl2pPr indent="0" marL="342900">
              <a:buNone/>
              <a:defRPr sz="2100"/>
            </a:lvl2pPr>
            <a:lvl3pPr indent="0" marL="685800">
              <a:buNone/>
              <a:defRPr sz="1800"/>
            </a:lvl3pPr>
            <a:lvl4pPr indent="0" marL="1028700">
              <a:buNone/>
              <a:defRPr sz="1500"/>
            </a:lvl4pPr>
            <a:lvl5pPr indent="0" marL="1371600">
              <a:buNone/>
              <a:defRPr sz="1500"/>
            </a:lvl5pPr>
            <a:lvl6pPr indent="0" marL="1714500">
              <a:buNone/>
              <a:defRPr sz="1500"/>
            </a:lvl6pPr>
            <a:lvl7pPr indent="0" marL="2057400">
              <a:buNone/>
              <a:defRPr sz="1500"/>
            </a:lvl7pPr>
            <a:lvl8pPr indent="0" marL="2400300">
              <a:buNone/>
              <a:defRPr sz="1500"/>
            </a:lvl8pPr>
            <a:lvl9pPr indent="0" marL="2743200">
              <a:buNone/>
              <a:defRPr sz="1500"/>
            </a:lvl9pPr>
          </a:lstStyle>
          <a:p>
            <a:r>
              <a:rPr altLang="en-US" lang="zh-CN"/>
              <a:t>单击图标添加图片</a:t>
            </a:r>
            <a:endParaRPr dirty="0" lang="en-US"/>
          </a:p>
        </p:txBody>
      </p:sp>
      <p:sp>
        <p:nvSpPr>
          <p:cNvPr id="1048825" name="KSO_BC2"/>
          <p:cNvSpPr>
            <a:spLocks noGrp="1"/>
          </p:cNvSpPr>
          <p:nvPr>
            <p:ph type="body" sz="half" idx="2"/>
          </p:nvPr>
        </p:nvSpPr>
        <p:spPr>
          <a:xfrm>
            <a:off x="1246192" y="2057401"/>
            <a:ext cx="3932237" cy="3811588"/>
          </a:xfrm>
        </p:spPr>
        <p:txBody>
          <a:bodyPr/>
          <a:lstStyle>
            <a:lvl1pPr indent="0" marL="0">
              <a:buNone/>
              <a:defRPr sz="1200"/>
            </a:lvl1pPr>
            <a:lvl2pPr indent="0" marL="342900">
              <a:buNone/>
              <a:defRPr sz="1050"/>
            </a:lvl2pPr>
            <a:lvl3pPr indent="0" marL="685800">
              <a:buNone/>
              <a:defRPr sz="900"/>
            </a:lvl3pPr>
            <a:lvl4pPr indent="0" marL="1028700">
              <a:buNone/>
              <a:defRPr sz="750"/>
            </a:lvl4pPr>
            <a:lvl5pPr indent="0" marL="1371600">
              <a:buNone/>
              <a:defRPr sz="750"/>
            </a:lvl5pPr>
            <a:lvl6pPr indent="0" marL="1714500">
              <a:buNone/>
              <a:defRPr sz="750"/>
            </a:lvl6pPr>
            <a:lvl7pPr indent="0" marL="2057400">
              <a:buNone/>
              <a:defRPr sz="750"/>
            </a:lvl7pPr>
            <a:lvl8pPr indent="0" marL="2400300">
              <a:buNone/>
              <a:defRPr sz="750"/>
            </a:lvl8pPr>
            <a:lvl9pPr indent="0" marL="2743200">
              <a:buNone/>
              <a:defRPr sz="750"/>
            </a:lvl9pPr>
          </a:lstStyle>
          <a:p>
            <a:pPr lvl="0"/>
            <a:r>
              <a:rPr altLang="en-US" lang="zh-CN"/>
              <a:t>单击此处编辑母版文本样式</a:t>
            </a:r>
            <a:endParaRPr altLang="en-US" lang="zh-CN"/>
          </a:p>
        </p:txBody>
      </p:sp>
      <p:sp>
        <p:nvSpPr>
          <p:cNvPr id="1048826"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27" name="KSO_FT"/>
          <p:cNvSpPr>
            <a:spLocks noGrp="1"/>
          </p:cNvSpPr>
          <p:nvPr>
            <p:ph type="ftr" sz="quarter" idx="11"/>
          </p:nvPr>
        </p:nvSpPr>
        <p:spPr/>
        <p:txBody>
          <a:bodyPr/>
          <a:p>
            <a:endParaRPr altLang="en-US" lang="zh-CN"/>
          </a:p>
        </p:txBody>
      </p:sp>
      <p:sp>
        <p:nvSpPr>
          <p:cNvPr id="1048828"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x">
  <p:cSld name="标题和竖排文字">
    <p:spTree>
      <p:nvGrpSpPr>
        <p:cNvPr id="143" name=""/>
        <p:cNvGrpSpPr/>
        <p:nvPr/>
      </p:nvGrpSpPr>
      <p:grpSpPr>
        <a:xfrm>
          <a:off x="0" y="0"/>
          <a:ext cx="0" cy="0"/>
          <a:chOff x="0" y="0"/>
          <a:chExt cx="0" cy="0"/>
        </a:xfrm>
      </p:grpSpPr>
      <p:sp>
        <p:nvSpPr>
          <p:cNvPr id="1048807" name="KSO_BT1"/>
          <p:cNvSpPr>
            <a:spLocks noGrp="1"/>
          </p:cNvSpPr>
          <p:nvPr>
            <p:ph type="title"/>
          </p:nvPr>
        </p:nvSpPr>
        <p:spPr/>
        <p:txBody>
          <a:bodyPr/>
          <a:p>
            <a:r>
              <a:rPr altLang="en-US" lang="zh-CN"/>
              <a:t>单击此处编辑母版标题样式</a:t>
            </a:r>
            <a:endParaRPr dirty="0" lang="en-US"/>
          </a:p>
        </p:txBody>
      </p:sp>
      <p:sp>
        <p:nvSpPr>
          <p:cNvPr id="1048808" name="KSO_BC1"/>
          <p:cNvSpPr>
            <a:spLocks noGrp="1"/>
          </p:cNvSpPr>
          <p:nvPr>
            <p:ph type="body" orient="vert" idx="1"/>
          </p:nvPr>
        </p:nvSpPr>
        <p:spPr/>
        <p:txBody>
          <a:bodyPr vert="eaVert"/>
          <a:p>
            <a:pPr lvl="0"/>
            <a:r>
              <a:rPr altLang="en-US" lang="zh-CN"/>
              <a:t>单击此处编辑母版文本样式</a:t>
            </a:r>
            <a:endParaRPr altLang="en-US" lang="zh-CN"/>
          </a:p>
          <a:p>
            <a:pPr lvl="1"/>
            <a:r>
              <a:rPr altLang="en-US" lang="zh-CN"/>
              <a:t>第二级</a:t>
            </a:r>
            <a:endParaRPr altLang="en-US" lang="zh-CN"/>
          </a:p>
        </p:txBody>
      </p:sp>
      <p:sp>
        <p:nvSpPr>
          <p:cNvPr id="1048809"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10" name="KSO_FT"/>
          <p:cNvSpPr>
            <a:spLocks noGrp="1"/>
          </p:cNvSpPr>
          <p:nvPr>
            <p:ph type="ftr" sz="quarter" idx="11"/>
          </p:nvPr>
        </p:nvSpPr>
        <p:spPr/>
        <p:txBody>
          <a:bodyPr/>
          <a:p>
            <a:endParaRPr altLang="en-US" lang="zh-CN"/>
          </a:p>
        </p:txBody>
      </p:sp>
      <p:sp>
        <p:nvSpPr>
          <p:cNvPr id="1048811"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type="vertTitleAndTx">
  <p:cSld name="垂直排列标题与 文本">
    <p:spTree>
      <p:nvGrpSpPr>
        <p:cNvPr id="142" name=""/>
        <p:cNvGrpSpPr/>
        <p:nvPr/>
      </p:nvGrpSpPr>
      <p:grpSpPr>
        <a:xfrm>
          <a:off x="0" y="0"/>
          <a:ext cx="0" cy="0"/>
          <a:chOff x="0" y="0"/>
          <a:chExt cx="0" cy="0"/>
        </a:xfrm>
      </p:grpSpPr>
      <p:sp>
        <p:nvSpPr>
          <p:cNvPr id="1048802" name="KSO_BT1"/>
          <p:cNvSpPr>
            <a:spLocks noGrp="1"/>
          </p:cNvSpPr>
          <p:nvPr>
            <p:ph type="title" orient="vert"/>
          </p:nvPr>
        </p:nvSpPr>
        <p:spPr>
          <a:xfrm>
            <a:off x="10171290" y="365127"/>
            <a:ext cx="1182511" cy="5811839"/>
          </a:xfrm>
        </p:spPr>
        <p:txBody>
          <a:bodyPr vert="eaVert"/>
          <a:p>
            <a:r>
              <a:rPr altLang="en-US" lang="zh-CN"/>
              <a:t>单击此处编辑母版标题样式</a:t>
            </a:r>
            <a:endParaRPr dirty="0" lang="en-US"/>
          </a:p>
        </p:txBody>
      </p:sp>
      <p:sp>
        <p:nvSpPr>
          <p:cNvPr id="1048803" name="KSO_BC1"/>
          <p:cNvSpPr>
            <a:spLocks noGrp="1"/>
          </p:cNvSpPr>
          <p:nvPr>
            <p:ph type="body" orient="vert" idx="1"/>
          </p:nvPr>
        </p:nvSpPr>
        <p:spPr>
          <a:xfrm>
            <a:off x="2113842" y="365127"/>
            <a:ext cx="7933269" cy="5811839"/>
          </a:xfrm>
        </p:spPr>
        <p:txBody>
          <a:bodyPr vert="eaVert"/>
          <a:p>
            <a:pPr lvl="0"/>
            <a:r>
              <a:rPr altLang="en-US" lang="zh-CN"/>
              <a:t>单击此处编辑母版文本样式</a:t>
            </a:r>
            <a:endParaRPr altLang="en-US" lang="zh-CN"/>
          </a:p>
          <a:p>
            <a:pPr lvl="1"/>
            <a:r>
              <a:rPr altLang="en-US" lang="zh-CN"/>
              <a:t>第二级</a:t>
            </a:r>
            <a:endParaRPr altLang="en-US" lang="zh-CN"/>
          </a:p>
        </p:txBody>
      </p:sp>
      <p:sp>
        <p:nvSpPr>
          <p:cNvPr id="1048804" name="KSO_FD"/>
          <p:cNvSpPr>
            <a:spLocks noGrp="1"/>
          </p:cNvSpPr>
          <p:nvPr>
            <p:ph type="dt" sz="half" idx="10"/>
          </p:nvPr>
        </p:nvSpPr>
        <p:spPr/>
        <p:txBody>
          <a:bodyPr/>
          <a:p>
            <a:fld id="{C3358779-6271-4AF0-842B-711B53DA69BA}" type="datetimeFigureOut">
              <a:rPr altLang="en-US" lang="zh-CN" smtClean="0"/>
            </a:fld>
            <a:endParaRPr altLang="en-US" lang="zh-CN"/>
          </a:p>
        </p:txBody>
      </p:sp>
      <p:sp>
        <p:nvSpPr>
          <p:cNvPr id="1048805" name="KSO_FT"/>
          <p:cNvSpPr>
            <a:spLocks noGrp="1"/>
          </p:cNvSpPr>
          <p:nvPr>
            <p:ph type="ftr" sz="quarter" idx="11"/>
          </p:nvPr>
        </p:nvSpPr>
        <p:spPr/>
        <p:txBody>
          <a:bodyPr/>
          <a:p>
            <a:endParaRPr altLang="en-US" lang="zh-CN"/>
          </a:p>
        </p:txBody>
      </p:sp>
      <p:sp>
        <p:nvSpPr>
          <p:cNvPr id="1048806" name="KSO_FN"/>
          <p:cNvSpPr>
            <a:spLocks noGrp="1"/>
          </p:cNvSpPr>
          <p:nvPr>
            <p:ph type="sldNum" sz="quarter" idx="12"/>
          </p:nvPr>
        </p:nvSpPr>
        <p:spPr/>
        <p:txBody>
          <a:bodyPr/>
          <a:p>
            <a:fld id="{A9501C2D-6494-48CE-A525-483946996934}"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vertTx">
  <p:cSld name="标题和竖排文字">
    <p:spTree>
      <p:nvGrpSpPr>
        <p:cNvPr id="137" name=""/>
        <p:cNvGrpSpPr/>
        <p:nvPr/>
      </p:nvGrpSpPr>
      <p:grpSpPr>
        <a:xfrm>
          <a:off x="0" y="0"/>
          <a:ext cx="0" cy="0"/>
          <a:chOff x="0" y="0"/>
          <a:chExt cx="0" cy="0"/>
        </a:xfrm>
      </p:grpSpPr>
      <p:sp>
        <p:nvSpPr>
          <p:cNvPr id="1048777" name="标题 1"/>
          <p:cNvSpPr>
            <a:spLocks noGrp="1"/>
          </p:cNvSpPr>
          <p:nvPr>
            <p:ph type="title"/>
          </p:nvPr>
        </p:nvSpPr>
        <p:spPr>
          <a:xfrm>
            <a:off x="609600" y="274638"/>
            <a:ext cx="10972800" cy="1143000"/>
          </a:xfrm>
          <a:prstGeom prst="rect"/>
        </p:spPr>
        <p:txBody>
          <a:bodyPr/>
          <a:p>
            <a:r>
              <a:rPr altLang="en-US" lang="zh-CN"/>
              <a:t>单击此处编辑母版标题样式</a:t>
            </a:r>
            <a:endParaRPr altLang="en-US" lang="zh-CN"/>
          </a:p>
        </p:txBody>
      </p:sp>
      <p:sp>
        <p:nvSpPr>
          <p:cNvPr id="1048778" name="竖排文字占位符 2"/>
          <p:cNvSpPr>
            <a:spLocks noGrp="1"/>
          </p:cNvSpPr>
          <p:nvPr>
            <p:ph type="body" orient="vert" idx="1"/>
          </p:nvPr>
        </p:nvSpPr>
        <p:spPr>
          <a:xfrm>
            <a:off x="609600" y="1600201"/>
            <a:ext cx="10972800" cy="4525963"/>
          </a:xfrm>
          <a:prstGeom prst="rect"/>
        </p:spPr>
        <p:txBody>
          <a:bodyPr vert="eaVert"/>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779" name="日期占位符 3"/>
          <p:cNvSpPr>
            <a:spLocks noGrp="1"/>
          </p:cNvSpPr>
          <p:nvPr>
            <p:ph type="dt" sz="half" idx="10"/>
          </p:nvPr>
        </p:nvSpPr>
        <p:spPr>
          <a:xfrm>
            <a:off x="609600" y="6356351"/>
            <a:ext cx="2844800" cy="365125"/>
          </a:xfrm>
          <a:prstGeom prst="rect"/>
        </p:spPr>
        <p:txBody>
          <a:bodyPr/>
          <a:p>
            <a:fld id="{2E3AAC11-D570-4EA9-AFC0-30FB72BA45EB}" type="datetimeFigureOut">
              <a:rPr altLang="en-US" lang="zh-CN" smtClean="0">
                <a:solidFill>
                  <a:prstClr val="black"/>
                </a:solidFill>
              </a:rPr>
            </a:fld>
            <a:endParaRPr altLang="en-US" lang="zh-CN">
              <a:solidFill>
                <a:prstClr val="black"/>
              </a:solidFill>
            </a:endParaRPr>
          </a:p>
        </p:txBody>
      </p:sp>
      <p:sp>
        <p:nvSpPr>
          <p:cNvPr id="1048780" name="页脚占位符 4"/>
          <p:cNvSpPr>
            <a:spLocks noGrp="1"/>
          </p:cNvSpPr>
          <p:nvPr>
            <p:ph type="ftr" sz="quarter" idx="11"/>
          </p:nvPr>
        </p:nvSpPr>
        <p:spPr>
          <a:xfrm>
            <a:off x="4165600" y="6356351"/>
            <a:ext cx="3860800" cy="365125"/>
          </a:xfrm>
          <a:prstGeom prst="rect"/>
        </p:spPr>
        <p:txBody>
          <a:bodyPr/>
          <a:p>
            <a:endParaRPr altLang="en-US" lang="zh-CN">
              <a:solidFill>
                <a:prstClr val="black"/>
              </a:solidFill>
            </a:endParaRPr>
          </a:p>
        </p:txBody>
      </p:sp>
      <p:sp>
        <p:nvSpPr>
          <p:cNvPr id="1048781" name="灯片编号占位符 5"/>
          <p:cNvSpPr>
            <a:spLocks noGrp="1"/>
          </p:cNvSpPr>
          <p:nvPr>
            <p:ph type="sldNum" sz="quarter" idx="12"/>
          </p:nvPr>
        </p:nvSpPr>
        <p:spPr>
          <a:xfrm>
            <a:off x="8737600" y="6356351"/>
            <a:ext cx="2844800" cy="365125"/>
          </a:xfrm>
          <a:prstGeom prst="rect"/>
        </p:spPr>
        <p:txBody>
          <a:bodyPr/>
          <a:p>
            <a:fld id="{55ECCFAA-F4FB-487C-9F1E-C8836D0C3DC9}" type="slidenum">
              <a:rPr altLang="en-US" lang="zh-CN" smtClean="0">
                <a:solidFill>
                  <a:prstClr val="black"/>
                </a:solidFill>
              </a:rPr>
            </a:fld>
            <a:endParaRPr altLang="en-US" lang="zh-CN">
              <a:solidFill>
                <a:prstClr val="black"/>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type="vertTitleAndTx">
  <p:cSld name="垂直排列标题与文本">
    <p:spTree>
      <p:nvGrpSpPr>
        <p:cNvPr id="139" name=""/>
        <p:cNvGrpSpPr/>
        <p:nvPr/>
      </p:nvGrpSpPr>
      <p:grpSpPr>
        <a:xfrm>
          <a:off x="0" y="0"/>
          <a:ext cx="0" cy="0"/>
          <a:chOff x="0" y="0"/>
          <a:chExt cx="0" cy="0"/>
        </a:xfrm>
      </p:grpSpPr>
      <p:sp>
        <p:nvSpPr>
          <p:cNvPr id="1048782" name="竖排标题 1"/>
          <p:cNvSpPr>
            <a:spLocks noGrp="1"/>
          </p:cNvSpPr>
          <p:nvPr>
            <p:ph type="title" orient="vert"/>
          </p:nvPr>
        </p:nvSpPr>
        <p:spPr>
          <a:xfrm>
            <a:off x="8839200" y="274639"/>
            <a:ext cx="2743200" cy="5851525"/>
          </a:xfrm>
          <a:prstGeom prst="rect"/>
        </p:spPr>
        <p:txBody>
          <a:bodyPr vert="eaVert"/>
          <a:p>
            <a:r>
              <a:rPr altLang="en-US" lang="zh-CN"/>
              <a:t>单击此处编辑母版标题样式</a:t>
            </a:r>
            <a:endParaRPr altLang="en-US" lang="zh-CN"/>
          </a:p>
        </p:txBody>
      </p:sp>
      <p:sp>
        <p:nvSpPr>
          <p:cNvPr id="1048783" name="竖排文字占位符 2"/>
          <p:cNvSpPr>
            <a:spLocks noGrp="1"/>
          </p:cNvSpPr>
          <p:nvPr>
            <p:ph type="body" orient="vert" idx="1"/>
          </p:nvPr>
        </p:nvSpPr>
        <p:spPr>
          <a:xfrm>
            <a:off x="609600" y="274639"/>
            <a:ext cx="8026400" cy="5851525"/>
          </a:xfrm>
          <a:prstGeom prst="rect"/>
        </p:spPr>
        <p:txBody>
          <a:bodyPr vert="eaVert"/>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784" name="日期占位符 3"/>
          <p:cNvSpPr>
            <a:spLocks noGrp="1"/>
          </p:cNvSpPr>
          <p:nvPr>
            <p:ph type="dt" sz="half" idx="10"/>
          </p:nvPr>
        </p:nvSpPr>
        <p:spPr>
          <a:xfrm>
            <a:off x="609600" y="6356351"/>
            <a:ext cx="2844800" cy="365125"/>
          </a:xfrm>
          <a:prstGeom prst="rect"/>
        </p:spPr>
        <p:txBody>
          <a:bodyPr/>
          <a:p>
            <a:fld id="{2E3AAC11-D570-4EA9-AFC0-30FB72BA45EB}" type="datetimeFigureOut">
              <a:rPr altLang="en-US" lang="zh-CN" smtClean="0">
                <a:solidFill>
                  <a:prstClr val="black"/>
                </a:solidFill>
              </a:rPr>
            </a:fld>
            <a:endParaRPr altLang="en-US" lang="zh-CN">
              <a:solidFill>
                <a:prstClr val="black"/>
              </a:solidFill>
            </a:endParaRPr>
          </a:p>
        </p:txBody>
      </p:sp>
      <p:sp>
        <p:nvSpPr>
          <p:cNvPr id="1048785" name="页脚占位符 4"/>
          <p:cNvSpPr>
            <a:spLocks noGrp="1"/>
          </p:cNvSpPr>
          <p:nvPr>
            <p:ph type="ftr" sz="quarter" idx="11"/>
          </p:nvPr>
        </p:nvSpPr>
        <p:spPr>
          <a:xfrm>
            <a:off x="4165600" y="6356351"/>
            <a:ext cx="3860800" cy="365125"/>
          </a:xfrm>
          <a:prstGeom prst="rect"/>
        </p:spPr>
        <p:txBody>
          <a:bodyPr/>
          <a:p>
            <a:endParaRPr altLang="en-US" lang="zh-CN">
              <a:solidFill>
                <a:prstClr val="black"/>
              </a:solidFill>
            </a:endParaRPr>
          </a:p>
        </p:txBody>
      </p:sp>
      <p:sp>
        <p:nvSpPr>
          <p:cNvPr id="1048786" name="灯片编号占位符 5"/>
          <p:cNvSpPr>
            <a:spLocks noGrp="1"/>
          </p:cNvSpPr>
          <p:nvPr>
            <p:ph type="sldNum" sz="quarter" idx="12"/>
          </p:nvPr>
        </p:nvSpPr>
        <p:spPr>
          <a:xfrm>
            <a:off x="8737600" y="6356351"/>
            <a:ext cx="2844800" cy="365125"/>
          </a:xfrm>
          <a:prstGeom prst="rect"/>
        </p:spPr>
        <p:txBody>
          <a:bodyPr/>
          <a:p>
            <a:fld id="{55ECCFAA-F4FB-487C-9F1E-C8836D0C3DC9}" type="slidenum">
              <a:rPr altLang="en-US" lang="zh-CN" smtClean="0">
                <a:solidFill>
                  <a:prstClr val="black"/>
                </a:solidFill>
              </a:rPr>
            </a:fld>
            <a:endParaRPr altLang="en-US" lang="zh-CN">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38"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image" Target="../media/image1.jpeg"/><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3" cstate="screen">
            <a:lum/>
          </a:blip>
          <a:srcRect/>
          <a:stretch>
            <a:fillRect/>
          </a:stretch>
        </a:blipFill>
        <a:effectLst/>
      </p:bgPr>
    </p:bg>
    <p:spTree>
      <p:nvGrpSpPr>
        <p:cNvPr id="13" name=""/>
        <p:cNvGrpSpPr/>
        <p:nvPr/>
      </p:nvGrpSpPr>
      <p:grpSpPr>
        <a:xfrm>
          <a:off x="0" y="0"/>
          <a:ext cx="0" cy="0"/>
          <a:chOff x="0" y="0"/>
          <a:chExt cx="0" cy="0"/>
        </a:xfrm>
      </p:grpSpPr>
      <p:sp>
        <p:nvSpPr>
          <p:cNvPr id="1048576" name="KSO_BT1"/>
          <p:cNvSpPr>
            <a:spLocks noGrp="1"/>
          </p:cNvSpPr>
          <p:nvPr>
            <p:ph type="title"/>
          </p:nvPr>
        </p:nvSpPr>
        <p:spPr>
          <a:xfrm>
            <a:off x="715991" y="376039"/>
            <a:ext cx="10739887" cy="699595"/>
          </a:xfrm>
          <a:prstGeom prst="rect"/>
        </p:spPr>
        <p:txBody>
          <a:bodyPr anchor="b" bIns="45720" lIns="91440" rIns="91440" rtlCol="0" tIns="45720" vert="horz">
            <a:normAutofit/>
          </a:bodyPr>
          <a:p>
            <a:r>
              <a:rPr altLang="en-US" dirty="0" lang="zh-CN"/>
              <a:t>单击此处编辑母版标题样式</a:t>
            </a:r>
            <a:endParaRPr dirty="0" lang="en-US"/>
          </a:p>
        </p:txBody>
      </p:sp>
      <p:sp>
        <p:nvSpPr>
          <p:cNvPr id="1048577" name="KSO_FD"/>
          <p:cNvSpPr>
            <a:spLocks noGrp="1"/>
          </p:cNvSpPr>
          <p:nvPr>
            <p:ph type="dt" sz="half" idx="2"/>
          </p:nvPr>
        </p:nvSpPr>
        <p:spPr>
          <a:xfrm>
            <a:off x="838200" y="6356353"/>
            <a:ext cx="2743200" cy="365125"/>
          </a:xfrm>
          <a:prstGeom prst="rect"/>
        </p:spPr>
        <p:txBody>
          <a:bodyPr anchor="ctr" bIns="45720" lIns="91440" rIns="91440" rtlCol="0" tIns="45720" vert="horz"/>
          <a:lstStyle>
            <a:lvl1pPr algn="l">
              <a:defRPr sz="900">
                <a:solidFill>
                  <a:schemeClr val="tx1">
                    <a:tint val="75000"/>
                  </a:schemeClr>
                </a:solidFill>
              </a:defRPr>
            </a:lvl1pPr>
          </a:lstStyle>
          <a:p>
            <a:fld id="{13D0CE79-49FB-443D-BEF8-6B709DE8FD0C}" type="datetimeFigureOut">
              <a:rPr altLang="en-US" lang="zh-CN" smtClean="0"/>
            </a:fld>
            <a:endParaRPr altLang="en-US" lang="zh-CN"/>
          </a:p>
        </p:txBody>
      </p:sp>
      <p:sp>
        <p:nvSpPr>
          <p:cNvPr id="1048578" name="KSO_FT"/>
          <p:cNvSpPr>
            <a:spLocks noGrp="1"/>
          </p:cNvSpPr>
          <p:nvPr>
            <p:ph type="ftr" sz="quarter" idx="3"/>
          </p:nvPr>
        </p:nvSpPr>
        <p:spPr>
          <a:xfrm>
            <a:off x="4038600" y="6356353"/>
            <a:ext cx="4114800" cy="365125"/>
          </a:xfrm>
          <a:prstGeom prst="rect"/>
        </p:spPr>
        <p:txBody>
          <a:bodyPr anchor="ctr" bIns="45720" lIns="91440" rIns="91440" rtlCol="0" tIns="45720" vert="horz"/>
          <a:lstStyle>
            <a:lvl1pPr algn="ctr">
              <a:defRPr sz="900">
                <a:solidFill>
                  <a:schemeClr val="tx1">
                    <a:tint val="75000"/>
                  </a:schemeClr>
                </a:solidFill>
              </a:defRPr>
            </a:lvl1pPr>
          </a:lstStyle>
          <a:p>
            <a:endParaRPr altLang="en-US" lang="zh-CN"/>
          </a:p>
        </p:txBody>
      </p:sp>
      <p:sp>
        <p:nvSpPr>
          <p:cNvPr id="1048579" name="KSO_FN"/>
          <p:cNvSpPr>
            <a:spLocks noGrp="1"/>
          </p:cNvSpPr>
          <p:nvPr>
            <p:ph type="sldNum" sz="quarter" idx="4"/>
          </p:nvPr>
        </p:nvSpPr>
        <p:spPr>
          <a:xfrm>
            <a:off x="8610600" y="6356353"/>
            <a:ext cx="2743200" cy="365125"/>
          </a:xfrm>
          <a:prstGeom prst="rect"/>
        </p:spPr>
        <p:txBody>
          <a:bodyPr anchor="ctr" bIns="45720" lIns="91440" rIns="91440" rtlCol="0" tIns="45720" vert="horz"/>
          <a:lstStyle>
            <a:lvl1pPr algn="r">
              <a:defRPr sz="900">
                <a:solidFill>
                  <a:schemeClr val="tx1">
                    <a:tint val="75000"/>
                  </a:schemeClr>
                </a:solidFill>
              </a:defRPr>
            </a:lvl1pPr>
          </a:lstStyle>
          <a:p>
            <a:fld id="{EF906490-237C-474C-BA2E-D98840BC1F8F}" type="slidenum">
              <a:rPr altLang="en-US" lang="zh-CN" smtClean="0"/>
            </a:fld>
            <a:endParaRPr altLang="en-US" lang="zh-CN"/>
          </a:p>
        </p:txBody>
      </p:sp>
      <p:sp>
        <p:nvSpPr>
          <p:cNvPr id="1048580" name="KSO_BC1"/>
          <p:cNvSpPr>
            <a:spLocks noGrp="1"/>
          </p:cNvSpPr>
          <p:nvPr>
            <p:ph type="body" idx="1"/>
          </p:nvPr>
        </p:nvSpPr>
        <p:spPr>
          <a:xfrm>
            <a:off x="715992" y="1344974"/>
            <a:ext cx="10739887" cy="4925118"/>
          </a:xfrm>
          <a:prstGeom prst="rect"/>
        </p:spPr>
        <p:txBody>
          <a:bodyPr bIns="45720" lIns="91440" rIns="91440" rtlCol="0" tIns="45720" vert="horz">
            <a:normAutofit/>
          </a:bodyPr>
          <a:p>
            <a:pPr lvl="0"/>
            <a:r>
              <a:rPr altLang="en-US" dirty="0" lang="zh-CN"/>
              <a:t>单击此处编辑母版文本样式</a:t>
            </a:r>
            <a:endParaRPr altLang="en-US" dirty="0" lang="zh-CN"/>
          </a:p>
          <a:p>
            <a:pPr lvl="1"/>
            <a:r>
              <a:rPr altLang="en-US" dirty="0" lang="zh-CN"/>
              <a:t>第二级</a:t>
            </a:r>
            <a:endParaRPr altLang="en-US" dirty="0" lang="zh-CN"/>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mc:AlternateContent xmlns:mc="http://schemas.openxmlformats.org/markup-compatibility/2006">
    <mc:Choice xmlns:p14="http://schemas.microsoft.com/office/powerpoint/2010/main" Requires="p14">
      <p:transition xmlns:p14="http://schemas.microsoft.com/office/powerpoint/2010/main" spd="slow" advTm="6600" p14:dur="1600">
        <p:blinds dir="vert"/>
      </p:transition>
    </mc:Choice>
    <mc:Fallback>
      <p:transition spd="slow">
        <p:fade/>
      </p:transition>
    </mc:Fallback>
  </mc:AlternateContent>
  <p:txStyles>
    <p:titleStyle>
      <a:lvl1pPr algn="l" defTabSz="685800" eaLnBrk="1" hangingPunct="1" latinLnBrk="0" rtl="0">
        <a:lnSpc>
          <a:spcPct val="90000"/>
        </a:lnSpc>
        <a:spcBef>
          <a:spcPct val="0"/>
        </a:spcBef>
        <a:buNone/>
        <a:defRPr baseline="0" b="1" sz="3200" i="0" kern="1200">
          <a:solidFill>
            <a:schemeClr val="accent1">
              <a:lumMod val="75000"/>
            </a:schemeClr>
          </a:solidFill>
          <a:effectLst/>
          <a:latin typeface="+mj-ea"/>
          <a:ea typeface="+mj-ea"/>
          <a:cs typeface="+mj-cs"/>
        </a:defRPr>
      </a:lvl1pPr>
    </p:titleStyle>
    <p:bodyStyle>
      <a:lvl1pPr algn="just" defTabSz="685800" eaLnBrk="1" hangingPunct="1" indent="-267970" latinLnBrk="0" marL="267970" rtl="0">
        <a:lnSpc>
          <a:spcPct val="110000"/>
        </a:lnSpc>
        <a:spcBef>
          <a:spcPts val="1800"/>
        </a:spcBef>
        <a:spcAft>
          <a:spcPts val="0"/>
        </a:spcAft>
        <a:buClr>
          <a:schemeClr val="accent1"/>
        </a:buClr>
        <a:buSzPct val="80000"/>
        <a:buFont typeface="Wingdings" panose="05000000000000000000" pitchFamily="2" charset="2"/>
        <a:buChar char="l"/>
        <a:defRPr baseline="0" sz="2400" kern="1200">
          <a:solidFill>
            <a:schemeClr val="accent2">
              <a:lumMod val="75000"/>
            </a:schemeClr>
          </a:solidFill>
          <a:latin typeface="+mj-ea"/>
          <a:ea typeface="+mj-ea"/>
          <a:cs typeface="+mn-cs"/>
        </a:defRPr>
      </a:lvl1pPr>
      <a:lvl2pPr algn="just" defTabSz="685800" eaLnBrk="1" hangingPunct="1" indent="-267970" latinLnBrk="0" marL="267970" rtl="0">
        <a:lnSpc>
          <a:spcPct val="130000"/>
        </a:lnSpc>
        <a:spcBef>
          <a:spcPts val="0"/>
        </a:spcBef>
        <a:spcAft>
          <a:spcPts val="450"/>
        </a:spcAft>
        <a:buClr>
          <a:schemeClr val="accent2">
            <a:lumMod val="60000"/>
            <a:lumOff val="40000"/>
          </a:schemeClr>
        </a:buClr>
        <a:buFont typeface="幼圆" panose="02010509060101010101" pitchFamily="49" charset="-122"/>
        <a:buChar char=" "/>
        <a:defRPr baseline="0" sz="1800" kern="1200">
          <a:solidFill>
            <a:schemeClr val="tx1"/>
          </a:solidFill>
          <a:latin typeface="+mn-ea"/>
          <a:ea typeface="+mn-ea"/>
          <a:cs typeface="+mn-cs"/>
        </a:defRPr>
      </a:lvl2pPr>
      <a:lvl3pPr algn="l" defTabSz="685800" eaLnBrk="1" hangingPunct="1" indent="-171450" latinLnBrk="0" marL="857250" rtl="0">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algn="l" defTabSz="685800" eaLnBrk="1" hangingPunct="1" indent="-171450" latinLnBrk="0" marL="12001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algn="l" defTabSz="685800" eaLnBrk="1" hangingPunct="1" indent="-171450" latinLnBrk="0" marL="15430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algn="l" defTabSz="685800" eaLnBrk="1" hangingPunct="1" latinLnBrk="0" marL="0" rtl="0">
        <a:defRPr sz="1350" kern="1200">
          <a:solidFill>
            <a:schemeClr val="tx1"/>
          </a:solidFill>
          <a:latin typeface="+mn-lt"/>
          <a:ea typeface="+mn-ea"/>
          <a:cs typeface="+mn-cs"/>
        </a:defRPr>
      </a:lvl1pPr>
      <a:lvl2pPr algn="l" defTabSz="685800" eaLnBrk="1" hangingPunct="1" latinLnBrk="0" marL="342900" rtl="0">
        <a:defRPr sz="1350" kern="1200">
          <a:solidFill>
            <a:schemeClr val="tx1"/>
          </a:solidFill>
          <a:latin typeface="+mn-lt"/>
          <a:ea typeface="+mn-ea"/>
          <a:cs typeface="+mn-cs"/>
        </a:defRPr>
      </a:lvl2pPr>
      <a:lvl3pPr algn="l" defTabSz="685800" eaLnBrk="1" hangingPunct="1" latinLnBrk="0" marL="685800" rtl="0">
        <a:defRPr sz="1350" kern="1200">
          <a:solidFill>
            <a:schemeClr val="tx1"/>
          </a:solidFill>
          <a:latin typeface="+mn-lt"/>
          <a:ea typeface="+mn-ea"/>
          <a:cs typeface="+mn-cs"/>
        </a:defRPr>
      </a:lvl3pPr>
      <a:lvl4pPr algn="l" defTabSz="685800" eaLnBrk="1" hangingPunct="1" latinLnBrk="0" marL="1028700" rtl="0">
        <a:defRPr sz="1350" kern="1200">
          <a:solidFill>
            <a:schemeClr val="tx1"/>
          </a:solidFill>
          <a:latin typeface="+mn-lt"/>
          <a:ea typeface="+mn-ea"/>
          <a:cs typeface="+mn-cs"/>
        </a:defRPr>
      </a:lvl4pPr>
      <a:lvl5pPr algn="l" defTabSz="685800" eaLnBrk="1" hangingPunct="1" latinLnBrk="0" marL="1371600" rtl="0">
        <a:defRPr sz="1350" kern="1200">
          <a:solidFill>
            <a:schemeClr val="tx1"/>
          </a:solidFill>
          <a:latin typeface="+mn-lt"/>
          <a:ea typeface="+mn-ea"/>
          <a:cs typeface="+mn-cs"/>
        </a:defRPr>
      </a:lvl5pPr>
      <a:lvl6pPr algn="l" defTabSz="685800" eaLnBrk="1" hangingPunct="1" latinLnBrk="0" marL="1714500" rtl="0">
        <a:defRPr sz="1350" kern="1200">
          <a:solidFill>
            <a:schemeClr val="tx1"/>
          </a:solidFill>
          <a:latin typeface="+mn-lt"/>
          <a:ea typeface="+mn-ea"/>
          <a:cs typeface="+mn-cs"/>
        </a:defRPr>
      </a:lvl6pPr>
      <a:lvl7pPr algn="l" defTabSz="685800" eaLnBrk="1" hangingPunct="1" latinLnBrk="0" marL="2057400" rtl="0">
        <a:defRPr sz="1350" kern="1200">
          <a:solidFill>
            <a:schemeClr val="tx1"/>
          </a:solidFill>
          <a:latin typeface="+mn-lt"/>
          <a:ea typeface="+mn-ea"/>
          <a:cs typeface="+mn-cs"/>
        </a:defRPr>
      </a:lvl7pPr>
      <a:lvl8pPr algn="l" defTabSz="685800" eaLnBrk="1" hangingPunct="1" latinLnBrk="0" marL="2400300" rtl="0">
        <a:defRPr sz="1350" kern="1200">
          <a:solidFill>
            <a:schemeClr val="tx1"/>
          </a:solidFill>
          <a:latin typeface="+mn-lt"/>
          <a:ea typeface="+mn-ea"/>
          <a:cs typeface="+mn-cs"/>
        </a:defRPr>
      </a:lvl8pPr>
      <a:lvl9pPr algn="l" defTabSz="685800" eaLnBrk="1" hangingPunct="1" latinLnBrk="0" marL="2743200" rtl="0">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33"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62" r:id="rId1"/>
    <p:sldLayoutId id="2147483663" r:id="rId2"/>
    <p:sldLayoutId id="2147483664" r:id="rId3"/>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anose="020B0604020202020204"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anose="020B0604020202020204"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anose="020B0604020202020204"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anose="020B0604020202020204"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anose="020B0604020202020204"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anose="020B0604020202020204"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anose="020B0604020202020204"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anose="020B0604020202020204"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tags" Target="../tags/tag6.xml"/><Relationship Id="rId9" Type="http://schemas.openxmlformats.org/officeDocument/2006/relationships/slideLayout" Target="../slideLayouts/slideLayout8.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 Target="slide3.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8.xml"/><Relationship Id="rId6" Type="http://schemas.openxmlformats.org/officeDocument/2006/relationships/tags" Target="../tags/tag7.xml"/><Relationship Id="rId7" Type="http://schemas.openxmlformats.org/officeDocument/2006/relationships/tags" Target="../tags/tag8.xml"/><Relationship Id="rId8" Type="http://schemas.openxmlformats.org/officeDocument/2006/relationships/tags" Target="../tags/tag9.xml"/><Relationship Id="rId9" Type="http://schemas.openxmlformats.org/officeDocument/2006/relationships/image" Target="../media/image5.png"/><Relationship Id="rId10" Type="http://schemas.openxmlformats.org/officeDocument/2006/relationships/tags" Target="../tags/tag10.xml"/><Relationship Id="rId11" Type="http://schemas.openxmlformats.org/officeDocument/2006/relationships/slideLayout" Target="../slideLayouts/slideLayout8.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image" Target="../media/image7.png"/><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tags" Target="../tags/tag14.xml"/><Relationship Id="rId10" Type="http://schemas.openxmlformats.org/officeDocument/2006/relationships/slideLayout" Target="../slideLayouts/slideLayout8.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15.xml"/><Relationship Id="rId3" Type="http://schemas.openxmlformats.org/officeDocument/2006/relationships/tags" Target="../tags/tag16.xml"/><Relationship Id="rId4" Type="http://schemas.openxmlformats.org/officeDocument/2006/relationships/tags" Target="../tags/tag17.xml"/><Relationship Id="rId5" Type="http://schemas.openxmlformats.org/officeDocument/2006/relationships/image" Target="../media/image7.png"/><Relationship Id="rId6" Type="http://schemas.openxmlformats.org/officeDocument/2006/relationships/slide" Target="slide3.xml"/><Relationship Id="rId7" Type="http://schemas.openxmlformats.org/officeDocument/2006/relationships/tags" Target="../tags/tag18.xml"/><Relationship Id="rId8" Type="http://schemas.openxmlformats.org/officeDocument/2006/relationships/slideLayout" Target="../slideLayouts/slideLayout8.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19.xml"/><Relationship Id="rId3" Type="http://schemas.openxmlformats.org/officeDocument/2006/relationships/tags" Target="../tags/tag20.xml"/><Relationship Id="rId4" Type="http://schemas.openxmlformats.org/officeDocument/2006/relationships/tags" Target="../tags/tag21.xml"/><Relationship Id="rId5" Type="http://schemas.openxmlformats.org/officeDocument/2006/relationships/image" Target="../media/image7.png"/><Relationship Id="rId6" Type="http://schemas.openxmlformats.org/officeDocument/2006/relationships/slide" Target="slide3.xml"/><Relationship Id="rId7" Type="http://schemas.openxmlformats.org/officeDocument/2006/relationships/tags" Target="../tags/tag22.xml"/><Relationship Id="rId8" Type="http://schemas.openxmlformats.org/officeDocument/2006/relationships/slideLayout" Target="../slideLayouts/slideLayout8.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tags" Target="../tags/tag23.xml"/><Relationship Id="rId3" Type="http://schemas.openxmlformats.org/officeDocument/2006/relationships/tags" Target="../tags/tag24.xml"/><Relationship Id="rId4" Type="http://schemas.openxmlformats.org/officeDocument/2006/relationships/tags" Target="../tags/tag25.xml"/><Relationship Id="rId5" Type="http://schemas.openxmlformats.org/officeDocument/2006/relationships/image" Target="../media/image9.png"/><Relationship Id="rId6" Type="http://schemas.openxmlformats.org/officeDocument/2006/relationships/tags" Target="../tags/tag26.xml"/><Relationship Id="rId7" Type="http://schemas.openxmlformats.org/officeDocument/2006/relationships/slideLayout" Target="../slideLayouts/slideLayout8.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27.xml"/><Relationship Id="rId3" Type="http://schemas.openxmlformats.org/officeDocument/2006/relationships/tags" Target="../tags/tag28.xml"/><Relationship Id="rId4" Type="http://schemas.openxmlformats.org/officeDocument/2006/relationships/tags" Target="../tags/tag29.xml"/><Relationship Id="rId5" Type="http://schemas.openxmlformats.org/officeDocument/2006/relationships/image" Target="../media/image7.png"/><Relationship Id="rId6" Type="http://schemas.openxmlformats.org/officeDocument/2006/relationships/tags" Target="../tags/tag30.xml"/><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31.xml"/><Relationship Id="rId3" Type="http://schemas.openxmlformats.org/officeDocument/2006/relationships/tags" Target="../tags/tag32.xml"/><Relationship Id="rId4" Type="http://schemas.openxmlformats.org/officeDocument/2006/relationships/tags" Target="../tags/tag33.xml"/><Relationship Id="rId5" Type="http://schemas.openxmlformats.org/officeDocument/2006/relationships/image" Target="../media/image7.png"/><Relationship Id="rId6" Type="http://schemas.openxmlformats.org/officeDocument/2006/relationships/slide" Target="slide2.xml"/><Relationship Id="rId7" Type="http://schemas.openxmlformats.org/officeDocument/2006/relationships/image" Target="../media/image10.jpeg"/><Relationship Id="rId8" Type="http://schemas.openxmlformats.org/officeDocument/2006/relationships/tags" Target="../tags/tag34.xml"/><Relationship Id="rId9" Type="http://schemas.openxmlformats.org/officeDocument/2006/relationships/slideLayout" Target="../slideLayouts/slideLayout8.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35.xml"/><Relationship Id="rId3" Type="http://schemas.openxmlformats.org/officeDocument/2006/relationships/tags" Target="../tags/tag36.xml"/><Relationship Id="rId4" Type="http://schemas.openxmlformats.org/officeDocument/2006/relationships/tags" Target="../tags/tag37.xml"/><Relationship Id="rId5" Type="http://schemas.openxmlformats.org/officeDocument/2006/relationships/image" Target="../media/image7.png"/><Relationship Id="rId6" Type="http://schemas.openxmlformats.org/officeDocument/2006/relationships/tags" Target="../tags/tag38.xml"/><Relationship Id="rId7" Type="http://schemas.openxmlformats.org/officeDocument/2006/relationships/slideLayout" Target="../slideLayouts/slideLayout8.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image" Target="../media/image7.png"/><Relationship Id="rId6" Type="http://schemas.openxmlformats.org/officeDocument/2006/relationships/tags" Target="../tags/tag42.xml"/><Relationship Id="rId7" Type="http://schemas.openxmlformats.org/officeDocument/2006/relationships/slideLayout" Target="../slideLayouts/slideLayout8.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image" Target="../media/image7.png"/><Relationship Id="rId6" Type="http://schemas.openxmlformats.org/officeDocument/2006/relationships/tags" Target="../tags/tag46.xml"/><Relationship Id="rId7" Type="http://schemas.openxmlformats.org/officeDocument/2006/relationships/slideLayout" Target="../slideLayouts/slideLayout8.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47.xml"/><Relationship Id="rId3" Type="http://schemas.openxmlformats.org/officeDocument/2006/relationships/tags" Target="../tags/tag48.xml"/><Relationship Id="rId4" Type="http://schemas.openxmlformats.org/officeDocument/2006/relationships/tags" Target="../tags/tag49.xml"/><Relationship Id="rId5" Type="http://schemas.openxmlformats.org/officeDocument/2006/relationships/image" Target="../media/image7.png"/><Relationship Id="rId6" Type="http://schemas.openxmlformats.org/officeDocument/2006/relationships/tags" Target="../tags/tag50.xml"/><Relationship Id="rId7" Type="http://schemas.openxmlformats.org/officeDocument/2006/relationships/slideLayout" Target="../slideLayouts/slideLayout8.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51.xml"/><Relationship Id="rId3" Type="http://schemas.openxmlformats.org/officeDocument/2006/relationships/tags" Target="../tags/tag52.xml"/><Relationship Id="rId4" Type="http://schemas.openxmlformats.org/officeDocument/2006/relationships/tags" Target="../tags/tag53.xml"/><Relationship Id="rId5" Type="http://schemas.openxmlformats.org/officeDocument/2006/relationships/image" Target="../media/image7.png"/><Relationship Id="rId6" Type="http://schemas.openxmlformats.org/officeDocument/2006/relationships/tags" Target="../tags/tag54.xml"/><Relationship Id="rId7" Type="http://schemas.openxmlformats.org/officeDocument/2006/relationships/slideLayout" Target="../slideLayouts/slideLayout8.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55.xml"/><Relationship Id="rId3" Type="http://schemas.openxmlformats.org/officeDocument/2006/relationships/tags" Target="../tags/tag56.xml"/><Relationship Id="rId4" Type="http://schemas.openxmlformats.org/officeDocument/2006/relationships/tags" Target="../tags/tag57.xml"/><Relationship Id="rId5" Type="http://schemas.openxmlformats.org/officeDocument/2006/relationships/image" Target="../media/image7.png"/><Relationship Id="rId6" Type="http://schemas.openxmlformats.org/officeDocument/2006/relationships/tags" Target="../tags/tag58.xml"/><Relationship Id="rId7" Type="http://schemas.openxmlformats.org/officeDocument/2006/relationships/slideLayout" Target="../slideLayouts/slideLayout8.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59.xml"/><Relationship Id="rId3" Type="http://schemas.openxmlformats.org/officeDocument/2006/relationships/tags" Target="../tags/tag60.xml"/><Relationship Id="rId4" Type="http://schemas.openxmlformats.org/officeDocument/2006/relationships/tags" Target="../tags/tag61.xml"/><Relationship Id="rId5" Type="http://schemas.openxmlformats.org/officeDocument/2006/relationships/image" Target="../media/image7.png"/><Relationship Id="rId6" Type="http://schemas.openxmlformats.org/officeDocument/2006/relationships/tags" Target="../tags/tag62.xml"/><Relationship Id="rId7" Type="http://schemas.openxmlformats.org/officeDocument/2006/relationships/slideLayout" Target="../slideLayouts/slideLayout8.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63.xml"/><Relationship Id="rId3" Type="http://schemas.openxmlformats.org/officeDocument/2006/relationships/tags" Target="../tags/tag64.xml"/><Relationship Id="rId4" Type="http://schemas.openxmlformats.org/officeDocument/2006/relationships/tags" Target="../tags/tag65.xml"/><Relationship Id="rId5" Type="http://schemas.openxmlformats.org/officeDocument/2006/relationships/image" Target="../media/image7.png"/><Relationship Id="rId6" Type="http://schemas.openxmlformats.org/officeDocument/2006/relationships/tags" Target="../tags/tag66.xml"/><Relationship Id="rId7" Type="http://schemas.openxmlformats.org/officeDocument/2006/relationships/slideLayout" Target="../slideLayouts/slideLayout8.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67.xml"/><Relationship Id="rId3" Type="http://schemas.openxmlformats.org/officeDocument/2006/relationships/tags" Target="../tags/tag68.xml"/><Relationship Id="rId4" Type="http://schemas.openxmlformats.org/officeDocument/2006/relationships/tags" Target="../tags/tag69.xml"/><Relationship Id="rId5" Type="http://schemas.openxmlformats.org/officeDocument/2006/relationships/image" Target="../media/image7.png"/><Relationship Id="rId6" Type="http://schemas.openxmlformats.org/officeDocument/2006/relationships/slide" Target="slide2.xml"/><Relationship Id="rId7" Type="http://schemas.openxmlformats.org/officeDocument/2006/relationships/image" Target="../media/image11.jpeg"/><Relationship Id="rId8" Type="http://schemas.openxmlformats.org/officeDocument/2006/relationships/tags" Target="../tags/tag70.xml"/><Relationship Id="rId9" Type="http://schemas.openxmlformats.org/officeDocument/2006/relationships/slideLayout" Target="../slideLayouts/slideLayout8.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71.xml"/><Relationship Id="rId3" Type="http://schemas.openxmlformats.org/officeDocument/2006/relationships/tags" Target="../tags/tag72.xml"/><Relationship Id="rId4" Type="http://schemas.openxmlformats.org/officeDocument/2006/relationships/tags" Target="../tags/tag73.xml"/><Relationship Id="rId5" Type="http://schemas.openxmlformats.org/officeDocument/2006/relationships/image" Target="../media/image7.png"/><Relationship Id="rId6" Type="http://schemas.openxmlformats.org/officeDocument/2006/relationships/tags" Target="../tags/tag74.xml"/><Relationship Id="rId7" Type="http://schemas.openxmlformats.org/officeDocument/2006/relationships/slideLayout" Target="../slideLayouts/slideLayout8.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tags" Target="../tags/tag76.xml"/><Relationship Id="rId3" Type="http://schemas.openxmlformats.org/officeDocument/2006/relationships/tags" Target="../tags/tag77.xml"/><Relationship Id="rId4" Type="http://schemas.openxmlformats.org/officeDocument/2006/relationships/tags" Target="../tags/tag78.xml"/><Relationship Id="rId5" Type="http://schemas.openxmlformats.org/officeDocument/2006/relationships/image" Target="../media/image2.png"/><Relationship Id="rId6" Type="http://schemas.openxmlformats.org/officeDocument/2006/relationships/tags" Target="../tags/tag79.xml"/><Relationship Id="rId7" Type="http://schemas.openxmlformats.org/officeDocument/2006/relationships/slideLayout" Target="../slideLayouts/slideLayout8.xml"/><Relationship Id="rId8"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74" name=""/>
        <p:cNvGrpSpPr/>
        <p:nvPr/>
      </p:nvGrpSpPr>
      <p:grpSpPr>
        <a:xfrm>
          <a:off x="0" y="0"/>
          <a:ext cx="0" cy="0"/>
          <a:chOff x="0" y="0"/>
          <a:chExt cx="0" cy="0"/>
        </a:xfrm>
      </p:grpSpPr>
      <p:sp>
        <p:nvSpPr>
          <p:cNvPr id="1048663" name="PA_文本框 8"/>
          <p:cNvSpPr txBox="1"/>
          <p:nvPr>
            <p:custDataLst>
              <p:tags r:id="rId1"/>
            </p:custDataLst>
          </p:nvPr>
        </p:nvSpPr>
        <p:spPr>
          <a:xfrm>
            <a:off x="3431557" y="2484475"/>
            <a:ext cx="7802880" cy="929641"/>
          </a:xfrm>
          <a:prstGeom prst="rect"/>
          <a:noFill/>
        </p:spPr>
        <p:txBody>
          <a:bodyPr rtlCol="0" wrap="none">
            <a:spAutoFit/>
          </a:bodyPr>
          <a:p>
            <a:pPr algn="ctr"/>
            <a:r>
              <a:rPr altLang="en-US" dirty="0" sz="6000" lang="zh-CN">
                <a:solidFill>
                  <a:schemeClr val="bg1">
                    <a:lumMod val="85000"/>
                  </a:schemeClr>
                </a:solidFill>
                <a:effectLst>
                  <a:outerShdw algn="tl" blurRad="38100" dir="2700000" dist="38100">
                    <a:srgbClr val="000000">
                      <a:alpha val="43137"/>
                    </a:srgbClr>
                  </a:outerShdw>
                </a:effectLst>
                <a:cs typeface="+mn-ea"/>
                <a:sym typeface="+mn-lt"/>
              </a:rPr>
              <a:t>实验三：最短路径算法</a:t>
            </a:r>
            <a:endParaRPr altLang="en-US" dirty="0" sz="6000" lang="zh-CN">
              <a:solidFill>
                <a:schemeClr val="bg1">
                  <a:lumMod val="85000"/>
                </a:schemeClr>
              </a:solidFill>
              <a:effectLst>
                <a:outerShdw algn="tl" blurRad="38100" dir="2700000" dist="38100">
                  <a:srgbClr val="000000">
                    <a:alpha val="43137"/>
                  </a:srgbClr>
                </a:outerShdw>
              </a:effectLst>
              <a:cs typeface="+mn-ea"/>
              <a:sym typeface="+mn-lt"/>
            </a:endParaRPr>
          </a:p>
        </p:txBody>
      </p:sp>
      <p:sp>
        <p:nvSpPr>
          <p:cNvPr id="1048664" name="PA_矩形 12"/>
          <p:cNvSpPr/>
          <p:nvPr>
            <p:custDataLst>
              <p:tags r:id="rId2"/>
            </p:custDataLst>
          </p:nvPr>
        </p:nvSpPr>
        <p:spPr>
          <a:xfrm>
            <a:off x="4686155" y="4454071"/>
            <a:ext cx="4983480" cy="281941"/>
          </a:xfrm>
          <a:prstGeom prst="rect"/>
        </p:spPr>
        <p:txBody>
          <a:bodyPr wrap="none">
            <a:spAutoFit/>
          </a:bodyPr>
          <a:p>
            <a:pPr algn="ctr"/>
            <a:r>
              <a:rPr altLang="en-US" dirty="0" sz="1400" lang="zh-CN">
                <a:solidFill>
                  <a:schemeClr val="bg1">
                    <a:lumMod val="85000"/>
                  </a:schemeClr>
                </a:solidFill>
                <a:cs typeface="+mn-ea"/>
                <a:sym typeface="+mn-lt"/>
              </a:rPr>
              <a:t>汇报小组成员名称：陈博凯、陈俊杰、吴长春、孙嘉锴、刘洋</a:t>
            </a:r>
            <a:endParaRPr altLang="en-US" dirty="0" sz="1400" lang="zh-CN">
              <a:solidFill>
                <a:schemeClr val="bg1">
                  <a:lumMod val="85000"/>
                </a:schemeClr>
              </a:solidFill>
              <a:cs typeface="+mn-ea"/>
              <a:sym typeface="+mn-lt"/>
            </a:endParaRPr>
          </a:p>
        </p:txBody>
      </p:sp>
      <p:grpSp>
        <p:nvGrpSpPr>
          <p:cNvPr id="75" name="组合 12"/>
          <p:cNvGrpSpPr/>
          <p:nvPr/>
        </p:nvGrpSpPr>
        <p:grpSpPr>
          <a:xfrm>
            <a:off x="4430417" y="4012615"/>
            <a:ext cx="5543625" cy="45719"/>
            <a:chOff x="3182554" y="3904019"/>
            <a:chExt cx="5543625" cy="45719"/>
          </a:xfrm>
        </p:grpSpPr>
        <p:sp>
          <p:nvSpPr>
            <p:cNvPr id="1048665" name="PA_矩形 11"/>
            <p:cNvSpPr/>
            <p:nvPr>
              <p:custDataLst>
                <p:tags r:id="rId3"/>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66" name="PA_矩形 11"/>
            <p:cNvSpPr/>
            <p:nvPr>
              <p:custDataLst>
                <p:tags r:id="rId4"/>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67" name="PA_矩形 11"/>
            <p:cNvSpPr/>
            <p:nvPr>
              <p:custDataLst>
                <p:tags r:id="rId5"/>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67" name="图片 16" descr="图片包含 就坐, 黑色, 建筑物, 户外  已生成高可信度的说明"/>
          <p:cNvPicPr>
            <a:picLocks noChangeAspect="1"/>
          </p:cNvPicPr>
          <p:nvPr/>
        </p:nvPicPr>
        <p:blipFill rotWithShape="1">
          <a:blip xmlns:r="http://schemas.openxmlformats.org/officeDocument/2006/relationships" r:embed="rId6" cstate="screen"/>
          <a:srcRect/>
          <a:stretch>
            <a:fillRect/>
          </a:stretch>
        </p:blipFill>
        <p:spPr>
          <a:xfrm>
            <a:off x="-24680" y="116632"/>
            <a:ext cx="5974513" cy="6465124"/>
          </a:xfrm>
          <a:prstGeom prst="rect"/>
        </p:spPr>
      </p:pic>
      <p:pic>
        <p:nvPicPr>
          <p:cNvPr id="2097168" name="图片 17" descr="图片包含 就坐, 黑色, 建筑物, 户外  已生成高可信度的说明"/>
          <p:cNvPicPr>
            <a:picLocks noChangeAspect="1"/>
          </p:cNvPicPr>
          <p:nvPr/>
        </p:nvPicPr>
        <p:blipFill rotWithShape="1">
          <a:blip xmlns:r="http://schemas.openxmlformats.org/officeDocument/2006/relationships" r:embed="rId7" cstate="screen"/>
          <a:srcRect/>
          <a:stretch>
            <a:fillRect/>
          </a:stretch>
        </p:blipFill>
        <p:spPr>
          <a:xfrm flipH="1">
            <a:off x="10310355" y="3933838"/>
            <a:ext cx="1849735" cy="2082420"/>
          </a:xfrm>
          <a:prstGeom prst="rect"/>
        </p:spPr>
      </p:pic>
    </p:spTree>
    <p:custDataLst>
      <p:tags r:id="rId8"/>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4000">
        <p14:vortex dir="r"/>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53" presetSubtype="16">
                                  <p:stCondLst>
                                    <p:cond delay="0"/>
                                  </p:stCondLst>
                                  <p:childTnLst>
                                    <p:set>
                                      <p:cBhvr>
                                        <p:cTn dur="1" fill="hold" id="6">
                                          <p:stCondLst>
                                            <p:cond delay="0"/>
                                          </p:stCondLst>
                                        </p:cTn>
                                        <p:tgtEl>
                                          <p:spTgt spid="2097167"/>
                                        </p:tgtEl>
                                        <p:attrNameLst>
                                          <p:attrName>style.visibility</p:attrName>
                                        </p:attrNameLst>
                                      </p:cBhvr>
                                      <p:to>
                                        <p:strVal val="visible"/>
                                      </p:to>
                                    </p:set>
                                    <p:anim calcmode="lin" valueType="num">
                                      <p:cBhvr>
                                        <p:cTn dur="500" fill="hold" id="7"/>
                                        <p:tgtEl>
                                          <p:spTgt spid="2097167"/>
                                        </p:tgtEl>
                                        <p:attrNameLst>
                                          <p:attrName>ppt_w</p:attrName>
                                        </p:attrNameLst>
                                      </p:cBhvr>
                                      <p:tavLst>
                                        <p:tav tm="0">
                                          <p:val>
                                            <p:fltVal val="0.0"/>
                                          </p:val>
                                        </p:tav>
                                        <p:tav tm="100000">
                                          <p:val>
                                            <p:strVal val="#ppt_w"/>
                                          </p:val>
                                        </p:tav>
                                      </p:tavLst>
                                    </p:anim>
                                    <p:anim calcmode="lin" valueType="num">
                                      <p:cBhvr>
                                        <p:cTn dur="500" fill="hold" id="8"/>
                                        <p:tgtEl>
                                          <p:spTgt spid="2097167"/>
                                        </p:tgtEl>
                                        <p:attrNameLst>
                                          <p:attrName>ppt_h</p:attrName>
                                        </p:attrNameLst>
                                      </p:cBhvr>
                                      <p:tavLst>
                                        <p:tav tm="0">
                                          <p:val>
                                            <p:fltVal val="0.0"/>
                                          </p:val>
                                        </p:tav>
                                        <p:tav tm="100000">
                                          <p:val>
                                            <p:strVal val="#ppt_h"/>
                                          </p:val>
                                        </p:tav>
                                      </p:tavLst>
                                    </p:anim>
                                    <p:animEffect transition="in" filter="fade">
                                      <p:cBhvr>
                                        <p:cTn dur="500" id="9"/>
                                        <p:tgtEl>
                                          <p:spTgt spid="2097167"/>
                                        </p:tgtEl>
                                      </p:cBhvr>
                                    </p:animEffect>
                                  </p:childTnLst>
                                </p:cTn>
                              </p:par>
                            </p:childTnLst>
                          </p:cTn>
                        </p:par>
                      </p:childTnLst>
                    </p:cTn>
                  </p:par>
                  <p:par>
                    <p:cTn fill="hold" id="10">
                      <p:stCondLst>
                        <p:cond delay="indefinite"/>
                      </p:stCondLst>
                      <p:childTnLst>
                        <p:par>
                          <p:cTn fill="hold" id="11">
                            <p:stCondLst>
                              <p:cond delay="0"/>
                            </p:stCondLst>
                            <p:childTnLst>
                              <p:par>
                                <p:cTn fill="hold" id="12" nodeType="clickEffect" presetClass="entr" presetID="53" presetSubtype="16">
                                  <p:stCondLst>
                                    <p:cond delay="0"/>
                                  </p:stCondLst>
                                  <p:childTnLst>
                                    <p:set>
                                      <p:cBhvr>
                                        <p:cTn dur="1" fill="hold" id="13">
                                          <p:stCondLst>
                                            <p:cond delay="0"/>
                                          </p:stCondLst>
                                        </p:cTn>
                                        <p:tgtEl>
                                          <p:spTgt spid="2097168"/>
                                        </p:tgtEl>
                                        <p:attrNameLst>
                                          <p:attrName>style.visibility</p:attrName>
                                        </p:attrNameLst>
                                      </p:cBhvr>
                                      <p:to>
                                        <p:strVal val="visible"/>
                                      </p:to>
                                    </p:set>
                                    <p:anim calcmode="lin" valueType="num">
                                      <p:cBhvr>
                                        <p:cTn dur="500" fill="hold" id="14"/>
                                        <p:tgtEl>
                                          <p:spTgt spid="2097168"/>
                                        </p:tgtEl>
                                        <p:attrNameLst>
                                          <p:attrName>ppt_w</p:attrName>
                                        </p:attrNameLst>
                                      </p:cBhvr>
                                      <p:tavLst>
                                        <p:tav tm="0">
                                          <p:val>
                                            <p:fltVal val="0.0"/>
                                          </p:val>
                                        </p:tav>
                                        <p:tav tm="100000">
                                          <p:val>
                                            <p:strVal val="#ppt_w"/>
                                          </p:val>
                                        </p:tav>
                                      </p:tavLst>
                                    </p:anim>
                                    <p:anim calcmode="lin" valueType="num">
                                      <p:cBhvr>
                                        <p:cTn dur="500" fill="hold" id="15"/>
                                        <p:tgtEl>
                                          <p:spTgt spid="2097168"/>
                                        </p:tgtEl>
                                        <p:attrNameLst>
                                          <p:attrName>ppt_h</p:attrName>
                                        </p:attrNameLst>
                                      </p:cBhvr>
                                      <p:tavLst>
                                        <p:tav tm="0">
                                          <p:val>
                                            <p:fltVal val="0.0"/>
                                          </p:val>
                                        </p:tav>
                                        <p:tav tm="100000">
                                          <p:val>
                                            <p:strVal val="#ppt_h"/>
                                          </p:val>
                                        </p:tav>
                                      </p:tavLst>
                                    </p:anim>
                                    <p:animEffect transition="in" filter="fade">
                                      <p:cBhvr>
                                        <p:cTn dur="500" id="16"/>
                                        <p:tgtEl>
                                          <p:spTgt spid="2097168"/>
                                        </p:tgtEl>
                                      </p:cBhvr>
                                    </p:animEffect>
                                  </p:childTnLst>
                                </p:cTn>
                              </p:par>
                              <p:par>
                                <p:cTn decel="100000" fill="hold" grpId="0" id="17" nodeType="withEffect" presetClass="entr" presetID="2" presetSubtype="2">
                                  <p:stCondLst>
                                    <p:cond delay="1500"/>
                                  </p:stCondLst>
                                  <p:iterate type="lt">
                                    <p:tmPct val="10000"/>
                                  </p:iterate>
                                  <p:childTnLst>
                                    <p:set>
                                      <p:cBhvr>
                                        <p:cTn dur="1" fill="hold" id="18">
                                          <p:stCondLst>
                                            <p:cond delay="0"/>
                                          </p:stCondLst>
                                        </p:cTn>
                                        <p:tgtEl>
                                          <p:spTgt spid="1048663">
                                            <p:txEl>
                                              <p:pRg st="0" end="0"/>
                                            </p:txEl>
                                          </p:spTgt>
                                        </p:tgtEl>
                                        <p:attrNameLst>
                                          <p:attrName>style.visibility</p:attrName>
                                        </p:attrNameLst>
                                      </p:cBhvr>
                                      <p:to>
                                        <p:strVal val="visible"/>
                                      </p:to>
                                    </p:set>
                                    <p:anim calcmode="lin" valueType="num">
                                      <p:cBhvr additive="base">
                                        <p:cTn dur="1000" fill="hold" id="19"/>
                                        <p:tgtEl>
                                          <p:spTgt spid="1048663">
                                            <p:txEl>
                                              <p:pRg st="0" end="0"/>
                                            </p:txEl>
                                          </p:spTgt>
                                        </p:tgtEl>
                                        <p:attrNameLst>
                                          <p:attrName>ppt_x</p:attrName>
                                        </p:attrNameLst>
                                      </p:cBhvr>
                                      <p:tavLst>
                                        <p:tav tm="0">
                                          <p:val>
                                            <p:strVal val="1+#ppt_w/2"/>
                                          </p:val>
                                        </p:tav>
                                        <p:tav tm="100000">
                                          <p:val>
                                            <p:strVal val="#ppt_x"/>
                                          </p:val>
                                        </p:tav>
                                      </p:tavLst>
                                    </p:anim>
                                    <p:anim calcmode="lin" valueType="num">
                                      <p:cBhvr additive="base">
                                        <p:cTn dur="1000" fill="hold" id="20"/>
                                        <p:tgtEl>
                                          <p:spTgt spid="10486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6" presetSubtype="21">
                                  <p:stCondLst>
                                    <p:cond delay="0"/>
                                  </p:stCondLst>
                                  <p:childTnLst>
                                    <p:set>
                                      <p:cBhvr>
                                        <p:cTn dur="1" fill="hold" id="24">
                                          <p:stCondLst>
                                            <p:cond delay="0"/>
                                          </p:stCondLst>
                                        </p:cTn>
                                        <p:tgtEl>
                                          <p:spTgt spid="75"/>
                                        </p:tgtEl>
                                        <p:attrNameLst>
                                          <p:attrName>style.visibility</p:attrName>
                                        </p:attrNameLst>
                                      </p:cBhvr>
                                      <p:to>
                                        <p:strVal val="visible"/>
                                      </p:to>
                                    </p:set>
                                    <p:animEffect transition="in" filter="barn(inVertical)">
                                      <p:cBhvr>
                                        <p:cTn dur="500" id="25"/>
                                        <p:tgtEl>
                                          <p:spTgt spid="75"/>
                                        </p:tgtEl>
                                      </p:cBhvr>
                                    </p:animEffect>
                                  </p:childTnLst>
                                </p:cTn>
                              </p:par>
                              <p:par>
                                <p:cTn decel="100000" fill="hold" grpId="0" id="26" nodeType="withEffect" presetClass="entr" presetID="2" presetSubtype="2">
                                  <p:stCondLst>
                                    <p:cond delay="2000"/>
                                  </p:stCondLst>
                                  <p:iterate type="lt">
                                    <p:tmPct val="10000"/>
                                  </p:iterate>
                                  <p:childTnLst>
                                    <p:set>
                                      <p:cBhvr>
                                        <p:cTn dur="1" fill="hold" id="27">
                                          <p:stCondLst>
                                            <p:cond delay="0"/>
                                          </p:stCondLst>
                                        </p:cTn>
                                        <p:tgtEl>
                                          <p:spTgt spid="1048664"/>
                                        </p:tgtEl>
                                        <p:attrNameLst>
                                          <p:attrName>style.visibility</p:attrName>
                                        </p:attrNameLst>
                                      </p:cBhvr>
                                      <p:to>
                                        <p:strVal val="visible"/>
                                      </p:to>
                                    </p:set>
                                    <p:anim calcmode="lin" valueType="num">
                                      <p:cBhvr additive="base">
                                        <p:cTn dur="500" fill="hold" id="28"/>
                                        <p:tgtEl>
                                          <p:spTgt spid="1048664"/>
                                        </p:tgtEl>
                                        <p:attrNameLst>
                                          <p:attrName>ppt_x</p:attrName>
                                        </p:attrNameLst>
                                      </p:cBhvr>
                                      <p:tavLst>
                                        <p:tav tm="0">
                                          <p:val>
                                            <p:strVal val="1+#ppt_w/2"/>
                                          </p:val>
                                        </p:tav>
                                        <p:tav tm="100000">
                                          <p:val>
                                            <p:strVal val="#ppt_x"/>
                                          </p:val>
                                        </p:tav>
                                      </p:tavLst>
                                    </p:anim>
                                    <p:anim calcmode="lin" valueType="num">
                                      <p:cBhvr additive="base">
                                        <p:cTn dur="500" fill="hold" id="29"/>
                                        <p:tgtEl>
                                          <p:spTgt spid="10486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3" grpId="0" build="p"/>
      <p:bldP spid="1048664"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78" name=""/>
        <p:cNvGrpSpPr/>
        <p:nvPr/>
      </p:nvGrpSpPr>
      <p:grpSpPr>
        <a:xfrm>
          <a:off x="0" y="0"/>
          <a:ext cx="0" cy="0"/>
          <a:chOff x="0" y="0"/>
          <a:chExt cx="0" cy="0"/>
        </a:xfrm>
      </p:grpSpPr>
      <p:pic>
        <p:nvPicPr>
          <p:cNvPr id="2097169"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l="21947"/>
          <a:stretch>
            <a:fillRect/>
          </a:stretch>
        </p:blipFill>
        <p:spPr>
          <a:xfrm rot="15300000">
            <a:off x="3241471" y="208967"/>
            <a:ext cx="3763210" cy="4072236"/>
          </a:xfrm>
          <a:prstGeom prst="rect"/>
        </p:spPr>
      </p:pic>
      <p:grpSp>
        <p:nvGrpSpPr>
          <p:cNvPr id="79" name="组合 44"/>
          <p:cNvGrpSpPr/>
          <p:nvPr/>
        </p:nvGrpSpPr>
        <p:grpSpPr>
          <a:xfrm>
            <a:off x="930271" y="3724109"/>
            <a:ext cx="2226992" cy="851420"/>
            <a:chOff x="5292478" y="838789"/>
            <a:chExt cx="2226992" cy="851420"/>
          </a:xfrm>
        </p:grpSpPr>
        <p:sp>
          <p:nvSpPr>
            <p:cNvPr id="1048671" name="文本框 8"/>
            <p:cNvSpPr txBox="1"/>
            <p:nvPr/>
          </p:nvSpPr>
          <p:spPr>
            <a:xfrm>
              <a:off x="5306454" y="838789"/>
              <a:ext cx="1800493" cy="369332"/>
            </a:xfrm>
            <a:prstGeom prst="rect"/>
            <a:noFill/>
          </p:spPr>
          <p:txBody>
            <a:bodyPr rtlCol="0" wrap="none">
              <a:spAutoFit/>
            </a:bodyPr>
            <a:p>
              <a:r>
                <a:rPr altLang="en-US" b="1" dirty="0" lang="zh-CN">
                  <a:solidFill>
                    <a:schemeClr val="bg1"/>
                  </a:solidFill>
                  <a:cs typeface="+mn-ea"/>
                  <a:sym typeface="+mn-lt"/>
                  <a:hlinkClick r:id="rId2" action="ppaction://hlinksldjump"/>
                </a:rPr>
                <a:t>实验介绍及要求</a:t>
              </a:r>
              <a:endParaRPr altLang="en-US" b="1" dirty="0" lang="zh-CN">
                <a:solidFill>
                  <a:schemeClr val="bg1"/>
                </a:solidFill>
                <a:cs typeface="+mn-ea"/>
                <a:sym typeface="+mn-lt"/>
              </a:endParaRPr>
            </a:p>
          </p:txBody>
        </p:sp>
        <p:sp>
          <p:nvSpPr>
            <p:cNvPr id="1048672" name="矩形 9"/>
            <p:cNvSpPr/>
            <p:nvPr/>
          </p:nvSpPr>
          <p:spPr>
            <a:xfrm>
              <a:off x="5292478" y="1141569"/>
              <a:ext cx="2226992" cy="548640"/>
            </a:xfrm>
            <a:prstGeom prst="rect"/>
          </p:spPr>
          <p:txBody>
            <a:bodyPr wrap="square">
              <a:spAutoFit/>
            </a:bodyPr>
            <a:p>
              <a:r>
                <a:rPr altLang="zh-CN" dirty="0" sz="1600" lang="en-US">
                  <a:solidFill>
                    <a:schemeClr val="bg1"/>
                  </a:solidFill>
                  <a:cs typeface="+mn-ea"/>
                  <a:sym typeface="+mn-lt"/>
                </a:rPr>
                <a:t>Experiment introduction and requirements</a:t>
              </a:r>
              <a:endParaRPr altLang="zh-CN" dirty="0" sz="1600" lang="en-US">
                <a:solidFill>
                  <a:schemeClr val="bg1"/>
                </a:solidFill>
                <a:cs typeface="+mn-ea"/>
                <a:sym typeface="+mn-lt"/>
              </a:endParaRPr>
            </a:p>
          </p:txBody>
        </p:sp>
      </p:grpSp>
      <p:grpSp>
        <p:nvGrpSpPr>
          <p:cNvPr id="80" name="组合 45"/>
          <p:cNvGrpSpPr/>
          <p:nvPr/>
        </p:nvGrpSpPr>
        <p:grpSpPr>
          <a:xfrm>
            <a:off x="3826638" y="3724109"/>
            <a:ext cx="1173480" cy="622820"/>
            <a:chOff x="6021094" y="2540233"/>
            <a:chExt cx="1173480" cy="622820"/>
          </a:xfrm>
        </p:grpSpPr>
        <p:sp>
          <p:nvSpPr>
            <p:cNvPr id="1048673" name="文本框 14"/>
            <p:cNvSpPr txBox="1"/>
            <p:nvPr/>
          </p:nvSpPr>
          <p:spPr>
            <a:xfrm>
              <a:off x="6035070" y="2540233"/>
              <a:ext cx="1117614" cy="369332"/>
            </a:xfrm>
            <a:prstGeom prst="rect"/>
            <a:noFill/>
          </p:spPr>
          <p:txBody>
            <a:bodyPr rtlCol="0" wrap="none">
              <a:spAutoFit/>
            </a:bodyPr>
            <a:p>
              <a:r>
                <a:rPr altLang="en-US" b="1" dirty="0" lang="zh-CN">
                  <a:solidFill>
                    <a:schemeClr val="bg1"/>
                  </a:solidFill>
                  <a:cs typeface="+mn-ea"/>
                  <a:sym typeface="+mn-lt"/>
                  <a:hlinkClick r:id="rId3" action="ppaction://hlinksldjump"/>
                </a:rPr>
                <a:t>设计思路</a:t>
              </a:r>
              <a:endParaRPr altLang="en-US" b="1" dirty="0" lang="zh-CN">
                <a:solidFill>
                  <a:schemeClr val="bg1"/>
                </a:solidFill>
                <a:cs typeface="+mn-ea"/>
                <a:sym typeface="+mn-lt"/>
              </a:endParaRPr>
            </a:p>
          </p:txBody>
        </p:sp>
        <p:sp>
          <p:nvSpPr>
            <p:cNvPr id="1048674" name="矩形 15"/>
            <p:cNvSpPr/>
            <p:nvPr/>
          </p:nvSpPr>
          <p:spPr>
            <a:xfrm>
              <a:off x="6021094" y="2843013"/>
              <a:ext cx="1173480" cy="320040"/>
            </a:xfrm>
            <a:prstGeom prst="rect"/>
          </p:spPr>
          <p:txBody>
            <a:bodyPr wrap="none">
              <a:spAutoFit/>
            </a:bodyPr>
            <a:p>
              <a:r>
                <a:rPr altLang="zh-CN" dirty="0" sz="1600" lang="en-US">
                  <a:solidFill>
                    <a:schemeClr val="bg1"/>
                  </a:solidFill>
                  <a:cs typeface="+mn-ea"/>
                  <a:sym typeface="+mn-lt"/>
                </a:rPr>
                <a:t>Design ideas</a:t>
              </a:r>
              <a:endParaRPr altLang="zh-CN" dirty="0" sz="1600" lang="en-US">
                <a:solidFill>
                  <a:schemeClr val="bg1"/>
                </a:solidFill>
                <a:cs typeface="+mn-ea"/>
                <a:sym typeface="+mn-lt"/>
              </a:endParaRPr>
            </a:p>
          </p:txBody>
        </p:sp>
      </p:grpSp>
      <p:grpSp>
        <p:nvGrpSpPr>
          <p:cNvPr id="81" name="组合 46"/>
          <p:cNvGrpSpPr/>
          <p:nvPr/>
        </p:nvGrpSpPr>
        <p:grpSpPr>
          <a:xfrm>
            <a:off x="6700334" y="3724109"/>
            <a:ext cx="1236980" cy="622820"/>
            <a:chOff x="6057662" y="4025643"/>
            <a:chExt cx="1236980" cy="622820"/>
          </a:xfrm>
        </p:grpSpPr>
        <p:sp>
          <p:nvSpPr>
            <p:cNvPr id="1048675" name="文本框 16"/>
            <p:cNvSpPr txBox="1"/>
            <p:nvPr/>
          </p:nvSpPr>
          <p:spPr>
            <a:xfrm>
              <a:off x="6071638" y="4025643"/>
              <a:ext cx="1107996" cy="369332"/>
            </a:xfrm>
            <a:prstGeom prst="rect"/>
            <a:noFill/>
          </p:spPr>
          <p:txBody>
            <a:bodyPr rtlCol="0" wrap="none">
              <a:spAutoFit/>
            </a:bodyPr>
            <a:p>
              <a:r>
                <a:rPr altLang="en-US" b="1" dirty="0" lang="zh-CN">
                  <a:solidFill>
                    <a:schemeClr val="bg1"/>
                  </a:solidFill>
                  <a:cs typeface="+mn-ea"/>
                  <a:sym typeface="+mn-lt"/>
                  <a:hlinkClick r:id="rId4" action="ppaction://hlinksldjump"/>
                </a:rPr>
                <a:t>代码实现</a:t>
              </a:r>
              <a:endParaRPr altLang="en-US" b="1" dirty="0" lang="zh-CN">
                <a:solidFill>
                  <a:schemeClr val="bg1"/>
                </a:solidFill>
                <a:cs typeface="+mn-ea"/>
                <a:sym typeface="+mn-lt"/>
              </a:endParaRPr>
            </a:p>
          </p:txBody>
        </p:sp>
        <p:sp>
          <p:nvSpPr>
            <p:cNvPr id="1048676" name="矩形 17"/>
            <p:cNvSpPr/>
            <p:nvPr/>
          </p:nvSpPr>
          <p:spPr>
            <a:xfrm>
              <a:off x="6057662" y="4328423"/>
              <a:ext cx="1236980" cy="320040"/>
            </a:xfrm>
            <a:prstGeom prst="rect"/>
          </p:spPr>
          <p:txBody>
            <a:bodyPr wrap="none">
              <a:spAutoFit/>
            </a:bodyPr>
            <a:p>
              <a:r>
                <a:rPr altLang="zh-CN" dirty="0" sz="1600" lang="en-US">
                  <a:solidFill>
                    <a:schemeClr val="bg1"/>
                  </a:solidFill>
                  <a:cs typeface="+mn-ea"/>
                  <a:sym typeface="+mn-lt"/>
                </a:rPr>
                <a:t>Code section</a:t>
              </a:r>
              <a:endParaRPr altLang="zh-CN" dirty="0" sz="1600" lang="en-US">
                <a:solidFill>
                  <a:schemeClr val="bg1"/>
                </a:solidFill>
                <a:cs typeface="+mn-ea"/>
                <a:sym typeface="+mn-lt"/>
              </a:endParaRPr>
            </a:p>
          </p:txBody>
        </p:sp>
      </p:grpSp>
      <p:grpSp>
        <p:nvGrpSpPr>
          <p:cNvPr id="82" name="组合 47"/>
          <p:cNvGrpSpPr/>
          <p:nvPr/>
        </p:nvGrpSpPr>
        <p:grpSpPr>
          <a:xfrm>
            <a:off x="9730753" y="3724109"/>
            <a:ext cx="2461247" cy="622820"/>
            <a:chOff x="5266846" y="5730187"/>
            <a:chExt cx="2461247" cy="622820"/>
          </a:xfrm>
        </p:grpSpPr>
        <p:sp>
          <p:nvSpPr>
            <p:cNvPr id="1048677" name="文本框 18"/>
            <p:cNvSpPr txBox="1"/>
            <p:nvPr/>
          </p:nvSpPr>
          <p:spPr>
            <a:xfrm>
              <a:off x="5280822" y="5730187"/>
              <a:ext cx="1800493" cy="369332"/>
            </a:xfrm>
            <a:prstGeom prst="rect"/>
            <a:noFill/>
          </p:spPr>
          <p:txBody>
            <a:bodyPr rtlCol="0" wrap="none">
              <a:spAutoFit/>
            </a:bodyPr>
            <a:p>
              <a:r>
                <a:rPr altLang="en-US" b="1" dirty="0" lang="zh-CN">
                  <a:solidFill>
                    <a:schemeClr val="bg1"/>
                  </a:solidFill>
                  <a:cs typeface="+mn-ea"/>
                  <a:sym typeface="+mn-lt"/>
                  <a:hlinkClick r:id="rId5" action="ppaction://hlinksldjump"/>
                </a:rPr>
                <a:t>调试与心得体会</a:t>
              </a:r>
              <a:endParaRPr altLang="en-US" b="1" dirty="0" lang="zh-CN">
                <a:solidFill>
                  <a:schemeClr val="bg1"/>
                </a:solidFill>
                <a:cs typeface="+mn-ea"/>
                <a:sym typeface="+mn-lt"/>
              </a:endParaRPr>
            </a:p>
          </p:txBody>
        </p:sp>
        <p:sp>
          <p:nvSpPr>
            <p:cNvPr id="1048678" name="矩形 19"/>
            <p:cNvSpPr/>
            <p:nvPr/>
          </p:nvSpPr>
          <p:spPr>
            <a:xfrm>
              <a:off x="5266846" y="6032967"/>
              <a:ext cx="2461247" cy="320040"/>
            </a:xfrm>
            <a:prstGeom prst="rect"/>
          </p:spPr>
          <p:txBody>
            <a:bodyPr wrap="square">
              <a:spAutoFit/>
            </a:bodyPr>
            <a:p>
              <a:r>
                <a:rPr altLang="zh-CN" dirty="0" sz="1600" lang="en-US">
                  <a:solidFill>
                    <a:schemeClr val="bg1"/>
                  </a:solidFill>
                  <a:cs typeface="+mn-ea"/>
                  <a:sym typeface="+mn-lt"/>
                </a:rPr>
                <a:t>Debugging and experience</a:t>
              </a:r>
              <a:endParaRPr altLang="zh-CN" dirty="0" sz="1600" lang="en-US">
                <a:solidFill>
                  <a:schemeClr val="bg1"/>
                </a:solidFill>
                <a:cs typeface="+mn-ea"/>
                <a:sym typeface="+mn-lt"/>
              </a:endParaRPr>
            </a:p>
          </p:txBody>
        </p:sp>
      </p:grpSp>
      <p:sp>
        <p:nvSpPr>
          <p:cNvPr id="1048679" name="文本框 2"/>
          <p:cNvSpPr txBox="1"/>
          <p:nvPr/>
        </p:nvSpPr>
        <p:spPr>
          <a:xfrm>
            <a:off x="5108426" y="2204864"/>
            <a:ext cx="1097280" cy="586741"/>
          </a:xfrm>
          <a:prstGeom prst="rect"/>
          <a:noFill/>
        </p:spPr>
        <p:txBody>
          <a:bodyPr rtlCol="0" wrap="none">
            <a:spAutoFit/>
          </a:bodyPr>
          <a:p>
            <a:pPr algn="ctr"/>
            <a:r>
              <a:rPr altLang="en-US" b="1" dirty="0" sz="3600" lang="zh-CN">
                <a:solidFill>
                  <a:schemeClr val="bg1">
                    <a:lumMod val="85000"/>
                  </a:schemeClr>
                </a:solidFill>
                <a:cs typeface="+mn-ea"/>
                <a:sym typeface="+mn-lt"/>
              </a:rPr>
              <a:t>目录</a:t>
            </a:r>
            <a:endParaRPr altLang="en-US" b="1" dirty="0" sz="3600" lang="zh-CN">
              <a:solidFill>
                <a:schemeClr val="bg1">
                  <a:lumMod val="85000"/>
                </a:schemeClr>
              </a:solidFill>
              <a:cs typeface="+mn-ea"/>
              <a:sym typeface="+mn-lt"/>
            </a:endParaRPr>
          </a:p>
        </p:txBody>
      </p:sp>
      <p:sp>
        <p:nvSpPr>
          <p:cNvPr id="1048680" name="文本框 23"/>
          <p:cNvSpPr txBox="1"/>
          <p:nvPr/>
        </p:nvSpPr>
        <p:spPr>
          <a:xfrm>
            <a:off x="5017087" y="2778591"/>
            <a:ext cx="1363980" cy="345441"/>
          </a:xfrm>
          <a:prstGeom prst="rect"/>
          <a:noFill/>
        </p:spPr>
        <p:txBody>
          <a:bodyPr rtlCol="0" wrap="none">
            <a:spAutoFit/>
          </a:bodyPr>
          <a:p>
            <a:pPr algn="ctr"/>
            <a:r>
              <a:rPr altLang="zh-CN" dirty="0" lang="en-US">
                <a:solidFill>
                  <a:schemeClr val="bg1">
                    <a:lumMod val="85000"/>
                  </a:schemeClr>
                </a:solidFill>
                <a:cs typeface="+mn-ea"/>
                <a:sym typeface="+mn-lt"/>
              </a:rPr>
              <a:t>CONTENT</a:t>
            </a:r>
            <a:endParaRPr altLang="en-US" dirty="0" lang="zh-CN">
              <a:solidFill>
                <a:schemeClr val="bg1">
                  <a:lumMod val="85000"/>
                </a:schemeClr>
              </a:solidFill>
              <a:cs typeface="+mn-ea"/>
              <a:sym typeface="+mn-lt"/>
            </a:endParaRPr>
          </a:p>
        </p:txBody>
      </p:sp>
      <p:sp>
        <p:nvSpPr>
          <p:cNvPr id="1048681" name="文本框 7"/>
          <p:cNvSpPr txBox="1"/>
          <p:nvPr/>
        </p:nvSpPr>
        <p:spPr>
          <a:xfrm>
            <a:off x="272776" y="3798555"/>
            <a:ext cx="538480" cy="472440"/>
          </a:xfrm>
          <a:prstGeom prst="rect"/>
          <a:noFill/>
          <a:ln>
            <a:solidFill>
              <a:srgbClr val="37BBED"/>
            </a:solidFill>
          </a:ln>
        </p:spPr>
        <p:txBody>
          <a:bodyPr rtlCol="0" wrap="none">
            <a:spAutoFit/>
          </a:bodyPr>
          <a:p>
            <a:r>
              <a:rPr altLang="zh-CN" b="1" dirty="0" sz="2800" lang="en-US">
                <a:solidFill>
                  <a:schemeClr val="bg1">
                    <a:lumMod val="85000"/>
                  </a:schemeClr>
                </a:solidFill>
                <a:cs typeface="+mn-ea"/>
                <a:sym typeface="+mn-lt"/>
              </a:rPr>
              <a:t>01</a:t>
            </a:r>
            <a:endParaRPr altLang="en-US" b="1" dirty="0" sz="2800" lang="zh-CN">
              <a:solidFill>
                <a:schemeClr val="bg1">
                  <a:lumMod val="85000"/>
                </a:schemeClr>
              </a:solidFill>
              <a:cs typeface="+mn-ea"/>
              <a:sym typeface="+mn-lt"/>
            </a:endParaRPr>
          </a:p>
        </p:txBody>
      </p:sp>
      <p:sp>
        <p:nvSpPr>
          <p:cNvPr id="1048682" name="文本框 11"/>
          <p:cNvSpPr txBox="1"/>
          <p:nvPr/>
        </p:nvSpPr>
        <p:spPr>
          <a:xfrm>
            <a:off x="3169143" y="3798555"/>
            <a:ext cx="538480" cy="472440"/>
          </a:xfrm>
          <a:prstGeom prst="rect"/>
          <a:noFill/>
          <a:ln>
            <a:solidFill>
              <a:srgbClr val="37BBED"/>
            </a:solidFill>
          </a:ln>
        </p:spPr>
        <p:txBody>
          <a:bodyPr rtlCol="0" wrap="none">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altLang="zh-CN" b="1" dirty="0" sz="2800" lang="en-US">
                <a:solidFill>
                  <a:schemeClr val="bg1">
                    <a:lumMod val="85000"/>
                  </a:schemeClr>
                </a:solidFill>
                <a:latin typeface="+mn-lt"/>
                <a:ea typeface="+mn-ea"/>
                <a:cs typeface="+mn-ea"/>
                <a:sym typeface="+mn-lt"/>
              </a:rPr>
              <a:t>02</a:t>
            </a:r>
            <a:endParaRPr altLang="en-US" b="1" dirty="0" sz="2800" lang="zh-CN">
              <a:solidFill>
                <a:schemeClr val="bg1">
                  <a:lumMod val="85000"/>
                </a:schemeClr>
              </a:solidFill>
              <a:latin typeface="+mn-lt"/>
              <a:ea typeface="+mn-ea"/>
              <a:cs typeface="+mn-ea"/>
              <a:sym typeface="+mn-lt"/>
            </a:endParaRPr>
          </a:p>
        </p:txBody>
      </p:sp>
      <p:sp>
        <p:nvSpPr>
          <p:cNvPr id="1048683" name="文本框 12"/>
          <p:cNvSpPr txBox="1"/>
          <p:nvPr/>
        </p:nvSpPr>
        <p:spPr>
          <a:xfrm>
            <a:off x="6042839" y="3798555"/>
            <a:ext cx="538480" cy="472440"/>
          </a:xfrm>
          <a:prstGeom prst="rect"/>
          <a:noFill/>
          <a:ln>
            <a:solidFill>
              <a:srgbClr val="37BBED"/>
            </a:solidFill>
          </a:ln>
        </p:spPr>
        <p:txBody>
          <a:bodyPr rtlCol="0" wrap="none">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altLang="zh-CN" b="1" dirty="0" sz="2800" lang="en-US">
                <a:solidFill>
                  <a:schemeClr val="bg1">
                    <a:lumMod val="85000"/>
                  </a:schemeClr>
                </a:solidFill>
                <a:latin typeface="+mn-lt"/>
                <a:ea typeface="+mn-ea"/>
                <a:cs typeface="+mn-ea"/>
                <a:sym typeface="+mn-lt"/>
              </a:rPr>
              <a:t>03</a:t>
            </a:r>
            <a:endParaRPr altLang="en-US" b="1" dirty="0" sz="2800" lang="zh-CN">
              <a:solidFill>
                <a:schemeClr val="bg1">
                  <a:lumMod val="85000"/>
                </a:schemeClr>
              </a:solidFill>
              <a:latin typeface="+mn-lt"/>
              <a:ea typeface="+mn-ea"/>
              <a:cs typeface="+mn-ea"/>
              <a:sym typeface="+mn-lt"/>
            </a:endParaRPr>
          </a:p>
        </p:txBody>
      </p:sp>
      <p:sp>
        <p:nvSpPr>
          <p:cNvPr id="1048684" name="文本框 13"/>
          <p:cNvSpPr txBox="1"/>
          <p:nvPr/>
        </p:nvSpPr>
        <p:spPr>
          <a:xfrm>
            <a:off x="9073258" y="3798555"/>
            <a:ext cx="538480" cy="472440"/>
          </a:xfrm>
          <a:prstGeom prst="rect"/>
          <a:noFill/>
          <a:ln>
            <a:solidFill>
              <a:srgbClr val="37BBED"/>
            </a:solidFill>
          </a:ln>
        </p:spPr>
        <p:txBody>
          <a:bodyPr rtlCol="0" wrap="none">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altLang="zh-CN" b="1" dirty="0" sz="2800" lang="en-US">
                <a:solidFill>
                  <a:schemeClr val="bg1">
                    <a:lumMod val="85000"/>
                  </a:schemeClr>
                </a:solidFill>
                <a:latin typeface="+mn-lt"/>
                <a:ea typeface="+mn-ea"/>
                <a:cs typeface="+mn-ea"/>
                <a:sym typeface="+mn-lt"/>
              </a:rPr>
              <a:t>04</a:t>
            </a:r>
            <a:endParaRPr altLang="en-US" b="1" dirty="0" sz="2800" lang="zh-CN">
              <a:solidFill>
                <a:schemeClr val="bg1">
                  <a:lumMod val="85000"/>
                </a:schemeClr>
              </a:solidFill>
              <a:latin typeface="+mn-lt"/>
              <a:ea typeface="+mn-ea"/>
              <a:cs typeface="+mn-ea"/>
              <a:sym typeface="+mn-lt"/>
            </a:endParaRPr>
          </a:p>
        </p:txBody>
      </p:sp>
      <p:grpSp>
        <p:nvGrpSpPr>
          <p:cNvPr id="83" name="组合 40"/>
          <p:cNvGrpSpPr/>
          <p:nvPr/>
        </p:nvGrpSpPr>
        <p:grpSpPr>
          <a:xfrm rot="10800000" flipV="1">
            <a:off x="263352" y="3318349"/>
            <a:ext cx="11745783" cy="45719"/>
            <a:chOff x="3182554" y="3904019"/>
            <a:chExt cx="5543625" cy="45719"/>
          </a:xfrm>
        </p:grpSpPr>
        <p:sp>
          <p:nvSpPr>
            <p:cNvPr id="1048685" name="PA_矩形 11"/>
            <p:cNvSpPr/>
            <p:nvPr>
              <p:custDataLst>
                <p:tags r:id="rId6"/>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86" name="PA_矩形 11"/>
            <p:cNvSpPr/>
            <p:nvPr>
              <p:custDataLst>
                <p:tags r:id="rId7"/>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87" name="PA_矩形 11"/>
            <p:cNvSpPr/>
            <p:nvPr>
              <p:custDataLst>
                <p:tags r:id="rId8"/>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70" name="图片 28" descr="图片包含 就坐, 黑色, 建筑物, 户外  已生成高可信度的说明"/>
          <p:cNvPicPr>
            <a:picLocks noChangeAspect="1"/>
          </p:cNvPicPr>
          <p:nvPr/>
        </p:nvPicPr>
        <p:blipFill rotWithShape="1">
          <a:blip xmlns:r="http://schemas.openxmlformats.org/officeDocument/2006/relationships" r:embed="rId9" cstate="screen"/>
          <a:srcRect/>
          <a:stretch>
            <a:fillRect/>
          </a:stretch>
        </p:blipFill>
        <p:spPr>
          <a:xfrm flipH="1">
            <a:off x="10658322" y="4857886"/>
            <a:ext cx="1341132" cy="1509838"/>
          </a:xfrm>
          <a:prstGeom prst="rect"/>
        </p:spPr>
      </p:pic>
    </p:spTree>
    <p:custDataLst>
      <p:tags r:id="rId10"/>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680"/>
                                        </p:tgtEl>
                                        <p:attrNameLst>
                                          <p:attrName>style.visibility</p:attrName>
                                        </p:attrNameLst>
                                      </p:cBhvr>
                                      <p:to>
                                        <p:strVal val="visible"/>
                                      </p:to>
                                    </p:set>
                                    <p:animEffect transition="in" filter="fade">
                                      <p:cBhvr>
                                        <p:cTn dur="1000" id="7"/>
                                        <p:tgtEl>
                                          <p:spTgt spid="1048680"/>
                                        </p:tgtEl>
                                      </p:cBhvr>
                                    </p:animEffect>
                                    <p:anim calcmode="lin" valueType="num">
                                      <p:cBhvr>
                                        <p:cTn dur="1000" fill="hold" id="8"/>
                                        <p:tgtEl>
                                          <p:spTgt spid="1048680"/>
                                        </p:tgtEl>
                                        <p:attrNameLst>
                                          <p:attrName>ppt_x</p:attrName>
                                        </p:attrNameLst>
                                      </p:cBhvr>
                                      <p:tavLst>
                                        <p:tav tm="0">
                                          <p:val>
                                            <p:strVal val="#ppt_x"/>
                                          </p:val>
                                        </p:tav>
                                        <p:tav tm="100000">
                                          <p:val>
                                            <p:strVal val="#ppt_x"/>
                                          </p:val>
                                        </p:tav>
                                      </p:tavLst>
                                    </p:anim>
                                    <p:anim calcmode="lin" valueType="num">
                                      <p:cBhvr>
                                        <p:cTn dur="1000" fill="hold" id="9"/>
                                        <p:tgtEl>
                                          <p:spTgt spid="1048680"/>
                                        </p:tgtEl>
                                        <p:attrNameLst>
                                          <p:attrName>ppt_y</p:attrName>
                                        </p:attrNameLst>
                                      </p:cBhvr>
                                      <p:tavLst>
                                        <p:tav tm="0">
                                          <p:val>
                                            <p:strVal val="#ppt_y+.1"/>
                                          </p:val>
                                        </p:tav>
                                        <p:tav tm="100000">
                                          <p:val>
                                            <p:strVal val="#ppt_y"/>
                                          </p:val>
                                        </p:tav>
                                      </p:tavLst>
                                    </p:anim>
                                  </p:childTnLst>
                                </p:cTn>
                              </p:par>
                              <p:par>
                                <p:cTn fill="hold" grpId="0" id="10" nodeType="withEffect" presetClass="entr" presetID="42" presetSubtype="0">
                                  <p:stCondLst>
                                    <p:cond delay="0"/>
                                  </p:stCondLst>
                                  <p:childTnLst>
                                    <p:set>
                                      <p:cBhvr>
                                        <p:cTn dur="1" fill="hold" id="11">
                                          <p:stCondLst>
                                            <p:cond delay="0"/>
                                          </p:stCondLst>
                                        </p:cTn>
                                        <p:tgtEl>
                                          <p:spTgt spid="1048679"/>
                                        </p:tgtEl>
                                        <p:attrNameLst>
                                          <p:attrName>style.visibility</p:attrName>
                                        </p:attrNameLst>
                                      </p:cBhvr>
                                      <p:to>
                                        <p:strVal val="visible"/>
                                      </p:to>
                                    </p:set>
                                    <p:animEffect transition="in" filter="fade">
                                      <p:cBhvr>
                                        <p:cTn dur="1000" id="12"/>
                                        <p:tgtEl>
                                          <p:spTgt spid="1048679"/>
                                        </p:tgtEl>
                                      </p:cBhvr>
                                    </p:animEffect>
                                    <p:anim calcmode="lin" valueType="num">
                                      <p:cBhvr>
                                        <p:cTn dur="1000" fill="hold" id="13"/>
                                        <p:tgtEl>
                                          <p:spTgt spid="1048679"/>
                                        </p:tgtEl>
                                        <p:attrNameLst>
                                          <p:attrName>ppt_x</p:attrName>
                                        </p:attrNameLst>
                                      </p:cBhvr>
                                      <p:tavLst>
                                        <p:tav tm="0">
                                          <p:val>
                                            <p:strVal val="#ppt_x"/>
                                          </p:val>
                                        </p:tav>
                                        <p:tav tm="100000">
                                          <p:val>
                                            <p:strVal val="#ppt_x"/>
                                          </p:val>
                                        </p:tav>
                                      </p:tavLst>
                                    </p:anim>
                                    <p:anim calcmode="lin" valueType="num">
                                      <p:cBhvr>
                                        <p:cTn dur="1000" fill="hold" id="14"/>
                                        <p:tgtEl>
                                          <p:spTgt spid="1048679"/>
                                        </p:tgtEl>
                                        <p:attrNameLst>
                                          <p:attrName>ppt_y</p:attrName>
                                        </p:attrNameLst>
                                      </p:cBhvr>
                                      <p:tavLst>
                                        <p:tav tm="0">
                                          <p:val>
                                            <p:strVal val="#ppt_y+.1"/>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6" presetSubtype="42">
                                  <p:stCondLst>
                                    <p:cond delay="0"/>
                                  </p:stCondLst>
                                  <p:childTnLst>
                                    <p:set>
                                      <p:cBhvr>
                                        <p:cTn dur="1" fill="hold" id="18">
                                          <p:stCondLst>
                                            <p:cond delay="0"/>
                                          </p:stCondLst>
                                        </p:cTn>
                                        <p:tgtEl>
                                          <p:spTgt spid="83"/>
                                        </p:tgtEl>
                                        <p:attrNameLst>
                                          <p:attrName>style.visibility</p:attrName>
                                        </p:attrNameLst>
                                      </p:cBhvr>
                                      <p:to>
                                        <p:strVal val="visible"/>
                                      </p:to>
                                    </p:set>
                                    <p:animEffect transition="in" filter="barn(outHorizontal)">
                                      <p:cBhvr>
                                        <p:cTn dur="500" id="19"/>
                                        <p:tgtEl>
                                          <p:spTgt spid="83"/>
                                        </p:tgtEl>
                                      </p:cBhvr>
                                    </p:animEffec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42" presetSubtype="0">
                                  <p:stCondLst>
                                    <p:cond delay="0"/>
                                  </p:stCondLst>
                                  <p:childTnLst>
                                    <p:set>
                                      <p:cBhvr>
                                        <p:cTn dur="1" fill="hold" id="23">
                                          <p:stCondLst>
                                            <p:cond delay="0"/>
                                          </p:stCondLst>
                                        </p:cTn>
                                        <p:tgtEl>
                                          <p:spTgt spid="1048681"/>
                                        </p:tgtEl>
                                        <p:attrNameLst>
                                          <p:attrName>style.visibility</p:attrName>
                                        </p:attrNameLst>
                                      </p:cBhvr>
                                      <p:to>
                                        <p:strVal val="visible"/>
                                      </p:to>
                                    </p:set>
                                    <p:animEffect transition="in" filter="fade">
                                      <p:cBhvr>
                                        <p:cTn dur="1000" id="24"/>
                                        <p:tgtEl>
                                          <p:spTgt spid="1048681"/>
                                        </p:tgtEl>
                                      </p:cBhvr>
                                    </p:animEffect>
                                    <p:anim calcmode="lin" valueType="num">
                                      <p:cBhvr>
                                        <p:cTn dur="1000" fill="hold" id="25"/>
                                        <p:tgtEl>
                                          <p:spTgt spid="1048681"/>
                                        </p:tgtEl>
                                        <p:attrNameLst>
                                          <p:attrName>ppt_x</p:attrName>
                                        </p:attrNameLst>
                                      </p:cBhvr>
                                      <p:tavLst>
                                        <p:tav tm="0">
                                          <p:val>
                                            <p:strVal val="#ppt_x"/>
                                          </p:val>
                                        </p:tav>
                                        <p:tav tm="100000">
                                          <p:val>
                                            <p:strVal val="#ppt_x"/>
                                          </p:val>
                                        </p:tav>
                                      </p:tavLst>
                                    </p:anim>
                                    <p:anim calcmode="lin" valueType="num">
                                      <p:cBhvr>
                                        <p:cTn dur="1000" fill="hold" id="26"/>
                                        <p:tgtEl>
                                          <p:spTgt spid="1048681"/>
                                        </p:tgtEl>
                                        <p:attrNameLst>
                                          <p:attrName>ppt_y</p:attrName>
                                        </p:attrNameLst>
                                      </p:cBhvr>
                                      <p:tavLst>
                                        <p:tav tm="0">
                                          <p:val>
                                            <p:strVal val="#ppt_y+.1"/>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2">
                                  <p:stCondLst>
                                    <p:cond delay="0"/>
                                  </p:stCondLst>
                                  <p:childTnLst>
                                    <p:set>
                                      <p:cBhvr>
                                        <p:cTn dur="1" fill="hold" id="30">
                                          <p:stCondLst>
                                            <p:cond delay="0"/>
                                          </p:stCondLst>
                                        </p:cTn>
                                        <p:tgtEl>
                                          <p:spTgt spid="79"/>
                                        </p:tgtEl>
                                        <p:attrNameLst>
                                          <p:attrName>style.visibility</p:attrName>
                                        </p:attrNameLst>
                                      </p:cBhvr>
                                      <p:to>
                                        <p:strVal val="visible"/>
                                      </p:to>
                                    </p:set>
                                    <p:anim calcmode="lin" valueType="num">
                                      <p:cBhvr additive="base">
                                        <p:cTn dur="500" fill="hold" id="31"/>
                                        <p:tgtEl>
                                          <p:spTgt spid="79"/>
                                        </p:tgtEl>
                                        <p:attrNameLst>
                                          <p:attrName>ppt_x</p:attrName>
                                        </p:attrNameLst>
                                      </p:cBhvr>
                                      <p:tavLst>
                                        <p:tav tm="0">
                                          <p:val>
                                            <p:strVal val="1+#ppt_w/2"/>
                                          </p:val>
                                        </p:tav>
                                        <p:tav tm="100000">
                                          <p:val>
                                            <p:strVal val="#ppt_x"/>
                                          </p:val>
                                        </p:tav>
                                      </p:tavLst>
                                    </p:anim>
                                    <p:anim calcmode="lin" valueType="num">
                                      <p:cBhvr additive="base">
                                        <p:cTn dur="500" fill="hold" id="32"/>
                                        <p:tgtEl>
                                          <p:spTgt spid="79"/>
                                        </p:tgtEl>
                                        <p:attrNameLst>
                                          <p:attrName>ppt_y</p:attrName>
                                        </p:attrNameLst>
                                      </p:cBhvr>
                                      <p:tavLst>
                                        <p:tav tm="0">
                                          <p:val>
                                            <p:strVal val="#ppt_y"/>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42" presetSubtype="0">
                                  <p:stCondLst>
                                    <p:cond delay="0"/>
                                  </p:stCondLst>
                                  <p:childTnLst>
                                    <p:set>
                                      <p:cBhvr>
                                        <p:cTn dur="1" fill="hold" id="36">
                                          <p:stCondLst>
                                            <p:cond delay="0"/>
                                          </p:stCondLst>
                                        </p:cTn>
                                        <p:tgtEl>
                                          <p:spTgt spid="1048682"/>
                                        </p:tgtEl>
                                        <p:attrNameLst>
                                          <p:attrName>style.visibility</p:attrName>
                                        </p:attrNameLst>
                                      </p:cBhvr>
                                      <p:to>
                                        <p:strVal val="visible"/>
                                      </p:to>
                                    </p:set>
                                    <p:animEffect transition="in" filter="fade">
                                      <p:cBhvr>
                                        <p:cTn dur="1000" id="37"/>
                                        <p:tgtEl>
                                          <p:spTgt spid="1048682"/>
                                        </p:tgtEl>
                                      </p:cBhvr>
                                    </p:animEffect>
                                    <p:anim calcmode="lin" valueType="num">
                                      <p:cBhvr>
                                        <p:cTn dur="1000" fill="hold" id="38"/>
                                        <p:tgtEl>
                                          <p:spTgt spid="1048682"/>
                                        </p:tgtEl>
                                        <p:attrNameLst>
                                          <p:attrName>ppt_x</p:attrName>
                                        </p:attrNameLst>
                                      </p:cBhvr>
                                      <p:tavLst>
                                        <p:tav tm="0">
                                          <p:val>
                                            <p:strVal val="#ppt_x"/>
                                          </p:val>
                                        </p:tav>
                                        <p:tav tm="100000">
                                          <p:val>
                                            <p:strVal val="#ppt_x"/>
                                          </p:val>
                                        </p:tav>
                                      </p:tavLst>
                                    </p:anim>
                                    <p:anim calcmode="lin" valueType="num">
                                      <p:cBhvr>
                                        <p:cTn dur="1000" fill="hold" id="39"/>
                                        <p:tgtEl>
                                          <p:spTgt spid="1048682"/>
                                        </p:tgtEl>
                                        <p:attrNameLst>
                                          <p:attrName>ppt_y</p:attrName>
                                        </p:attrNameLst>
                                      </p:cBhvr>
                                      <p:tavLst>
                                        <p:tav tm="0">
                                          <p:val>
                                            <p:strVal val="#ppt_y+.1"/>
                                          </p:val>
                                        </p:tav>
                                        <p:tav tm="100000">
                                          <p:val>
                                            <p:strVal val="#ppt_y"/>
                                          </p:val>
                                        </p:tav>
                                      </p:tavLst>
                                    </p:anim>
                                  </p:childTnLst>
                                </p:cTn>
                              </p:par>
                            </p:childTnLst>
                          </p:cTn>
                        </p:par>
                      </p:childTnLst>
                    </p:cTn>
                  </p:par>
                  <p:par>
                    <p:cTn fill="hold" id="40">
                      <p:stCondLst>
                        <p:cond delay="indefinite"/>
                      </p:stCondLst>
                      <p:childTnLst>
                        <p:par>
                          <p:cTn fill="hold" id="41">
                            <p:stCondLst>
                              <p:cond delay="0"/>
                            </p:stCondLst>
                            <p:childTnLst>
                              <p:par>
                                <p:cTn fill="hold" id="42" nodeType="clickEffect" presetClass="entr" presetID="2" presetSubtype="2">
                                  <p:stCondLst>
                                    <p:cond delay="0"/>
                                  </p:stCondLst>
                                  <p:childTnLst>
                                    <p:set>
                                      <p:cBhvr>
                                        <p:cTn dur="1" fill="hold" id="43">
                                          <p:stCondLst>
                                            <p:cond delay="0"/>
                                          </p:stCondLst>
                                        </p:cTn>
                                        <p:tgtEl>
                                          <p:spTgt spid="80"/>
                                        </p:tgtEl>
                                        <p:attrNameLst>
                                          <p:attrName>style.visibility</p:attrName>
                                        </p:attrNameLst>
                                      </p:cBhvr>
                                      <p:to>
                                        <p:strVal val="visible"/>
                                      </p:to>
                                    </p:set>
                                    <p:anim calcmode="lin" valueType="num">
                                      <p:cBhvr additive="base">
                                        <p:cTn dur="500" fill="hold" id="44"/>
                                        <p:tgtEl>
                                          <p:spTgt spid="80"/>
                                        </p:tgtEl>
                                        <p:attrNameLst>
                                          <p:attrName>ppt_x</p:attrName>
                                        </p:attrNameLst>
                                      </p:cBhvr>
                                      <p:tavLst>
                                        <p:tav tm="0">
                                          <p:val>
                                            <p:strVal val="1+#ppt_w/2"/>
                                          </p:val>
                                        </p:tav>
                                        <p:tav tm="100000">
                                          <p:val>
                                            <p:strVal val="#ppt_x"/>
                                          </p:val>
                                        </p:tav>
                                      </p:tavLst>
                                    </p:anim>
                                    <p:anim calcmode="lin" valueType="num">
                                      <p:cBhvr additive="base">
                                        <p:cTn dur="500" fill="hold" id="45"/>
                                        <p:tgtEl>
                                          <p:spTgt spid="80"/>
                                        </p:tgtEl>
                                        <p:attrNameLst>
                                          <p:attrName>ppt_y</p:attrName>
                                        </p:attrNameLst>
                                      </p:cBhvr>
                                      <p:tavLst>
                                        <p:tav tm="0">
                                          <p:val>
                                            <p:strVal val="#ppt_y"/>
                                          </p:val>
                                        </p:tav>
                                        <p:tav tm="100000">
                                          <p:val>
                                            <p:strVal val="#ppt_y"/>
                                          </p:val>
                                        </p:tav>
                                      </p:tavLst>
                                    </p:anim>
                                  </p:childTnLst>
                                </p:cTn>
                              </p:par>
                            </p:childTnLst>
                          </p:cTn>
                        </p:par>
                      </p:childTnLst>
                    </p:cTn>
                  </p:par>
                  <p:par>
                    <p:cTn fill="hold" id="46">
                      <p:stCondLst>
                        <p:cond delay="indefinite"/>
                      </p:stCondLst>
                      <p:childTnLst>
                        <p:par>
                          <p:cTn fill="hold" id="47">
                            <p:stCondLst>
                              <p:cond delay="0"/>
                            </p:stCondLst>
                            <p:childTnLst>
                              <p:par>
                                <p:cTn fill="hold" grpId="0" id="48" nodeType="clickEffect" presetClass="entr" presetID="42" presetSubtype="0">
                                  <p:stCondLst>
                                    <p:cond delay="0"/>
                                  </p:stCondLst>
                                  <p:childTnLst>
                                    <p:set>
                                      <p:cBhvr>
                                        <p:cTn dur="1" fill="hold" id="49">
                                          <p:stCondLst>
                                            <p:cond delay="0"/>
                                          </p:stCondLst>
                                        </p:cTn>
                                        <p:tgtEl>
                                          <p:spTgt spid="1048683"/>
                                        </p:tgtEl>
                                        <p:attrNameLst>
                                          <p:attrName>style.visibility</p:attrName>
                                        </p:attrNameLst>
                                      </p:cBhvr>
                                      <p:to>
                                        <p:strVal val="visible"/>
                                      </p:to>
                                    </p:set>
                                    <p:animEffect transition="in" filter="fade">
                                      <p:cBhvr>
                                        <p:cTn dur="1000" id="50"/>
                                        <p:tgtEl>
                                          <p:spTgt spid="1048683"/>
                                        </p:tgtEl>
                                      </p:cBhvr>
                                    </p:animEffect>
                                    <p:anim calcmode="lin" valueType="num">
                                      <p:cBhvr>
                                        <p:cTn dur="1000" fill="hold" id="51"/>
                                        <p:tgtEl>
                                          <p:spTgt spid="1048683"/>
                                        </p:tgtEl>
                                        <p:attrNameLst>
                                          <p:attrName>ppt_x</p:attrName>
                                        </p:attrNameLst>
                                      </p:cBhvr>
                                      <p:tavLst>
                                        <p:tav tm="0">
                                          <p:val>
                                            <p:strVal val="#ppt_x"/>
                                          </p:val>
                                        </p:tav>
                                        <p:tav tm="100000">
                                          <p:val>
                                            <p:strVal val="#ppt_x"/>
                                          </p:val>
                                        </p:tav>
                                      </p:tavLst>
                                    </p:anim>
                                    <p:anim calcmode="lin" valueType="num">
                                      <p:cBhvr>
                                        <p:cTn dur="1000" fill="hold" id="52"/>
                                        <p:tgtEl>
                                          <p:spTgt spid="1048683"/>
                                        </p:tgtEl>
                                        <p:attrNameLst>
                                          <p:attrName>ppt_y</p:attrName>
                                        </p:attrNameLst>
                                      </p:cBhvr>
                                      <p:tavLst>
                                        <p:tav tm="0">
                                          <p:val>
                                            <p:strVal val="#ppt_y+.1"/>
                                          </p:val>
                                        </p:tav>
                                        <p:tav tm="100000">
                                          <p:val>
                                            <p:strVal val="#ppt_y"/>
                                          </p:val>
                                        </p:tav>
                                      </p:tavLst>
                                    </p:anim>
                                  </p:childTnLst>
                                </p:cTn>
                              </p:par>
                            </p:childTnLst>
                          </p:cTn>
                        </p:par>
                      </p:childTnLst>
                    </p:cTn>
                  </p:par>
                  <p:par>
                    <p:cTn fill="hold" id="53">
                      <p:stCondLst>
                        <p:cond delay="indefinite"/>
                      </p:stCondLst>
                      <p:childTnLst>
                        <p:par>
                          <p:cTn fill="hold" id="54">
                            <p:stCondLst>
                              <p:cond delay="0"/>
                            </p:stCondLst>
                            <p:childTnLst>
                              <p:par>
                                <p:cTn fill="hold" id="55" nodeType="clickEffect" presetClass="entr" presetID="2" presetSubtype="2">
                                  <p:stCondLst>
                                    <p:cond delay="0"/>
                                  </p:stCondLst>
                                  <p:childTnLst>
                                    <p:set>
                                      <p:cBhvr>
                                        <p:cTn dur="1" fill="hold" id="56">
                                          <p:stCondLst>
                                            <p:cond delay="0"/>
                                          </p:stCondLst>
                                        </p:cTn>
                                        <p:tgtEl>
                                          <p:spTgt spid="81"/>
                                        </p:tgtEl>
                                        <p:attrNameLst>
                                          <p:attrName>style.visibility</p:attrName>
                                        </p:attrNameLst>
                                      </p:cBhvr>
                                      <p:to>
                                        <p:strVal val="visible"/>
                                      </p:to>
                                    </p:set>
                                    <p:anim calcmode="lin" valueType="num">
                                      <p:cBhvr additive="base">
                                        <p:cTn dur="500" fill="hold" id="57"/>
                                        <p:tgtEl>
                                          <p:spTgt spid="81"/>
                                        </p:tgtEl>
                                        <p:attrNameLst>
                                          <p:attrName>ppt_x</p:attrName>
                                        </p:attrNameLst>
                                      </p:cBhvr>
                                      <p:tavLst>
                                        <p:tav tm="0">
                                          <p:val>
                                            <p:strVal val="1+#ppt_w/2"/>
                                          </p:val>
                                        </p:tav>
                                        <p:tav tm="100000">
                                          <p:val>
                                            <p:strVal val="#ppt_x"/>
                                          </p:val>
                                        </p:tav>
                                      </p:tavLst>
                                    </p:anim>
                                    <p:anim calcmode="lin" valueType="num">
                                      <p:cBhvr additive="base">
                                        <p:cTn dur="500" fill="hold" id="58"/>
                                        <p:tgtEl>
                                          <p:spTgt spid="81"/>
                                        </p:tgtEl>
                                        <p:attrNameLst>
                                          <p:attrName>ppt_y</p:attrName>
                                        </p:attrNameLst>
                                      </p:cBhvr>
                                      <p:tavLst>
                                        <p:tav tm="0">
                                          <p:val>
                                            <p:strVal val="#ppt_y"/>
                                          </p:val>
                                        </p:tav>
                                        <p:tav tm="100000">
                                          <p:val>
                                            <p:strVal val="#ppt_y"/>
                                          </p:val>
                                        </p:tav>
                                      </p:tavLst>
                                    </p:anim>
                                  </p:childTnLst>
                                </p:cTn>
                              </p:par>
                            </p:childTnLst>
                          </p:cTn>
                        </p:par>
                      </p:childTnLst>
                    </p:cTn>
                  </p:par>
                  <p:par>
                    <p:cTn fill="hold" id="59">
                      <p:stCondLst>
                        <p:cond delay="indefinite"/>
                      </p:stCondLst>
                      <p:childTnLst>
                        <p:par>
                          <p:cTn fill="hold" id="60">
                            <p:stCondLst>
                              <p:cond delay="0"/>
                            </p:stCondLst>
                            <p:childTnLst>
                              <p:par>
                                <p:cTn fill="hold" grpId="0" id="61" nodeType="clickEffect" presetClass="entr" presetID="42" presetSubtype="0">
                                  <p:stCondLst>
                                    <p:cond delay="0"/>
                                  </p:stCondLst>
                                  <p:childTnLst>
                                    <p:set>
                                      <p:cBhvr>
                                        <p:cTn dur="1" fill="hold" id="62">
                                          <p:stCondLst>
                                            <p:cond delay="0"/>
                                          </p:stCondLst>
                                        </p:cTn>
                                        <p:tgtEl>
                                          <p:spTgt spid="1048684"/>
                                        </p:tgtEl>
                                        <p:attrNameLst>
                                          <p:attrName>style.visibility</p:attrName>
                                        </p:attrNameLst>
                                      </p:cBhvr>
                                      <p:to>
                                        <p:strVal val="visible"/>
                                      </p:to>
                                    </p:set>
                                    <p:animEffect transition="in" filter="fade">
                                      <p:cBhvr>
                                        <p:cTn dur="1000" id="63"/>
                                        <p:tgtEl>
                                          <p:spTgt spid="1048684"/>
                                        </p:tgtEl>
                                      </p:cBhvr>
                                    </p:animEffect>
                                    <p:anim calcmode="lin" valueType="num">
                                      <p:cBhvr>
                                        <p:cTn dur="1000" fill="hold" id="64"/>
                                        <p:tgtEl>
                                          <p:spTgt spid="1048684"/>
                                        </p:tgtEl>
                                        <p:attrNameLst>
                                          <p:attrName>ppt_x</p:attrName>
                                        </p:attrNameLst>
                                      </p:cBhvr>
                                      <p:tavLst>
                                        <p:tav tm="0">
                                          <p:val>
                                            <p:strVal val="#ppt_x"/>
                                          </p:val>
                                        </p:tav>
                                        <p:tav tm="100000">
                                          <p:val>
                                            <p:strVal val="#ppt_x"/>
                                          </p:val>
                                        </p:tav>
                                      </p:tavLst>
                                    </p:anim>
                                    <p:anim calcmode="lin" valueType="num">
                                      <p:cBhvr>
                                        <p:cTn dur="1000" fill="hold" id="65"/>
                                        <p:tgtEl>
                                          <p:spTgt spid="1048684"/>
                                        </p:tgtEl>
                                        <p:attrNameLst>
                                          <p:attrName>ppt_y</p:attrName>
                                        </p:attrNameLst>
                                      </p:cBhvr>
                                      <p:tavLst>
                                        <p:tav tm="0">
                                          <p:val>
                                            <p:strVal val="#ppt_y+.1"/>
                                          </p:val>
                                        </p:tav>
                                        <p:tav tm="100000">
                                          <p:val>
                                            <p:strVal val="#ppt_y"/>
                                          </p:val>
                                        </p:tav>
                                      </p:tavLst>
                                    </p:anim>
                                  </p:childTnLst>
                                </p:cTn>
                              </p:par>
                            </p:childTnLst>
                          </p:cTn>
                        </p:par>
                      </p:childTnLst>
                    </p:cTn>
                  </p:par>
                  <p:par>
                    <p:cTn fill="hold" id="66">
                      <p:stCondLst>
                        <p:cond delay="indefinite"/>
                      </p:stCondLst>
                      <p:childTnLst>
                        <p:par>
                          <p:cTn fill="hold" id="67">
                            <p:stCondLst>
                              <p:cond delay="0"/>
                            </p:stCondLst>
                            <p:childTnLst>
                              <p:par>
                                <p:cTn fill="hold" id="68" nodeType="clickEffect" presetClass="entr" presetID="2" presetSubtype="2">
                                  <p:stCondLst>
                                    <p:cond delay="0"/>
                                  </p:stCondLst>
                                  <p:childTnLst>
                                    <p:set>
                                      <p:cBhvr>
                                        <p:cTn dur="1" fill="hold" id="69">
                                          <p:stCondLst>
                                            <p:cond delay="0"/>
                                          </p:stCondLst>
                                        </p:cTn>
                                        <p:tgtEl>
                                          <p:spTgt spid="82"/>
                                        </p:tgtEl>
                                        <p:attrNameLst>
                                          <p:attrName>style.visibility</p:attrName>
                                        </p:attrNameLst>
                                      </p:cBhvr>
                                      <p:to>
                                        <p:strVal val="visible"/>
                                      </p:to>
                                    </p:set>
                                    <p:anim calcmode="lin" valueType="num">
                                      <p:cBhvr additive="base">
                                        <p:cTn dur="500" fill="hold" id="70"/>
                                        <p:tgtEl>
                                          <p:spTgt spid="82"/>
                                        </p:tgtEl>
                                        <p:attrNameLst>
                                          <p:attrName>ppt_x</p:attrName>
                                        </p:attrNameLst>
                                      </p:cBhvr>
                                      <p:tavLst>
                                        <p:tav tm="0">
                                          <p:val>
                                            <p:strVal val="1+#ppt_w/2"/>
                                          </p:val>
                                        </p:tav>
                                        <p:tav tm="100000">
                                          <p:val>
                                            <p:strVal val="#ppt_x"/>
                                          </p:val>
                                        </p:tav>
                                      </p:tavLst>
                                    </p:anim>
                                    <p:anim calcmode="lin" valueType="num">
                                      <p:cBhvr additive="base">
                                        <p:cTn dur="500" fill="hold" id="71"/>
                                        <p:tgtEl>
                                          <p:spTgt spid="82"/>
                                        </p:tgtEl>
                                        <p:attrNameLst>
                                          <p:attrName>ppt_y</p:attrName>
                                        </p:attrNameLst>
                                      </p:cBhvr>
                                      <p:tavLst>
                                        <p:tav tm="0">
                                          <p:val>
                                            <p:strVal val="#ppt_y"/>
                                          </p:val>
                                        </p:tav>
                                        <p:tav tm="100000">
                                          <p:val>
                                            <p:strVal val="#ppt_y"/>
                                          </p:val>
                                        </p:tav>
                                      </p:tavLst>
                                    </p:anim>
                                  </p:childTnLst>
                                </p:cTn>
                              </p:par>
                            </p:childTnLst>
                          </p:cTn>
                        </p:par>
                      </p:childTnLst>
                    </p:cTn>
                  </p:par>
                  <p:par>
                    <p:cTn fill="hold" id="72">
                      <p:stCondLst>
                        <p:cond delay="indefinite"/>
                      </p:stCondLst>
                      <p:childTnLst>
                        <p:par>
                          <p:cTn fill="hold" id="73">
                            <p:stCondLst>
                              <p:cond delay="0"/>
                            </p:stCondLst>
                            <p:childTnLst>
                              <p:par>
                                <p:cTn fill="hold" id="74" nodeType="clickEffect" presetClass="entr" presetID="53" presetSubtype="16">
                                  <p:stCondLst>
                                    <p:cond delay="0"/>
                                  </p:stCondLst>
                                  <p:childTnLst>
                                    <p:set>
                                      <p:cBhvr>
                                        <p:cTn dur="1" fill="hold" id="75">
                                          <p:stCondLst>
                                            <p:cond delay="0"/>
                                          </p:stCondLst>
                                        </p:cTn>
                                        <p:tgtEl>
                                          <p:spTgt spid="2097169"/>
                                        </p:tgtEl>
                                        <p:attrNameLst>
                                          <p:attrName>style.visibility</p:attrName>
                                        </p:attrNameLst>
                                      </p:cBhvr>
                                      <p:to>
                                        <p:strVal val="visible"/>
                                      </p:to>
                                    </p:set>
                                    <p:anim calcmode="lin" valueType="num">
                                      <p:cBhvr>
                                        <p:cTn dur="500" fill="hold" id="76"/>
                                        <p:tgtEl>
                                          <p:spTgt spid="2097169"/>
                                        </p:tgtEl>
                                        <p:attrNameLst>
                                          <p:attrName>ppt_w</p:attrName>
                                        </p:attrNameLst>
                                      </p:cBhvr>
                                      <p:tavLst>
                                        <p:tav tm="0">
                                          <p:val>
                                            <p:fltVal val="0.0"/>
                                          </p:val>
                                        </p:tav>
                                        <p:tav tm="100000">
                                          <p:val>
                                            <p:strVal val="#ppt_w"/>
                                          </p:val>
                                        </p:tav>
                                      </p:tavLst>
                                    </p:anim>
                                    <p:anim calcmode="lin" valueType="num">
                                      <p:cBhvr>
                                        <p:cTn dur="500" fill="hold" id="77"/>
                                        <p:tgtEl>
                                          <p:spTgt spid="2097169"/>
                                        </p:tgtEl>
                                        <p:attrNameLst>
                                          <p:attrName>ppt_h</p:attrName>
                                        </p:attrNameLst>
                                      </p:cBhvr>
                                      <p:tavLst>
                                        <p:tav tm="0">
                                          <p:val>
                                            <p:fltVal val="0.0"/>
                                          </p:val>
                                        </p:tav>
                                        <p:tav tm="100000">
                                          <p:val>
                                            <p:strVal val="#ppt_h"/>
                                          </p:val>
                                        </p:tav>
                                      </p:tavLst>
                                    </p:anim>
                                    <p:animEffect transition="in" filter="fade">
                                      <p:cBhvr>
                                        <p:cTn dur="500" id="78"/>
                                        <p:tgtEl>
                                          <p:spTgt spid="2097169"/>
                                        </p:tgtEl>
                                      </p:cBhvr>
                                    </p:animEffect>
                                  </p:childTnLst>
                                </p:cTn>
                              </p:par>
                            </p:childTnLst>
                          </p:cTn>
                        </p:par>
                      </p:childTnLst>
                    </p:cTn>
                  </p:par>
                  <p:par>
                    <p:cTn fill="hold" id="79">
                      <p:stCondLst>
                        <p:cond delay="indefinite"/>
                      </p:stCondLst>
                      <p:childTnLst>
                        <p:par>
                          <p:cTn fill="hold" id="80">
                            <p:stCondLst>
                              <p:cond delay="0"/>
                            </p:stCondLst>
                            <p:childTnLst>
                              <p:par>
                                <p:cTn fill="hold" id="81" nodeType="clickEffect" presetClass="entr" presetID="53" presetSubtype="16">
                                  <p:stCondLst>
                                    <p:cond delay="0"/>
                                  </p:stCondLst>
                                  <p:childTnLst>
                                    <p:set>
                                      <p:cBhvr>
                                        <p:cTn dur="1" fill="hold" id="82">
                                          <p:stCondLst>
                                            <p:cond delay="0"/>
                                          </p:stCondLst>
                                        </p:cTn>
                                        <p:tgtEl>
                                          <p:spTgt spid="2097170"/>
                                        </p:tgtEl>
                                        <p:attrNameLst>
                                          <p:attrName>style.visibility</p:attrName>
                                        </p:attrNameLst>
                                      </p:cBhvr>
                                      <p:to>
                                        <p:strVal val="visible"/>
                                      </p:to>
                                    </p:set>
                                    <p:anim calcmode="lin" valueType="num">
                                      <p:cBhvr>
                                        <p:cTn dur="500" fill="hold" id="83"/>
                                        <p:tgtEl>
                                          <p:spTgt spid="2097170"/>
                                        </p:tgtEl>
                                        <p:attrNameLst>
                                          <p:attrName>ppt_w</p:attrName>
                                        </p:attrNameLst>
                                      </p:cBhvr>
                                      <p:tavLst>
                                        <p:tav tm="0">
                                          <p:val>
                                            <p:fltVal val="0.0"/>
                                          </p:val>
                                        </p:tav>
                                        <p:tav tm="100000">
                                          <p:val>
                                            <p:strVal val="#ppt_w"/>
                                          </p:val>
                                        </p:tav>
                                      </p:tavLst>
                                    </p:anim>
                                    <p:anim calcmode="lin" valueType="num">
                                      <p:cBhvr>
                                        <p:cTn dur="500" fill="hold" id="84"/>
                                        <p:tgtEl>
                                          <p:spTgt spid="2097170"/>
                                        </p:tgtEl>
                                        <p:attrNameLst>
                                          <p:attrName>ppt_h</p:attrName>
                                        </p:attrNameLst>
                                      </p:cBhvr>
                                      <p:tavLst>
                                        <p:tav tm="0">
                                          <p:val>
                                            <p:fltVal val="0.0"/>
                                          </p:val>
                                        </p:tav>
                                        <p:tav tm="100000">
                                          <p:val>
                                            <p:strVal val="#ppt_h"/>
                                          </p:val>
                                        </p:tav>
                                      </p:tavLst>
                                    </p:anim>
                                    <p:animEffect transition="in" filter="fade">
                                      <p:cBhvr>
                                        <p:cTn dur="500" id="85"/>
                                        <p:tgtEl>
                                          <p:spTgt spid="209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9" grpId="0"/>
      <p:bldP spid="1048680" grpId="0"/>
      <p:bldP spid="1048681" grpId="0" animBg="1"/>
      <p:bldP spid="1048682" grpId="0" animBg="1"/>
      <p:bldP spid="1048683" grpId="0" animBg="1"/>
      <p:bldP spid="1048684"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86" name=""/>
        <p:cNvGrpSpPr/>
        <p:nvPr/>
      </p:nvGrpSpPr>
      <p:grpSpPr>
        <a:xfrm>
          <a:off x="0" y="0"/>
          <a:ext cx="0" cy="0"/>
          <a:chOff x="0" y="0"/>
          <a:chExt cx="0" cy="0"/>
        </a:xfrm>
      </p:grpSpPr>
      <p:grpSp>
        <p:nvGrpSpPr>
          <p:cNvPr id="87" name="组合 1"/>
          <p:cNvGrpSpPr/>
          <p:nvPr/>
        </p:nvGrpSpPr>
        <p:grpSpPr>
          <a:xfrm>
            <a:off x="263352" y="-315635"/>
            <a:ext cx="11928647" cy="7173635"/>
            <a:chOff x="263352" y="-315635"/>
            <a:chExt cx="11928647" cy="7173635"/>
          </a:xfrm>
        </p:grpSpPr>
        <p:pic>
          <p:nvPicPr>
            <p:cNvPr id="2097171"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691" name="文本框 2"/>
            <p:cNvSpPr txBox="1"/>
            <p:nvPr/>
          </p:nvSpPr>
          <p:spPr>
            <a:xfrm>
              <a:off x="476332" y="332656"/>
              <a:ext cx="2672080" cy="472440"/>
            </a:xfrm>
            <a:prstGeom prst="rect"/>
            <a:noFill/>
          </p:spPr>
          <p:txBody>
            <a:bodyPr rtlCol="0" wrap="none">
              <a:spAutoFit/>
            </a:bodyPr>
            <a:p>
              <a:r>
                <a:rPr altLang="en-US" b="1" dirty="0" sz="2800" lang="zh-CN">
                  <a:solidFill>
                    <a:schemeClr val="bg1">
                      <a:lumMod val="85000"/>
                    </a:schemeClr>
                  </a:solidFill>
                  <a:cs typeface="+mn-ea"/>
                  <a:sym typeface="+mn-lt"/>
                </a:rPr>
                <a:t>实验介绍及要求</a:t>
              </a:r>
              <a:endParaRPr altLang="en-US" b="1" dirty="0" sz="2800" lang="zh-CN">
                <a:solidFill>
                  <a:schemeClr val="bg1">
                    <a:lumMod val="85000"/>
                  </a:schemeClr>
                </a:solidFill>
                <a:cs typeface="+mn-ea"/>
                <a:sym typeface="+mn-lt"/>
              </a:endParaRPr>
            </a:p>
          </p:txBody>
        </p:sp>
        <p:grpSp>
          <p:nvGrpSpPr>
            <p:cNvPr id="88" name="组合 40"/>
            <p:cNvGrpSpPr/>
            <p:nvPr/>
          </p:nvGrpSpPr>
          <p:grpSpPr>
            <a:xfrm rot="10800000" flipV="1">
              <a:off x="263352" y="984158"/>
              <a:ext cx="11745783" cy="45719"/>
              <a:chOff x="3182554" y="3904019"/>
              <a:chExt cx="5543625" cy="45719"/>
            </a:xfrm>
          </p:grpSpPr>
          <p:sp>
            <p:nvSpPr>
              <p:cNvPr id="1048692"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93"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94"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72"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grpSp>
        <p:nvGrpSpPr>
          <p:cNvPr id="89" name="组合 2"/>
          <p:cNvGrpSpPr/>
          <p:nvPr/>
        </p:nvGrpSpPr>
        <p:grpSpPr bwMode="auto">
          <a:xfrm>
            <a:off x="4811120" y="2708920"/>
            <a:ext cx="2520074" cy="2512514"/>
            <a:chOff x="0" y="0"/>
            <a:chExt cx="3704266" cy="3693405"/>
          </a:xfrm>
        </p:grpSpPr>
        <p:sp>
          <p:nvSpPr>
            <p:cNvPr id="1048695" name="菱形 1"/>
            <p:cNvSpPr>
              <a:spLocks noChangeArrowheads="1"/>
            </p:cNvSpPr>
            <p:nvPr/>
          </p:nvSpPr>
          <p:spPr bwMode="auto">
            <a:xfrm>
              <a:off x="969264" y="0"/>
              <a:ext cx="1746119" cy="1746119"/>
            </a:xfrm>
            <a:prstGeom prst="diamond"/>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9131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9131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9131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9131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altLang="en-US" lang="zh-CN">
                <a:solidFill>
                  <a:schemeClr val="bg1">
                    <a:lumMod val="85000"/>
                  </a:schemeClr>
                </a:solidFill>
                <a:latin typeface="+mn-lt"/>
                <a:ea typeface="+mn-ea"/>
                <a:cs typeface="+mn-ea"/>
                <a:sym typeface="+mn-lt"/>
              </a:endParaRPr>
            </a:p>
          </p:txBody>
        </p:sp>
        <p:sp>
          <p:nvSpPr>
            <p:cNvPr id="1048696" name="菱形 5"/>
            <p:cNvSpPr>
              <a:spLocks noChangeArrowheads="1"/>
            </p:cNvSpPr>
            <p:nvPr/>
          </p:nvSpPr>
          <p:spPr bwMode="auto">
            <a:xfrm>
              <a:off x="0" y="973643"/>
              <a:ext cx="1746119" cy="1746119"/>
            </a:xfrm>
            <a:prstGeom prst="diamond"/>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9131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9131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9131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9131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altLang="en-US" lang="zh-CN">
                <a:solidFill>
                  <a:schemeClr val="bg1">
                    <a:lumMod val="85000"/>
                  </a:schemeClr>
                </a:solidFill>
                <a:latin typeface="+mn-lt"/>
                <a:ea typeface="+mn-ea"/>
                <a:cs typeface="+mn-ea"/>
                <a:sym typeface="+mn-lt"/>
              </a:endParaRPr>
            </a:p>
          </p:txBody>
        </p:sp>
        <p:sp>
          <p:nvSpPr>
            <p:cNvPr id="1048697" name="菱形 6"/>
            <p:cNvSpPr>
              <a:spLocks noChangeArrowheads="1"/>
            </p:cNvSpPr>
            <p:nvPr/>
          </p:nvSpPr>
          <p:spPr bwMode="auto">
            <a:xfrm>
              <a:off x="969264" y="1947286"/>
              <a:ext cx="1746119" cy="1746119"/>
            </a:xfrm>
            <a:prstGeom prst="diamond"/>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9131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9131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9131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9131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altLang="en-US" lang="zh-CN">
                <a:solidFill>
                  <a:schemeClr val="bg1">
                    <a:lumMod val="85000"/>
                  </a:schemeClr>
                </a:solidFill>
                <a:latin typeface="+mn-lt"/>
                <a:ea typeface="+mn-ea"/>
                <a:cs typeface="+mn-ea"/>
                <a:sym typeface="+mn-lt"/>
              </a:endParaRPr>
            </a:p>
          </p:txBody>
        </p:sp>
        <p:sp>
          <p:nvSpPr>
            <p:cNvPr id="1048698" name="菱形 7"/>
            <p:cNvSpPr>
              <a:spLocks noChangeArrowheads="1"/>
            </p:cNvSpPr>
            <p:nvPr/>
          </p:nvSpPr>
          <p:spPr bwMode="auto">
            <a:xfrm>
              <a:off x="1958147" y="973643"/>
              <a:ext cx="1746119" cy="1746119"/>
            </a:xfrm>
            <a:prstGeom prst="diamond"/>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9131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9131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9131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9131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altLang="en-US" lang="zh-CN">
                <a:solidFill>
                  <a:schemeClr val="bg1">
                    <a:lumMod val="85000"/>
                  </a:schemeClr>
                </a:solidFill>
                <a:latin typeface="+mn-lt"/>
                <a:ea typeface="+mn-ea"/>
                <a:cs typeface="+mn-ea"/>
                <a:sym typeface="+mn-lt"/>
              </a:endParaRPr>
            </a:p>
          </p:txBody>
        </p:sp>
      </p:grpSp>
      <p:grpSp>
        <p:nvGrpSpPr>
          <p:cNvPr id="90" name="组合 21"/>
          <p:cNvGrpSpPr/>
          <p:nvPr/>
        </p:nvGrpSpPr>
        <p:grpSpPr bwMode="auto">
          <a:xfrm>
            <a:off x="1402376" y="3182007"/>
            <a:ext cx="11000829" cy="2720340"/>
            <a:chOff x="103604" y="45691"/>
            <a:chExt cx="11000638" cy="2717476"/>
          </a:xfrm>
        </p:grpSpPr>
        <p:sp>
          <p:nvSpPr>
            <p:cNvPr id="1048699" name="矩形 13"/>
            <p:cNvSpPr>
              <a:spLocks noChangeArrowheads="1"/>
            </p:cNvSpPr>
            <p:nvPr/>
          </p:nvSpPr>
          <p:spPr bwMode="auto">
            <a:xfrm>
              <a:off x="7047989" y="45691"/>
              <a:ext cx="4056253" cy="2717476"/>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dirty="0" sz="1400" lang="en-US">
                  <a:solidFill>
                    <a:schemeClr val="bg1">
                      <a:lumMod val="85000"/>
                    </a:schemeClr>
                  </a:solidFill>
                  <a:latin typeface="+mn-lt"/>
                  <a:ea typeface="+mn-ea"/>
                  <a:cs typeface="+mn-ea"/>
                  <a:sym typeface="+mn-lt"/>
                </a:rPr>
                <a:t>1</a:t>
              </a:r>
              <a:r>
                <a:rPr altLang="en-US" dirty="0" sz="1400" lang="zh-CN">
                  <a:solidFill>
                    <a:schemeClr val="bg1">
                      <a:lumMod val="85000"/>
                    </a:schemeClr>
                  </a:solidFill>
                  <a:latin typeface="+mn-lt"/>
                  <a:ea typeface="+mn-ea"/>
                  <a:cs typeface="+mn-ea"/>
                  <a:sym typeface="+mn-lt"/>
                </a:rPr>
                <a:t>、要求打印所有节点信息：</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en-US" dirty="0" sz="1400" lang="zh-CN">
                  <a:solidFill>
                    <a:schemeClr val="bg1">
                      <a:lumMod val="85000"/>
                    </a:schemeClr>
                  </a:solidFill>
                  <a:latin typeface="+mn-lt"/>
                  <a:ea typeface="+mn-ea"/>
                  <a:cs typeface="+mn-ea"/>
                  <a:sym typeface="+mn-lt"/>
                </a:rPr>
                <a:t>     例如：节点</a:t>
              </a:r>
              <a:r>
                <a:rPr altLang="zh-CN" dirty="0" sz="1400" lang="en-US">
                  <a:solidFill>
                    <a:schemeClr val="bg1">
                      <a:lumMod val="85000"/>
                    </a:schemeClr>
                  </a:solidFill>
                  <a:latin typeface="+mn-lt"/>
                  <a:ea typeface="+mn-ea"/>
                  <a:cs typeface="+mn-ea"/>
                  <a:sym typeface="+mn-lt"/>
                </a:rPr>
                <a:t>1</a:t>
              </a:r>
              <a:r>
                <a:rPr altLang="en-US" dirty="0" sz="1400" lang="zh-CN">
                  <a:solidFill>
                    <a:schemeClr val="bg1">
                      <a:lumMod val="85000"/>
                    </a:schemeClr>
                  </a:solidFill>
                  <a:latin typeface="+mn-lt"/>
                  <a:ea typeface="+mn-ea"/>
                  <a:cs typeface="+mn-ea"/>
                  <a:sym typeface="+mn-lt"/>
                </a:rPr>
                <a:t>：重庆；</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en-US" dirty="0" sz="1400" lang="zh-CN">
                  <a:solidFill>
                    <a:schemeClr val="bg1">
                      <a:lumMod val="85000"/>
                    </a:schemeClr>
                  </a:solidFill>
                  <a:latin typeface="+mn-lt"/>
                  <a:ea typeface="+mn-ea"/>
                  <a:cs typeface="+mn-ea"/>
                  <a:sym typeface="+mn-lt"/>
                </a:rPr>
                <a:t>               节点</a:t>
              </a:r>
              <a:r>
                <a:rPr altLang="zh-CN" dirty="0" sz="1400" lang="en-US">
                  <a:solidFill>
                    <a:schemeClr val="bg1">
                      <a:lumMod val="85000"/>
                    </a:schemeClr>
                  </a:solidFill>
                  <a:latin typeface="+mn-lt"/>
                  <a:ea typeface="+mn-ea"/>
                  <a:cs typeface="+mn-ea"/>
                  <a:sym typeface="+mn-lt"/>
                </a:rPr>
                <a:t>2</a:t>
              </a:r>
              <a:r>
                <a:rPr altLang="en-US" dirty="0" sz="1400" lang="zh-CN">
                  <a:solidFill>
                    <a:schemeClr val="bg1">
                      <a:lumMod val="85000"/>
                    </a:schemeClr>
                  </a:solidFill>
                  <a:latin typeface="+mn-lt"/>
                  <a:ea typeface="+mn-ea"/>
                  <a:cs typeface="+mn-ea"/>
                  <a:sym typeface="+mn-lt"/>
                </a:rPr>
                <a:t>：**；</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en-US" dirty="0" sz="1400" lang="zh-CN">
                  <a:solidFill>
                    <a:schemeClr val="bg1">
                      <a:lumMod val="85000"/>
                    </a:schemeClr>
                  </a:solidFill>
                  <a:latin typeface="+mn-lt"/>
                  <a:ea typeface="+mn-ea"/>
                  <a:cs typeface="+mn-ea"/>
                  <a:sym typeface="+mn-lt"/>
                </a:rPr>
                <a:t>               **********；</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zh-CN" dirty="0" sz="1400" lang="en-US">
                  <a:solidFill>
                    <a:schemeClr val="bg1">
                      <a:lumMod val="85000"/>
                    </a:schemeClr>
                  </a:solidFill>
                  <a:latin typeface="+mn-lt"/>
                  <a:ea typeface="+mn-ea"/>
                  <a:cs typeface="+mn-ea"/>
                  <a:sym typeface="+mn-lt"/>
                </a:rPr>
                <a:t>2</a:t>
              </a:r>
              <a:r>
                <a:rPr altLang="en-US" dirty="0" sz="1400" lang="zh-CN">
                  <a:solidFill>
                    <a:schemeClr val="bg1">
                      <a:lumMod val="85000"/>
                    </a:schemeClr>
                  </a:solidFill>
                  <a:latin typeface="+mn-lt"/>
                  <a:ea typeface="+mn-ea"/>
                  <a:cs typeface="+mn-ea"/>
                  <a:sym typeface="+mn-lt"/>
                </a:rPr>
                <a:t>、 要求打印所有边的信息：</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en-US" dirty="0" sz="1400" lang="zh-CN">
                  <a:solidFill>
                    <a:schemeClr val="bg1">
                      <a:lumMod val="85000"/>
                    </a:schemeClr>
                  </a:solidFill>
                  <a:latin typeface="+mn-lt"/>
                  <a:ea typeface="+mn-ea"/>
                  <a:cs typeface="+mn-ea"/>
                  <a:sym typeface="+mn-lt"/>
                </a:rPr>
                <a:t>      例如：节点*     节点*   路径长度*</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zh-CN" dirty="0" sz="1400" lang="en-US">
                  <a:solidFill>
                    <a:schemeClr val="bg1">
                      <a:lumMod val="85000"/>
                    </a:schemeClr>
                  </a:solidFill>
                  <a:latin typeface="+mn-lt"/>
                  <a:ea typeface="+mn-ea"/>
                  <a:cs typeface="+mn-ea"/>
                  <a:sym typeface="+mn-lt"/>
                </a:rPr>
                <a:t>3</a:t>
              </a:r>
              <a:r>
                <a:rPr altLang="en-US" dirty="0" sz="1400" lang="zh-CN">
                  <a:solidFill>
                    <a:schemeClr val="bg1">
                      <a:lumMod val="85000"/>
                    </a:schemeClr>
                  </a:solidFill>
                  <a:latin typeface="+mn-lt"/>
                  <a:ea typeface="+mn-ea"/>
                  <a:cs typeface="+mn-ea"/>
                  <a:sym typeface="+mn-lt"/>
                </a:rPr>
                <a:t>、最短路径信息：</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en-US" dirty="0" sz="1400" lang="zh-CN">
                  <a:solidFill>
                    <a:schemeClr val="bg1">
                      <a:lumMod val="85000"/>
                    </a:schemeClr>
                  </a:solidFill>
                  <a:latin typeface="+mn-lt"/>
                  <a:ea typeface="+mn-ea"/>
                  <a:cs typeface="+mn-ea"/>
                  <a:sym typeface="+mn-lt"/>
                </a:rPr>
                <a:t>     源节点*到节点*的最短路径长度*；</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en-US" dirty="0" sz="1400" lang="zh-CN">
                  <a:solidFill>
                    <a:schemeClr val="bg1">
                      <a:lumMod val="85000"/>
                    </a:schemeClr>
                  </a:solidFill>
                  <a:latin typeface="+mn-lt"/>
                  <a:ea typeface="+mn-ea"/>
                  <a:cs typeface="+mn-ea"/>
                  <a:sym typeface="+mn-lt"/>
                </a:rPr>
                <a:t>     必经节点**。。。。。。；</a:t>
              </a:r>
              <a:endParaRPr altLang="en-US" dirty="0" sz="1000" lang="zh-CN">
                <a:solidFill>
                  <a:schemeClr val="bg1">
                    <a:lumMod val="85000"/>
                  </a:schemeClr>
                </a:solidFill>
                <a:latin typeface="+mn-lt"/>
                <a:ea typeface="+mn-ea"/>
                <a:cs typeface="+mn-ea"/>
                <a:sym typeface="+mn-lt"/>
              </a:endParaRPr>
            </a:p>
          </p:txBody>
        </p:sp>
        <p:cxnSp>
          <p:nvCxnSpPr>
            <p:cNvPr id="3145728" name="直接连接符 120"/>
            <p:cNvCxnSpPr>
              <a:cxnSpLocks noChangeShapeType="1"/>
            </p:cNvCxnSpPr>
            <p:nvPr/>
          </p:nvCxnSpPr>
          <p:spPr bwMode="auto">
            <a:xfrm>
              <a:off x="103604" y="45691"/>
              <a:ext cx="0" cy="170228"/>
            </a:xfrm>
            <a:prstGeom prst="line"/>
            <a:noFill/>
            <a:ln w="9525">
              <a:solidFill>
                <a:srgbClr val="1C2E48"/>
              </a:solidFill>
              <a:round/>
            </a:ln>
          </p:spPr>
        </p:cxnSp>
      </p:grpSp>
      <p:grpSp>
        <p:nvGrpSpPr>
          <p:cNvPr id="91" name="组合 21"/>
          <p:cNvGrpSpPr/>
          <p:nvPr/>
        </p:nvGrpSpPr>
        <p:grpSpPr bwMode="auto">
          <a:xfrm>
            <a:off x="4757125" y="1207697"/>
            <a:ext cx="3046412" cy="1156170"/>
            <a:chOff x="102599" y="0"/>
            <a:chExt cx="3046360" cy="1154954"/>
          </a:xfrm>
        </p:grpSpPr>
        <p:sp>
          <p:nvSpPr>
            <p:cNvPr id="1048700" name="矩形 13"/>
            <p:cNvSpPr>
              <a:spLocks noChangeArrowheads="1"/>
            </p:cNvSpPr>
            <p:nvPr/>
          </p:nvSpPr>
          <p:spPr bwMode="auto">
            <a:xfrm>
              <a:off x="102599" y="455115"/>
              <a:ext cx="3046360" cy="699839"/>
            </a:xfrm>
            <a:prstGeom prst="rect"/>
            <a:noFill/>
            <a:ln>
              <a:noFill/>
            </a:ln>
          </p:spPr>
          <p:txBody>
            <a:bodyPr>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en-US" dirty="0" sz="1400" lang="zh-CN">
                  <a:solidFill>
                    <a:schemeClr val="bg1">
                      <a:lumMod val="85000"/>
                    </a:schemeClr>
                  </a:solidFill>
                  <a:latin typeface="+mn-lt"/>
                  <a:ea typeface="+mn-ea"/>
                  <a:cs typeface="+mn-ea"/>
                  <a:sym typeface="+mn-lt"/>
                </a:rPr>
                <a:t>通信网中的算法问题</a:t>
              </a:r>
              <a:r>
                <a:rPr altLang="zh-CN" dirty="0" sz="1400" lang="en-US">
                  <a:solidFill>
                    <a:schemeClr val="bg1">
                      <a:lumMod val="85000"/>
                    </a:schemeClr>
                  </a:solidFill>
                  <a:latin typeface="+mn-lt"/>
                  <a:ea typeface="+mn-ea"/>
                  <a:cs typeface="+mn-ea"/>
                  <a:sym typeface="+mn-lt"/>
                </a:rPr>
                <a:t>—</a:t>
              </a:r>
              <a:r>
                <a:rPr altLang="en-US" dirty="0" sz="1400" lang="zh-CN">
                  <a:solidFill>
                    <a:schemeClr val="bg1">
                      <a:lumMod val="85000"/>
                    </a:schemeClr>
                  </a:solidFill>
                  <a:latin typeface="+mn-lt"/>
                  <a:ea typeface="+mn-ea"/>
                  <a:cs typeface="+mn-ea"/>
                  <a:sym typeface="+mn-lt"/>
                </a:rPr>
                <a:t>最短路径算法实验</a:t>
              </a:r>
              <a:endParaRPr altLang="en-US" dirty="0" sz="1400" lang="zh-CN">
                <a:solidFill>
                  <a:schemeClr val="bg1">
                    <a:lumMod val="85000"/>
                  </a:schemeClr>
                </a:solidFill>
                <a:latin typeface="+mn-lt"/>
                <a:ea typeface="+mn-ea"/>
                <a:cs typeface="+mn-ea"/>
                <a:sym typeface="+mn-lt"/>
              </a:endParaRPr>
            </a:p>
          </p:txBody>
        </p:sp>
        <p:sp>
          <p:nvSpPr>
            <p:cNvPr id="1048701" name="文本框 83"/>
            <p:cNvSpPr txBox="1">
              <a:spLocks noChangeArrowheads="1"/>
            </p:cNvSpPr>
            <p:nvPr/>
          </p:nvSpPr>
          <p:spPr bwMode="auto">
            <a:xfrm>
              <a:off x="103604" y="0"/>
              <a:ext cx="1275059" cy="345078"/>
            </a:xfrm>
            <a:prstGeom prst="rect"/>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51308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51308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51308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51308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51308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51308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51308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51308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altLang="zh-CN" b="1" dirty="0" lang="en-US">
                  <a:solidFill>
                    <a:schemeClr val="bg1">
                      <a:lumMod val="85000"/>
                    </a:schemeClr>
                  </a:solidFill>
                  <a:latin typeface="+mn-lt"/>
                  <a:ea typeface="+mn-ea"/>
                  <a:cs typeface="+mn-ea"/>
                  <a:sym typeface="+mn-lt"/>
                </a:rPr>
                <a:t>1.</a:t>
              </a:r>
              <a:r>
                <a:rPr altLang="en-US" b="1" dirty="0" lang="zh-CN">
                  <a:solidFill>
                    <a:schemeClr val="bg1">
                      <a:lumMod val="85000"/>
                    </a:schemeClr>
                  </a:solidFill>
                  <a:latin typeface="+mn-lt"/>
                  <a:ea typeface="+mn-ea"/>
                  <a:cs typeface="+mn-ea"/>
                  <a:sym typeface="+mn-lt"/>
                </a:rPr>
                <a:t>实验名称</a:t>
              </a:r>
              <a:endParaRPr altLang="en-US" b="1" dirty="0" lang="zh-CN">
                <a:solidFill>
                  <a:schemeClr val="bg1">
                    <a:lumMod val="85000"/>
                  </a:schemeClr>
                </a:solidFill>
                <a:latin typeface="+mn-lt"/>
                <a:ea typeface="+mn-ea"/>
                <a:cs typeface="+mn-ea"/>
                <a:sym typeface="+mn-lt"/>
              </a:endParaRPr>
            </a:p>
          </p:txBody>
        </p:sp>
        <p:cxnSp>
          <p:nvCxnSpPr>
            <p:cNvPr id="3145729" name="直接连接符 120"/>
            <p:cNvCxnSpPr>
              <a:cxnSpLocks noChangeShapeType="1"/>
            </p:cNvCxnSpPr>
            <p:nvPr/>
          </p:nvCxnSpPr>
          <p:spPr bwMode="auto">
            <a:xfrm>
              <a:off x="103604" y="45691"/>
              <a:ext cx="0" cy="170228"/>
            </a:xfrm>
            <a:prstGeom prst="line"/>
            <a:noFill/>
            <a:ln w="9525">
              <a:solidFill>
                <a:srgbClr val="1C2E48"/>
              </a:solidFill>
              <a:round/>
            </a:ln>
          </p:spPr>
        </p:cxnSp>
      </p:grpSp>
      <p:sp>
        <p:nvSpPr>
          <p:cNvPr id="1048702" name="文本框 83"/>
          <p:cNvSpPr txBox="1">
            <a:spLocks noChangeArrowheads="1"/>
          </p:cNvSpPr>
          <p:nvPr/>
        </p:nvSpPr>
        <p:spPr bwMode="auto">
          <a:xfrm>
            <a:off x="1074100" y="2825518"/>
            <a:ext cx="1275080" cy="345441"/>
          </a:xfrm>
          <a:prstGeom prst="rect"/>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51308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51308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51308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51308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51308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51308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51308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51308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altLang="zh-CN" b="1" dirty="0" lang="en-US">
                <a:solidFill>
                  <a:schemeClr val="bg1">
                    <a:lumMod val="85000"/>
                  </a:schemeClr>
                </a:solidFill>
                <a:latin typeface="+mn-lt"/>
                <a:ea typeface="+mn-ea"/>
                <a:cs typeface="+mn-ea"/>
                <a:sym typeface="+mn-lt"/>
              </a:rPr>
              <a:t>2.</a:t>
            </a:r>
            <a:r>
              <a:rPr altLang="en-US" b="1" dirty="0" lang="zh-CN">
                <a:solidFill>
                  <a:schemeClr val="bg1">
                    <a:lumMod val="85000"/>
                  </a:schemeClr>
                </a:solidFill>
                <a:latin typeface="+mn-lt"/>
                <a:ea typeface="+mn-ea"/>
                <a:cs typeface="+mn-ea"/>
                <a:sym typeface="+mn-lt"/>
              </a:rPr>
              <a:t>实验要求</a:t>
            </a:r>
            <a:endParaRPr altLang="en-US" b="1" dirty="0" lang="zh-CN">
              <a:solidFill>
                <a:schemeClr val="bg1">
                  <a:lumMod val="85000"/>
                </a:schemeClr>
              </a:solidFill>
              <a:latin typeface="+mn-lt"/>
              <a:ea typeface="+mn-ea"/>
              <a:cs typeface="+mn-ea"/>
              <a:sym typeface="+mn-lt"/>
            </a:endParaRPr>
          </a:p>
        </p:txBody>
      </p:sp>
      <p:sp>
        <p:nvSpPr>
          <p:cNvPr id="1048703" name="文本框 83"/>
          <p:cNvSpPr txBox="1">
            <a:spLocks noChangeArrowheads="1"/>
          </p:cNvSpPr>
          <p:nvPr/>
        </p:nvSpPr>
        <p:spPr bwMode="auto">
          <a:xfrm>
            <a:off x="8377210" y="2825518"/>
            <a:ext cx="1732281" cy="345441"/>
          </a:xfrm>
          <a:prstGeom prst="rect"/>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51308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51308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51308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51308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51308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51308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51308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51308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altLang="zh-CN" b="1" dirty="0" lang="en-US">
                <a:solidFill>
                  <a:schemeClr val="bg1">
                    <a:lumMod val="85000"/>
                  </a:schemeClr>
                </a:solidFill>
                <a:latin typeface="+mn-lt"/>
                <a:ea typeface="+mn-ea"/>
                <a:cs typeface="+mn-ea"/>
                <a:sym typeface="+mn-lt"/>
              </a:rPr>
              <a:t>3.</a:t>
            </a:r>
            <a:r>
              <a:rPr altLang="en-US" b="1" dirty="0" lang="zh-CN">
                <a:solidFill>
                  <a:schemeClr val="bg1">
                    <a:lumMod val="85000"/>
                  </a:schemeClr>
                </a:solidFill>
                <a:latin typeface="+mn-lt"/>
                <a:ea typeface="+mn-ea"/>
                <a:cs typeface="+mn-ea"/>
                <a:sym typeface="+mn-lt"/>
              </a:rPr>
              <a:t>打印显示要求</a:t>
            </a:r>
            <a:endParaRPr altLang="en-US" b="1" dirty="0" lang="zh-CN">
              <a:solidFill>
                <a:schemeClr val="bg1">
                  <a:lumMod val="85000"/>
                </a:schemeClr>
              </a:solidFill>
              <a:latin typeface="+mn-lt"/>
              <a:ea typeface="+mn-ea"/>
              <a:cs typeface="+mn-ea"/>
              <a:sym typeface="+mn-lt"/>
            </a:endParaRPr>
          </a:p>
        </p:txBody>
      </p:sp>
      <p:sp>
        <p:nvSpPr>
          <p:cNvPr id="1048704" name="矩形 13"/>
          <p:cNvSpPr>
            <a:spLocks noChangeArrowheads="1"/>
          </p:cNvSpPr>
          <p:nvPr/>
        </p:nvSpPr>
        <p:spPr bwMode="auto">
          <a:xfrm>
            <a:off x="1063761" y="3225307"/>
            <a:ext cx="3046413" cy="2059940"/>
          </a:xfrm>
          <a:prstGeom prst="rect"/>
          <a:noFill/>
          <a:ln>
            <a:noFill/>
          </a:ln>
        </p:spPr>
        <p:txBody>
          <a:bodyPr>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dirty="0" sz="1400" lang="en-US">
                <a:solidFill>
                  <a:schemeClr val="bg1">
                    <a:lumMod val="85000"/>
                  </a:schemeClr>
                </a:solidFill>
                <a:latin typeface="+mn-lt"/>
                <a:ea typeface="+mn-ea"/>
                <a:cs typeface="+mn-ea"/>
                <a:sym typeface="+mn-lt"/>
              </a:rPr>
              <a:t>1. </a:t>
            </a:r>
            <a:r>
              <a:rPr altLang="en-US" dirty="0" sz="1400" lang="zh-CN">
                <a:solidFill>
                  <a:schemeClr val="bg1">
                    <a:lumMod val="85000"/>
                  </a:schemeClr>
                </a:solidFill>
                <a:latin typeface="+mn-lt"/>
                <a:ea typeface="+mn-ea"/>
                <a:cs typeface="+mn-ea"/>
                <a:sym typeface="+mn-lt"/>
              </a:rPr>
              <a:t>给定任意带权重的连通图形，求出指定起点到所有点的最短路径和最短路径的长度，并打印出经过的路径及最短路径长度。</a:t>
            </a:r>
            <a:endParaRPr altLang="en-US" dirty="0" sz="1400" lang="zh-CN">
              <a:solidFill>
                <a:schemeClr val="bg1">
                  <a:lumMod val="85000"/>
                </a:schemeClr>
              </a:solidFill>
              <a:latin typeface="+mn-lt"/>
              <a:ea typeface="+mn-ea"/>
              <a:cs typeface="+mn-ea"/>
              <a:sym typeface="+mn-lt"/>
            </a:endParaRPr>
          </a:p>
          <a:p>
            <a:pPr eaLnBrk="1" hangingPunct="1">
              <a:lnSpc>
                <a:spcPct val="150000"/>
              </a:lnSpc>
            </a:pPr>
            <a:r>
              <a:rPr altLang="zh-CN" dirty="0" sz="1400" lang="en-US">
                <a:solidFill>
                  <a:schemeClr val="bg1">
                    <a:lumMod val="85000"/>
                  </a:schemeClr>
                </a:solidFill>
                <a:latin typeface="+mn-lt"/>
                <a:ea typeface="+mn-ea"/>
                <a:cs typeface="+mn-ea"/>
                <a:sym typeface="+mn-lt"/>
              </a:rPr>
              <a:t>2. </a:t>
            </a:r>
            <a:r>
              <a:rPr altLang="en-US" dirty="0" sz="1400" lang="zh-CN">
                <a:solidFill>
                  <a:schemeClr val="bg1">
                    <a:lumMod val="85000"/>
                  </a:schemeClr>
                </a:solidFill>
                <a:latin typeface="+mn-lt"/>
                <a:ea typeface="+mn-ea"/>
                <a:cs typeface="+mn-ea"/>
                <a:sym typeface="+mn-lt"/>
              </a:rPr>
              <a:t>请把图形转化为数据，并通过文本</a:t>
            </a:r>
            <a:r>
              <a:rPr altLang="zh-CN" dirty="0" sz="1400" lang="en-US">
                <a:solidFill>
                  <a:schemeClr val="bg1">
                    <a:lumMod val="85000"/>
                  </a:schemeClr>
                </a:solidFill>
                <a:latin typeface="+mn-lt"/>
                <a:ea typeface="+mn-ea"/>
                <a:cs typeface="+mn-ea"/>
                <a:sym typeface="+mn-lt"/>
              </a:rPr>
              <a:t>/</a:t>
            </a:r>
            <a:r>
              <a:rPr altLang="en-US" dirty="0" sz="1400" lang="zh-CN">
                <a:solidFill>
                  <a:schemeClr val="bg1">
                    <a:lumMod val="85000"/>
                  </a:schemeClr>
                </a:solidFill>
                <a:latin typeface="+mn-lt"/>
                <a:ea typeface="+mn-ea"/>
                <a:cs typeface="+mn-ea"/>
                <a:sym typeface="+mn-lt"/>
              </a:rPr>
              <a:t>手动输入。</a:t>
            </a:r>
            <a:endParaRPr altLang="en-US" dirty="0" sz="1400" lang="zh-CN">
              <a:solidFill>
                <a:schemeClr val="bg1">
                  <a:lumMod val="85000"/>
                </a:schemeClr>
              </a:solidFill>
              <a:latin typeface="+mn-lt"/>
              <a:ea typeface="+mn-ea"/>
              <a:cs typeface="+mn-ea"/>
              <a:sym typeface="+mn-lt"/>
            </a:endParaRPr>
          </a:p>
          <a:p>
            <a:pPr eaLnBrk="1" hangingPunct="1">
              <a:lnSpc>
                <a:spcPct val="150000"/>
              </a:lnSpc>
            </a:pPr>
            <a:endParaRPr altLang="en-US" dirty="0" sz="1000" lang="zh-CN">
              <a:solidFill>
                <a:schemeClr val="bg1">
                  <a:lumMod val="85000"/>
                </a:schemeClr>
              </a:solidFill>
              <a:latin typeface="+mn-lt"/>
              <a:ea typeface="+mn-ea"/>
              <a:cs typeface="+mn-ea"/>
              <a:sym typeface="+mn-lt"/>
            </a:endParaRPr>
          </a:p>
        </p:txBody>
      </p:sp>
      <p:sp>
        <p:nvSpPr>
          <p:cNvPr id="1048705" name="文本框 83"/>
          <p:cNvSpPr txBox="1">
            <a:spLocks noChangeArrowheads="1"/>
          </p:cNvSpPr>
          <p:nvPr/>
        </p:nvSpPr>
        <p:spPr bwMode="auto">
          <a:xfrm>
            <a:off x="3638272" y="5775410"/>
            <a:ext cx="1732281" cy="345440"/>
          </a:xfrm>
          <a:prstGeom prst="rect"/>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51308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51308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51308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51308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51308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51308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51308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51308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altLang="zh-CN" b="1" dirty="0" lang="en-US">
                <a:solidFill>
                  <a:schemeClr val="bg1"/>
                </a:solidFill>
                <a:latin typeface="+mn-lt"/>
                <a:ea typeface="+mn-ea"/>
                <a:cs typeface="+mn-ea"/>
                <a:sym typeface="+mn-lt"/>
                <a:hlinkClick r:id="rId6" action="ppaction://hlinksldjump"/>
              </a:rPr>
              <a:t>4.</a:t>
            </a:r>
            <a:r>
              <a:rPr altLang="en-US" b="1" dirty="0" lang="zh-CN">
                <a:solidFill>
                  <a:schemeClr val="bg1"/>
                </a:solidFill>
                <a:latin typeface="+mn-lt"/>
                <a:ea typeface="+mn-ea"/>
                <a:cs typeface="+mn-ea"/>
                <a:sym typeface="+mn-lt"/>
                <a:hlinkClick r:id="rId6" action="ppaction://hlinksldjump"/>
              </a:rPr>
              <a:t>实验典型数据</a:t>
            </a:r>
            <a:endParaRPr altLang="en-US" b="1" dirty="0" lang="zh-CN">
              <a:solidFill>
                <a:schemeClr val="bg1"/>
              </a:solidFill>
              <a:latin typeface="+mn-lt"/>
              <a:ea typeface="+mn-ea"/>
              <a:cs typeface="+mn-ea"/>
              <a:sym typeface="+mn-lt"/>
            </a:endParaRPr>
          </a:p>
        </p:txBody>
      </p:sp>
      <p:sp>
        <p:nvSpPr>
          <p:cNvPr id="1048706" name="文本框 83"/>
          <p:cNvSpPr txBox="1">
            <a:spLocks noChangeArrowheads="1"/>
          </p:cNvSpPr>
          <p:nvPr/>
        </p:nvSpPr>
        <p:spPr bwMode="auto">
          <a:xfrm>
            <a:off x="6899316" y="5775410"/>
            <a:ext cx="957580" cy="345440"/>
          </a:xfrm>
          <a:prstGeom prst="rect"/>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51308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51308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51308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51308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51308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51308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51308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51308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altLang="zh-CN" b="1" dirty="0" lang="en-US">
                <a:solidFill>
                  <a:schemeClr val="bg1"/>
                </a:solidFill>
                <a:latin typeface="+mn-lt"/>
                <a:ea typeface="+mn-ea"/>
                <a:cs typeface="+mn-ea"/>
                <a:sym typeface="+mn-lt"/>
                <a:hlinkClick r:id="rId7" action="ppaction://hlinksldjump"/>
              </a:rPr>
              <a:t>5.dijistra</a:t>
            </a:r>
            <a:endParaRPr altLang="en-US" b="1" dirty="0" lang="zh-CN">
              <a:solidFill>
                <a:schemeClr val="bg1"/>
              </a:solidFill>
              <a:latin typeface="+mn-lt"/>
              <a:ea typeface="+mn-ea"/>
              <a:cs typeface="+mn-ea"/>
              <a:sym typeface="+mn-lt"/>
            </a:endParaRPr>
          </a:p>
        </p:txBody>
      </p:sp>
      <p:sp>
        <p:nvSpPr>
          <p:cNvPr id="1048707" name="箭头: 左 8">
            <a:hlinkClick r:id="rId8" action="ppaction://hlinksldjump"/>
          </p:cNvPr>
          <p:cNvSpPr/>
          <p:nvPr/>
        </p:nvSpPr>
        <p:spPr>
          <a:xfrm>
            <a:off x="335413" y="6350191"/>
            <a:ext cx="576011" cy="319169"/>
          </a:xfrm>
          <a:prstGeom prst="leftArrow"/>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Tree>
    <p:custDataLst>
      <p:tags r:id="rId9"/>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grpSp>
        <p:nvGrpSpPr>
          <p:cNvPr id="70" name="组合 1"/>
          <p:cNvGrpSpPr/>
          <p:nvPr/>
        </p:nvGrpSpPr>
        <p:grpSpPr>
          <a:xfrm>
            <a:off x="263352" y="-315635"/>
            <a:ext cx="11928647" cy="7173635"/>
            <a:chOff x="263352" y="-315635"/>
            <a:chExt cx="11928647" cy="7173635"/>
          </a:xfrm>
        </p:grpSpPr>
        <p:pic>
          <p:nvPicPr>
            <p:cNvPr id="2097165"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654" name="文本框 2"/>
            <p:cNvSpPr txBox="1"/>
            <p:nvPr/>
          </p:nvSpPr>
          <p:spPr>
            <a:xfrm>
              <a:off x="476332" y="332656"/>
              <a:ext cx="2316480" cy="472440"/>
            </a:xfrm>
            <a:prstGeom prst="rect"/>
            <a:noFill/>
          </p:spPr>
          <p:txBody>
            <a:bodyPr rtlCol="0" wrap="none">
              <a:spAutoFit/>
            </a:bodyPr>
            <a:p>
              <a:pPr eaLnBrk="1" hangingPunct="1"/>
              <a:r>
                <a:rPr altLang="en-US" b="1" dirty="0" sz="2800" lang="zh-CN">
                  <a:solidFill>
                    <a:schemeClr val="bg1">
                      <a:lumMod val="85000"/>
                    </a:schemeClr>
                  </a:solidFill>
                  <a:latin typeface="+mn-lt"/>
                  <a:ea typeface="+mn-ea"/>
                  <a:cs typeface="+mn-ea"/>
                  <a:sym typeface="+mn-lt"/>
                </a:rPr>
                <a:t>实验典型数据</a:t>
              </a:r>
              <a:endParaRPr altLang="en-US" b="1" dirty="0" sz="2800" lang="zh-CN">
                <a:solidFill>
                  <a:schemeClr val="bg1">
                    <a:lumMod val="85000"/>
                  </a:schemeClr>
                </a:solidFill>
                <a:latin typeface="+mn-lt"/>
                <a:ea typeface="+mn-ea"/>
                <a:cs typeface="+mn-ea"/>
                <a:sym typeface="+mn-lt"/>
              </a:endParaRPr>
            </a:p>
          </p:txBody>
        </p:sp>
        <p:grpSp>
          <p:nvGrpSpPr>
            <p:cNvPr id="71" name="组合 40"/>
            <p:cNvGrpSpPr/>
            <p:nvPr/>
          </p:nvGrpSpPr>
          <p:grpSpPr>
            <a:xfrm rot="10800000" flipV="1">
              <a:off x="263352" y="984158"/>
              <a:ext cx="11745783" cy="45719"/>
              <a:chOff x="3182554" y="3904019"/>
              <a:chExt cx="5543625" cy="45719"/>
            </a:xfrm>
          </p:grpSpPr>
          <p:sp>
            <p:nvSpPr>
              <p:cNvPr id="1048655"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56"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57"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66"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658" name="矩形 13"/>
          <p:cNvSpPr>
            <a:spLocks noChangeArrowheads="1"/>
          </p:cNvSpPr>
          <p:nvPr/>
        </p:nvSpPr>
        <p:spPr bwMode="auto">
          <a:xfrm>
            <a:off x="482450" y="1434351"/>
            <a:ext cx="11593288" cy="3660141"/>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en-US" dirty="0" sz="2000" lang="zh-CN">
                <a:solidFill>
                  <a:schemeClr val="bg1">
                    <a:lumMod val="85000"/>
                  </a:schemeClr>
                </a:solidFill>
                <a:latin typeface="+mn-lt"/>
                <a:ea typeface="+mn-ea"/>
                <a:cs typeface="+mn-ea"/>
                <a:sym typeface="+mn-lt"/>
              </a:rPr>
              <a:t>实验典型数据：</a:t>
            </a:r>
            <a:endParaRPr altLang="en-US" dirty="0" sz="2000" lang="zh-CN">
              <a:solidFill>
                <a:schemeClr val="bg1">
                  <a:lumMod val="85000"/>
                </a:schemeClr>
              </a:solidFill>
              <a:latin typeface="+mn-lt"/>
              <a:ea typeface="+mn-ea"/>
              <a:cs typeface="+mn-ea"/>
              <a:sym typeface="+mn-lt"/>
            </a:endParaRPr>
          </a:p>
          <a:p>
            <a:pPr eaLnBrk="1" hangingPunct="1">
              <a:lnSpc>
                <a:spcPct val="150000"/>
              </a:lnSpc>
            </a:pPr>
            <a:r>
              <a:rPr altLang="zh-CN" dirty="0" sz="2000" lang="en-US">
                <a:solidFill>
                  <a:schemeClr val="bg1">
                    <a:lumMod val="85000"/>
                  </a:schemeClr>
                </a:solidFill>
                <a:latin typeface="+mn-lt"/>
                <a:ea typeface="+mn-ea"/>
                <a:cs typeface="+mn-ea"/>
                <a:sym typeface="+mn-lt"/>
              </a:rPr>
              <a:t>------------------Dijkstra_input.txt-----------------------------</a:t>
            </a:r>
            <a:endParaRPr altLang="zh-CN" dirty="0" sz="2000" lang="en-US">
              <a:solidFill>
                <a:schemeClr val="bg1">
                  <a:lumMod val="85000"/>
                </a:schemeClr>
              </a:solidFill>
              <a:latin typeface="+mn-lt"/>
              <a:ea typeface="+mn-ea"/>
              <a:cs typeface="+mn-ea"/>
              <a:sym typeface="+mn-lt"/>
            </a:endParaRPr>
          </a:p>
          <a:p>
            <a:pPr eaLnBrk="1" hangingPunct="1">
              <a:lnSpc>
                <a:spcPct val="150000"/>
              </a:lnSpc>
            </a:pPr>
            <a:r>
              <a:rPr altLang="en-US" dirty="0" sz="2000" lang="zh-CN">
                <a:solidFill>
                  <a:schemeClr val="bg1">
                    <a:lumMod val="85000"/>
                  </a:schemeClr>
                </a:solidFill>
                <a:latin typeface="+mn-lt"/>
                <a:ea typeface="+mn-ea"/>
                <a:cs typeface="+mn-ea"/>
                <a:sym typeface="+mn-lt"/>
              </a:rPr>
              <a:t>节点个数：</a:t>
            </a:r>
            <a:r>
              <a:rPr altLang="zh-CN" dirty="0" sz="2000" lang="en-US">
                <a:solidFill>
                  <a:schemeClr val="bg1">
                    <a:lumMod val="85000"/>
                  </a:schemeClr>
                </a:solidFill>
                <a:latin typeface="+mn-lt"/>
                <a:ea typeface="+mn-ea"/>
                <a:cs typeface="+mn-ea"/>
                <a:sym typeface="+mn-lt"/>
              </a:rPr>
              <a:t>8</a:t>
            </a:r>
            <a:endParaRPr altLang="zh-CN" dirty="0" sz="2000" lang="en-US">
              <a:solidFill>
                <a:schemeClr val="bg1">
                  <a:lumMod val="85000"/>
                </a:schemeClr>
              </a:solidFill>
              <a:latin typeface="+mn-lt"/>
              <a:ea typeface="+mn-ea"/>
              <a:cs typeface="+mn-ea"/>
              <a:sym typeface="+mn-lt"/>
            </a:endParaRPr>
          </a:p>
          <a:p>
            <a:pPr eaLnBrk="1" hangingPunct="1">
              <a:lnSpc>
                <a:spcPct val="150000"/>
              </a:lnSpc>
            </a:pPr>
            <a:r>
              <a:rPr altLang="en-US" dirty="0" sz="2000" lang="zh-CN">
                <a:solidFill>
                  <a:schemeClr val="bg1">
                    <a:lumMod val="85000"/>
                  </a:schemeClr>
                </a:solidFill>
                <a:latin typeface="+mn-lt"/>
                <a:ea typeface="+mn-ea"/>
                <a:cs typeface="+mn-ea"/>
                <a:sym typeface="+mn-lt"/>
              </a:rPr>
              <a:t>节点名称：重庆 北京 成都 上海 深圳  杭州 广州 武汉</a:t>
            </a:r>
            <a:endParaRPr altLang="en-US" dirty="0" sz="2000" lang="zh-CN">
              <a:solidFill>
                <a:schemeClr val="bg1">
                  <a:lumMod val="85000"/>
                </a:schemeClr>
              </a:solidFill>
              <a:latin typeface="+mn-lt"/>
              <a:ea typeface="+mn-ea"/>
              <a:cs typeface="+mn-ea"/>
              <a:sym typeface="+mn-lt"/>
            </a:endParaRPr>
          </a:p>
          <a:p>
            <a:pPr eaLnBrk="1" hangingPunct="1">
              <a:lnSpc>
                <a:spcPct val="150000"/>
              </a:lnSpc>
            </a:pPr>
            <a:r>
              <a:rPr altLang="zh-CN" dirty="0" sz="2000" lang="en-US">
                <a:solidFill>
                  <a:schemeClr val="bg1">
                    <a:lumMod val="85000"/>
                  </a:schemeClr>
                </a:solidFill>
                <a:latin typeface="+mn-lt"/>
                <a:ea typeface="+mn-ea"/>
                <a:cs typeface="+mn-ea"/>
                <a:sym typeface="+mn-lt"/>
              </a:rPr>
              <a:t>1  2  24    1  3  47   1  4  70    2  3  25</a:t>
            </a:r>
            <a:endParaRPr altLang="zh-CN" dirty="0" sz="2000" lang="en-US">
              <a:solidFill>
                <a:schemeClr val="bg1">
                  <a:lumMod val="85000"/>
                </a:schemeClr>
              </a:solidFill>
              <a:latin typeface="+mn-lt"/>
              <a:ea typeface="+mn-ea"/>
              <a:cs typeface="+mn-ea"/>
              <a:sym typeface="+mn-lt"/>
            </a:endParaRPr>
          </a:p>
          <a:p>
            <a:pPr eaLnBrk="1" hangingPunct="1">
              <a:lnSpc>
                <a:spcPct val="150000"/>
              </a:lnSpc>
            </a:pPr>
            <a:r>
              <a:rPr altLang="zh-CN" dirty="0" sz="2000" lang="en-US">
                <a:solidFill>
                  <a:schemeClr val="bg1">
                    <a:lumMod val="85000"/>
                  </a:schemeClr>
                </a:solidFill>
                <a:latin typeface="+mn-lt"/>
                <a:ea typeface="+mn-ea"/>
                <a:cs typeface="+mn-ea"/>
                <a:sym typeface="+mn-lt"/>
              </a:rPr>
              <a:t>2  5  120  3  4  23   3  5  88    3  6  66</a:t>
            </a:r>
            <a:endParaRPr altLang="zh-CN" dirty="0" sz="2000" lang="en-US">
              <a:solidFill>
                <a:schemeClr val="bg1">
                  <a:lumMod val="85000"/>
                </a:schemeClr>
              </a:solidFill>
              <a:latin typeface="+mn-lt"/>
              <a:ea typeface="+mn-ea"/>
              <a:cs typeface="+mn-ea"/>
              <a:sym typeface="+mn-lt"/>
            </a:endParaRPr>
          </a:p>
          <a:p>
            <a:pPr eaLnBrk="1" hangingPunct="1">
              <a:lnSpc>
                <a:spcPct val="150000"/>
              </a:lnSpc>
            </a:pPr>
            <a:r>
              <a:rPr altLang="zh-CN" dirty="0" sz="2000" lang="en-US">
                <a:solidFill>
                  <a:schemeClr val="bg1">
                    <a:lumMod val="85000"/>
                  </a:schemeClr>
                </a:solidFill>
                <a:latin typeface="+mn-lt"/>
                <a:ea typeface="+mn-ea"/>
                <a:cs typeface="+mn-ea"/>
                <a:sym typeface="+mn-lt"/>
              </a:rPr>
              <a:t>4  6  31    4  7  42   5  6  31    5  8  29</a:t>
            </a:r>
            <a:endParaRPr altLang="zh-CN" dirty="0" sz="2000" lang="en-US">
              <a:solidFill>
                <a:schemeClr val="bg1">
                  <a:lumMod val="85000"/>
                </a:schemeClr>
              </a:solidFill>
              <a:latin typeface="+mn-lt"/>
              <a:ea typeface="+mn-ea"/>
              <a:cs typeface="+mn-ea"/>
              <a:sym typeface="+mn-lt"/>
            </a:endParaRPr>
          </a:p>
          <a:p>
            <a:pPr eaLnBrk="1" hangingPunct="1">
              <a:lnSpc>
                <a:spcPct val="150000"/>
              </a:lnSpc>
            </a:pPr>
            <a:r>
              <a:rPr altLang="zh-CN" dirty="0" sz="2000" lang="en-US">
                <a:solidFill>
                  <a:schemeClr val="bg1">
                    <a:lumMod val="85000"/>
                  </a:schemeClr>
                </a:solidFill>
                <a:latin typeface="+mn-lt"/>
                <a:ea typeface="+mn-ea"/>
                <a:cs typeface="+mn-ea"/>
                <a:sym typeface="+mn-lt"/>
              </a:rPr>
              <a:t>6  7  74    6  8  79   7  8  66</a:t>
            </a:r>
            <a:endParaRPr altLang="zh-CN" dirty="0" sz="2000" lang="en-US">
              <a:solidFill>
                <a:schemeClr val="bg1">
                  <a:lumMod val="85000"/>
                </a:schemeClr>
              </a:solidFill>
              <a:latin typeface="+mn-lt"/>
              <a:ea typeface="+mn-ea"/>
              <a:cs typeface="+mn-ea"/>
              <a:sym typeface="+mn-lt"/>
            </a:endParaRPr>
          </a:p>
          <a:p>
            <a:pPr eaLnBrk="1" hangingPunct="1">
              <a:lnSpc>
                <a:spcPct val="150000"/>
              </a:lnSpc>
            </a:pPr>
            <a:endParaRPr altLang="en-US" dirty="0" sz="1000" lang="zh-CN">
              <a:solidFill>
                <a:schemeClr val="bg1">
                  <a:lumMod val="85000"/>
                </a:schemeClr>
              </a:solidFill>
              <a:latin typeface="+mn-lt"/>
              <a:ea typeface="+mn-ea"/>
              <a:cs typeface="+mn-ea"/>
              <a:sym typeface="+mn-lt"/>
            </a:endParaRPr>
          </a:p>
        </p:txBody>
      </p:sp>
      <p:sp>
        <p:nvSpPr>
          <p:cNvPr id="1048659" name="箭头: 左 3">
            <a:hlinkClick r:id="rId6" action="ppaction://hlinksldjump"/>
          </p:cNvPr>
          <p:cNvSpPr/>
          <p:nvPr/>
        </p:nvSpPr>
        <p:spPr>
          <a:xfrm>
            <a:off x="335413" y="6350191"/>
            <a:ext cx="576011" cy="319169"/>
          </a:xfrm>
          <a:prstGeom prst="leftArrow"/>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Tree>
    <p:custDataLst>
      <p:tags r:id="rId7"/>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grpSp>
        <p:nvGrpSpPr>
          <p:cNvPr id="60" name="组合 1"/>
          <p:cNvGrpSpPr/>
          <p:nvPr/>
        </p:nvGrpSpPr>
        <p:grpSpPr>
          <a:xfrm>
            <a:off x="263352" y="-315635"/>
            <a:ext cx="11928647" cy="7173635"/>
            <a:chOff x="263352" y="-315635"/>
            <a:chExt cx="11928647" cy="7173635"/>
          </a:xfrm>
        </p:grpSpPr>
        <p:pic>
          <p:nvPicPr>
            <p:cNvPr id="2097161"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636" name="文本框 2"/>
            <p:cNvSpPr txBox="1"/>
            <p:nvPr/>
          </p:nvSpPr>
          <p:spPr>
            <a:xfrm>
              <a:off x="476332" y="332656"/>
              <a:ext cx="1173480" cy="472440"/>
            </a:xfrm>
            <a:prstGeom prst="rect"/>
            <a:noFill/>
          </p:spPr>
          <p:txBody>
            <a:bodyPr rtlCol="0" wrap="none">
              <a:spAutoFit/>
            </a:bodyPr>
            <a:p>
              <a:pPr eaLnBrk="1" hangingPunct="1"/>
              <a:r>
                <a:rPr altLang="zh-CN" b="1" dirty="0" sz="2800" lang="en-US" err="1">
                  <a:solidFill>
                    <a:schemeClr val="bg1">
                      <a:lumMod val="85000"/>
                    </a:schemeClr>
                  </a:solidFill>
                  <a:latin typeface="+mn-lt"/>
                  <a:ea typeface="+mn-ea"/>
                  <a:cs typeface="+mn-ea"/>
                  <a:sym typeface="+mn-lt"/>
                </a:rPr>
                <a:t>dij</a:t>
              </a:r>
              <a:r>
                <a:rPr altLang="zh-CN" b="1" dirty="0" sz="2800" lang="en-US" err="1">
                  <a:solidFill>
                    <a:schemeClr val="bg1">
                      <a:lumMod val="85000"/>
                    </a:schemeClr>
                  </a:solidFill>
                  <a:latin typeface="+mn-lt"/>
                  <a:ea typeface="+mn-ea"/>
                  <a:cs typeface="+mn-ea"/>
                  <a:sym typeface="+mn-lt"/>
                </a:rPr>
                <a:t>kstra</a:t>
              </a:r>
              <a:endParaRPr altLang="en-US" b="1" dirty="0" sz="2800" lang="zh-CN">
                <a:solidFill>
                  <a:schemeClr val="bg1">
                    <a:lumMod val="85000"/>
                  </a:schemeClr>
                </a:solidFill>
                <a:latin typeface="+mn-lt"/>
                <a:ea typeface="+mn-ea"/>
                <a:cs typeface="+mn-ea"/>
                <a:sym typeface="+mn-lt"/>
              </a:endParaRPr>
            </a:p>
          </p:txBody>
        </p:sp>
        <p:grpSp>
          <p:nvGrpSpPr>
            <p:cNvPr id="61" name="组合 40"/>
            <p:cNvGrpSpPr/>
            <p:nvPr/>
          </p:nvGrpSpPr>
          <p:grpSpPr>
            <a:xfrm rot="10800000" flipV="1">
              <a:off x="263352" y="984158"/>
              <a:ext cx="11745783" cy="45719"/>
              <a:chOff x="3182554" y="3904019"/>
              <a:chExt cx="5543625" cy="45719"/>
            </a:xfrm>
          </p:grpSpPr>
          <p:sp>
            <p:nvSpPr>
              <p:cNvPr id="1048637"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38"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39"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62"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640" name="矩形 13"/>
          <p:cNvSpPr>
            <a:spLocks noChangeArrowheads="1"/>
          </p:cNvSpPr>
          <p:nvPr/>
        </p:nvSpPr>
        <p:spPr bwMode="auto">
          <a:xfrm>
            <a:off x="482450" y="1158159"/>
            <a:ext cx="11593288" cy="5044440"/>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dirty="0" lang="en-US" err="1">
                <a:solidFill>
                  <a:schemeClr val="bg1">
                    <a:lumMod val="85000"/>
                  </a:schemeClr>
                </a:solidFill>
                <a:latin typeface="+mn-lt"/>
                <a:ea typeface="+mn-ea"/>
                <a:cs typeface="+mn-ea"/>
                <a:sym typeface="+mn-lt"/>
              </a:rPr>
              <a:t>dij</a:t>
            </a:r>
            <a:r>
              <a:rPr altLang="zh-CN" dirty="0" lang="en-US" err="1">
                <a:solidFill>
                  <a:schemeClr val="bg1">
                    <a:lumMod val="85000"/>
                  </a:schemeClr>
                </a:solidFill>
                <a:latin typeface="+mn-lt"/>
                <a:ea typeface="+mn-ea"/>
                <a:cs typeface="+mn-ea"/>
                <a:sym typeface="+mn-lt"/>
              </a:rPr>
              <a:t>kstra</a:t>
            </a:r>
            <a:r>
              <a:rPr altLang="en-US" dirty="0" lang="zh-CN">
                <a:solidFill>
                  <a:schemeClr val="bg1">
                    <a:lumMod val="85000"/>
                  </a:schemeClr>
                </a:solidFill>
                <a:latin typeface="+mn-lt"/>
                <a:ea typeface="+mn-ea"/>
                <a:cs typeface="+mn-ea"/>
                <a:sym typeface="+mn-lt"/>
              </a:rPr>
              <a:t>：</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zh-CN" dirty="0" lang="en-US">
                <a:solidFill>
                  <a:schemeClr val="bg1">
                    <a:lumMod val="85000"/>
                  </a:schemeClr>
                </a:solidFill>
                <a:latin typeface="+mn-lt"/>
                <a:ea typeface="+mn-ea"/>
                <a:cs typeface="+mn-ea"/>
                <a:sym typeface="+mn-lt"/>
              </a:rPr>
              <a:t>1. </a:t>
            </a:r>
            <a:r>
              <a:rPr altLang="en-US" dirty="0" lang="zh-CN">
                <a:solidFill>
                  <a:schemeClr val="bg1">
                    <a:lumMod val="85000"/>
                  </a:schemeClr>
                </a:solidFill>
                <a:latin typeface="+mn-lt"/>
                <a:ea typeface="+mn-ea"/>
                <a:cs typeface="+mn-ea"/>
                <a:sym typeface="+mn-lt"/>
              </a:rPr>
              <a:t>结构定义。对于每一个节点，希望通过结构的方式来定义</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zh-CN" dirty="0" lang="en-US">
                <a:solidFill>
                  <a:schemeClr val="bg1">
                    <a:lumMod val="85000"/>
                  </a:schemeClr>
                </a:solidFill>
                <a:latin typeface="+mn-lt"/>
                <a:ea typeface="+mn-ea"/>
                <a:cs typeface="+mn-ea"/>
                <a:sym typeface="+mn-lt"/>
              </a:rPr>
              <a:t>2. </a:t>
            </a:r>
            <a:r>
              <a:rPr altLang="en-US" dirty="0" lang="zh-CN">
                <a:solidFill>
                  <a:schemeClr val="bg1">
                    <a:lumMod val="85000"/>
                  </a:schemeClr>
                </a:solidFill>
                <a:latin typeface="+mn-lt"/>
                <a:ea typeface="+mn-ea"/>
                <a:cs typeface="+mn-ea"/>
                <a:sym typeface="+mn-lt"/>
              </a:rPr>
              <a:t>子函数。要学会把一些通用的功能抽象成一个子函数</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zh-CN" dirty="0" lang="en-US">
                <a:solidFill>
                  <a:schemeClr val="bg1">
                    <a:lumMod val="85000"/>
                  </a:schemeClr>
                </a:solidFill>
                <a:latin typeface="+mn-lt"/>
                <a:ea typeface="+mn-ea"/>
                <a:cs typeface="+mn-ea"/>
                <a:sym typeface="+mn-lt"/>
              </a:rPr>
              <a:t>3. </a:t>
            </a:r>
            <a:r>
              <a:rPr altLang="en-US" dirty="0" lang="zh-CN">
                <a:solidFill>
                  <a:schemeClr val="bg1">
                    <a:lumMod val="85000"/>
                  </a:schemeClr>
                </a:solidFill>
                <a:latin typeface="+mn-lt"/>
                <a:ea typeface="+mn-ea"/>
                <a:cs typeface="+mn-ea"/>
                <a:sym typeface="+mn-lt"/>
              </a:rPr>
              <a:t>输入的方式。希望支持手动输入或文本输入</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zh-CN" dirty="0" lang="en-US">
                <a:solidFill>
                  <a:schemeClr val="bg1">
                    <a:lumMod val="85000"/>
                  </a:schemeClr>
                </a:solidFill>
                <a:latin typeface="+mn-lt"/>
                <a:ea typeface="+mn-ea"/>
                <a:cs typeface="+mn-ea"/>
                <a:sym typeface="+mn-lt"/>
              </a:rPr>
              <a:t>4. </a:t>
            </a:r>
            <a:r>
              <a:rPr altLang="en-US" dirty="0" lang="zh-CN">
                <a:solidFill>
                  <a:schemeClr val="bg1">
                    <a:lumMod val="85000"/>
                  </a:schemeClr>
                </a:solidFill>
                <a:latin typeface="+mn-lt"/>
                <a:ea typeface="+mn-ea"/>
                <a:cs typeface="+mn-ea"/>
                <a:sym typeface="+mn-lt"/>
              </a:rPr>
              <a:t>希望指定节点可以任意选定（输入）</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zh-CN" dirty="0" lang="en-US">
                <a:solidFill>
                  <a:schemeClr val="bg1">
                    <a:lumMod val="85000"/>
                  </a:schemeClr>
                </a:solidFill>
                <a:latin typeface="+mn-lt"/>
                <a:ea typeface="+mn-ea"/>
                <a:cs typeface="+mn-ea"/>
                <a:sym typeface="+mn-lt"/>
              </a:rPr>
              <a:t>5. </a:t>
            </a:r>
            <a:r>
              <a:rPr altLang="en-US" dirty="0" lang="zh-CN">
                <a:solidFill>
                  <a:schemeClr val="bg1">
                    <a:lumMod val="85000"/>
                  </a:schemeClr>
                </a:solidFill>
                <a:latin typeface="+mn-lt"/>
                <a:ea typeface="+mn-ea"/>
                <a:cs typeface="+mn-ea"/>
                <a:sym typeface="+mn-lt"/>
              </a:rPr>
              <a:t>编程的规范。希望变量、函数命名规则要统一，大括号内要有缩进</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zh-CN" dirty="0" lang="en-US">
                <a:solidFill>
                  <a:schemeClr val="bg1">
                    <a:lumMod val="85000"/>
                  </a:schemeClr>
                </a:solidFill>
                <a:latin typeface="+mn-lt"/>
                <a:ea typeface="+mn-ea"/>
                <a:cs typeface="+mn-ea"/>
                <a:sym typeface="+mn-lt"/>
              </a:rPr>
              <a:t>6. </a:t>
            </a:r>
            <a:r>
              <a:rPr altLang="en-US" dirty="0" lang="zh-CN">
                <a:solidFill>
                  <a:schemeClr val="bg1">
                    <a:lumMod val="85000"/>
                  </a:schemeClr>
                </a:solidFill>
                <a:latin typeface="+mn-lt"/>
                <a:ea typeface="+mn-ea"/>
                <a:cs typeface="+mn-ea"/>
                <a:sym typeface="+mn-lt"/>
              </a:rPr>
              <a:t>异常处理。希望对打开文件、数组的超界要有异常检查和断言；异常的分支要有提示和退出（当前可以认为当前的图是连通的，作为默认的前提；</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en-US" dirty="0" lang="zh-CN">
                <a:solidFill>
                  <a:schemeClr val="bg1">
                    <a:lumMod val="85000"/>
                  </a:schemeClr>
                </a:solidFill>
                <a:latin typeface="+mn-lt"/>
                <a:ea typeface="+mn-ea"/>
                <a:cs typeface="+mn-ea"/>
                <a:sym typeface="+mn-lt"/>
              </a:rPr>
              <a:t>检查图的连通性，下个课时通过另外的实验来完成）；</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zh-CN" dirty="0" lang="en-US">
                <a:solidFill>
                  <a:schemeClr val="bg1">
                    <a:lumMod val="85000"/>
                  </a:schemeClr>
                </a:solidFill>
                <a:latin typeface="+mn-lt"/>
                <a:ea typeface="+mn-ea"/>
                <a:cs typeface="+mn-ea"/>
                <a:sym typeface="+mn-lt"/>
              </a:rPr>
              <a:t>7. </a:t>
            </a:r>
            <a:r>
              <a:rPr altLang="en-US" dirty="0" lang="zh-CN">
                <a:solidFill>
                  <a:schemeClr val="bg1">
                    <a:lumMod val="85000"/>
                  </a:schemeClr>
                </a:solidFill>
                <a:latin typeface="+mn-lt"/>
                <a:ea typeface="+mn-ea"/>
                <a:cs typeface="+mn-ea"/>
                <a:sym typeface="+mn-lt"/>
              </a:rPr>
              <a:t>实验报告中对程序流程图要求是必选。要学会画流程图，写好流程图，这是对软件工程中需求、设计到编码的练习</a:t>
            </a:r>
            <a:endParaRPr altLang="en-US" dirty="0" lang="zh-CN">
              <a:solidFill>
                <a:schemeClr val="bg1">
                  <a:lumMod val="85000"/>
                </a:schemeClr>
              </a:solidFill>
              <a:latin typeface="+mn-lt"/>
              <a:ea typeface="+mn-ea"/>
              <a:cs typeface="+mn-ea"/>
              <a:sym typeface="+mn-lt"/>
            </a:endParaRPr>
          </a:p>
          <a:p>
            <a:pPr eaLnBrk="1" hangingPunct="1">
              <a:lnSpc>
                <a:spcPct val="150000"/>
              </a:lnSpc>
            </a:pPr>
            <a:r>
              <a:rPr altLang="zh-CN" dirty="0" lang="en-US">
                <a:solidFill>
                  <a:schemeClr val="bg1">
                    <a:lumMod val="85000"/>
                  </a:schemeClr>
                </a:solidFill>
                <a:latin typeface="+mn-lt"/>
                <a:ea typeface="+mn-ea"/>
                <a:cs typeface="+mn-ea"/>
                <a:sym typeface="+mn-lt"/>
              </a:rPr>
              <a:t>8. </a:t>
            </a:r>
            <a:r>
              <a:rPr altLang="en-US" dirty="0" lang="zh-CN">
                <a:solidFill>
                  <a:schemeClr val="bg1">
                    <a:lumMod val="85000"/>
                  </a:schemeClr>
                </a:solidFill>
                <a:latin typeface="+mn-lt"/>
                <a:ea typeface="+mn-ea"/>
                <a:cs typeface="+mn-ea"/>
                <a:sym typeface="+mn-lt"/>
              </a:rPr>
              <a:t>自测。希望能构造不同的输入，包括异常的输入对代码进行自测。一定程序上确保程序测试的覆盖率和程序的完备性。</a:t>
            </a:r>
            <a:endParaRPr altLang="en-US" dirty="0" sz="900" lang="zh-CN">
              <a:solidFill>
                <a:schemeClr val="bg1">
                  <a:lumMod val="85000"/>
                </a:schemeClr>
              </a:solidFill>
              <a:latin typeface="+mn-lt"/>
              <a:ea typeface="+mn-ea"/>
              <a:cs typeface="+mn-ea"/>
              <a:sym typeface="+mn-lt"/>
            </a:endParaRPr>
          </a:p>
        </p:txBody>
      </p:sp>
      <p:sp>
        <p:nvSpPr>
          <p:cNvPr id="1048641" name="箭头: 左 3">
            <a:hlinkClick r:id="rId6" action="ppaction://hlinksldjump"/>
          </p:cNvPr>
          <p:cNvSpPr/>
          <p:nvPr/>
        </p:nvSpPr>
        <p:spPr>
          <a:xfrm>
            <a:off x="10776520" y="6443462"/>
            <a:ext cx="576011" cy="319169"/>
          </a:xfrm>
          <a:prstGeom prst="leftArrow"/>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Tree>
    <p:custDataLst>
      <p:tags r:id="rId7"/>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9" name=""/>
        <p:cNvGrpSpPr/>
        <p:nvPr/>
      </p:nvGrpSpPr>
      <p:grpSpPr>
        <a:xfrm>
          <a:off x="0" y="0"/>
          <a:ext cx="0" cy="0"/>
          <a:chOff x="0" y="0"/>
          <a:chExt cx="0" cy="0"/>
        </a:xfrm>
      </p:grpSpPr>
      <p:grpSp>
        <p:nvGrpSpPr>
          <p:cNvPr id="170" name="组合 1"/>
          <p:cNvGrpSpPr/>
          <p:nvPr/>
        </p:nvGrpSpPr>
        <p:grpSpPr>
          <a:xfrm>
            <a:off x="263352" y="-315635"/>
            <a:ext cx="11928647" cy="7173635"/>
            <a:chOff x="263352" y="-315635"/>
            <a:chExt cx="11928647" cy="7173635"/>
          </a:xfrm>
        </p:grpSpPr>
        <p:pic>
          <p:nvPicPr>
            <p:cNvPr id="2097189"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865" name="文本框 2"/>
            <p:cNvSpPr txBox="1"/>
            <p:nvPr/>
          </p:nvSpPr>
          <p:spPr>
            <a:xfrm>
              <a:off x="476332" y="332656"/>
              <a:ext cx="1173480" cy="472440"/>
            </a:xfrm>
            <a:prstGeom prst="rect"/>
            <a:noFill/>
          </p:spPr>
          <p:txBody>
            <a:bodyPr rtlCol="0" wrap="none">
              <a:spAutoFit/>
            </a:bodyPr>
            <a:p>
              <a:pPr eaLnBrk="1" hangingPunct="1"/>
              <a:r>
                <a:rPr altLang="zh-CN" b="1" dirty="0" sz="2800" lang="en-US" err="1">
                  <a:solidFill>
                    <a:schemeClr val="bg1">
                      <a:lumMod val="85000"/>
                    </a:schemeClr>
                  </a:solidFill>
                  <a:latin typeface="+mn-lt"/>
                  <a:ea typeface="+mn-ea"/>
                  <a:cs typeface="+mn-ea"/>
                  <a:sym typeface="+mn-lt"/>
                </a:rPr>
                <a:t>dij</a:t>
              </a:r>
              <a:r>
                <a:rPr altLang="zh-CN" b="1" dirty="0" sz="2800" lang="en-US" err="1">
                  <a:solidFill>
                    <a:schemeClr val="bg1">
                      <a:lumMod val="85000"/>
                    </a:schemeClr>
                  </a:solidFill>
                  <a:latin typeface="+mn-lt"/>
                  <a:ea typeface="+mn-ea"/>
                  <a:cs typeface="+mn-ea"/>
                  <a:sym typeface="+mn-lt"/>
                </a:rPr>
                <a:t>kstra</a:t>
              </a:r>
              <a:endParaRPr altLang="en-US" b="1" dirty="0" sz="2800" lang="zh-CN">
                <a:solidFill>
                  <a:schemeClr val="bg1">
                    <a:lumMod val="85000"/>
                  </a:schemeClr>
                </a:solidFill>
                <a:latin typeface="+mn-lt"/>
                <a:ea typeface="+mn-ea"/>
                <a:cs typeface="+mn-ea"/>
                <a:sym typeface="+mn-lt"/>
              </a:endParaRPr>
            </a:p>
          </p:txBody>
        </p:sp>
        <p:grpSp>
          <p:nvGrpSpPr>
            <p:cNvPr id="171" name="组合 40"/>
            <p:cNvGrpSpPr/>
            <p:nvPr/>
          </p:nvGrpSpPr>
          <p:grpSpPr>
            <a:xfrm rot="10800000" flipV="1">
              <a:off x="263352" y="984158"/>
              <a:ext cx="11745783" cy="45719"/>
              <a:chOff x="3182554" y="3904019"/>
              <a:chExt cx="5543625" cy="45719"/>
            </a:xfrm>
          </p:grpSpPr>
          <p:sp>
            <p:nvSpPr>
              <p:cNvPr id="1048866"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867"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868"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90"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869" name="矩形 13"/>
          <p:cNvSpPr>
            <a:spLocks noChangeArrowheads="1"/>
          </p:cNvSpPr>
          <p:nvPr/>
        </p:nvSpPr>
        <p:spPr bwMode="auto">
          <a:xfrm>
            <a:off x="482450" y="1158159"/>
            <a:ext cx="11593288" cy="4244340"/>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dirty="0" sz="2000" lang="en-US" err="1">
                <a:solidFill>
                  <a:schemeClr val="bg1">
                    <a:lumMod val="85000"/>
                  </a:schemeClr>
                </a:solidFill>
                <a:latin typeface="+mn-lt"/>
                <a:ea typeface="+mn-ea"/>
                <a:cs typeface="+mn-ea"/>
                <a:sym typeface="+mn-lt"/>
              </a:rPr>
              <a:t>1.概述：Dijkstra算法是用来寻找两点之间最短路径的算法，在实际生活中有着很大的作用他的思想就是选定一点然后向后遍历直至所有点到选定点的最短距离全部求处为止。</a:t>
            </a:r>
            <a:endParaRPr altLang="en-US" dirty="0" sz="2000" lang="zh-CN">
              <a:solidFill>
                <a:schemeClr val="bg1">
                  <a:lumMod val="85000"/>
                </a:schemeClr>
              </a:solidFill>
              <a:latin typeface="+mn-lt"/>
              <a:ea typeface="+mn-ea"/>
              <a:cs typeface="+mn-ea"/>
              <a:sym typeface="+mn-lt"/>
            </a:endParaRPr>
          </a:p>
          <a:p>
            <a:pPr eaLnBrk="1" hangingPunct="1">
              <a:lnSpc>
                <a:spcPct val="150000"/>
              </a:lnSpc>
            </a:pPr>
            <a:r>
              <a:rPr altLang="zh-CN" dirty="0" sz="2000" lang="en-US" err="1">
                <a:solidFill>
                  <a:schemeClr val="bg1">
                    <a:lumMod val="85000"/>
                  </a:schemeClr>
                </a:solidFill>
                <a:latin typeface="+mn-lt"/>
                <a:ea typeface="+mn-ea"/>
                <a:cs typeface="+mn-ea"/>
                <a:sym typeface="+mn-lt"/>
              </a:rPr>
              <a:t>2.算法思想：</a:t>
            </a:r>
            <a:endParaRPr altLang="en-US" dirty="0" sz="2000" lang="zh-CN">
              <a:solidFill>
                <a:schemeClr val="bg1">
                  <a:lumMod val="85000"/>
                </a:schemeClr>
              </a:solidFill>
              <a:latin typeface="+mn-lt"/>
              <a:ea typeface="+mn-ea"/>
              <a:cs typeface="+mn-ea"/>
              <a:sym typeface="+mn-lt"/>
            </a:endParaRPr>
          </a:p>
          <a:p>
            <a:pPr eaLnBrk="1" hangingPunct="1">
              <a:lnSpc>
                <a:spcPct val="150000"/>
              </a:lnSpc>
            </a:pPr>
            <a:r>
              <a:rPr altLang="zh-CN" dirty="0" sz="2000" lang="en-US" err="1">
                <a:solidFill>
                  <a:schemeClr val="bg1">
                    <a:lumMod val="85000"/>
                  </a:schemeClr>
                </a:solidFill>
                <a:latin typeface="+mn-lt"/>
                <a:ea typeface="+mn-ea"/>
                <a:cs typeface="+mn-ea"/>
                <a:sym typeface="+mn-lt"/>
              </a:rPr>
              <a:t>（1）初始化：先找处从源点V0到各终点Vk的直达路径（V0,Vk），即通过一条弧到达的路径。</a:t>
            </a:r>
            <a:endParaRPr altLang="en-US" dirty="0" sz="2000" lang="zh-CN">
              <a:solidFill>
                <a:schemeClr val="bg1">
                  <a:lumMod val="85000"/>
                </a:schemeClr>
              </a:solidFill>
              <a:latin typeface="+mn-lt"/>
              <a:ea typeface="+mn-ea"/>
              <a:cs typeface="+mn-ea"/>
              <a:sym typeface="+mn-lt"/>
            </a:endParaRPr>
          </a:p>
          <a:p>
            <a:pPr eaLnBrk="1" hangingPunct="1">
              <a:lnSpc>
                <a:spcPct val="150000"/>
              </a:lnSpc>
            </a:pPr>
            <a:r>
              <a:rPr altLang="zh-CN" dirty="0" sz="2000" lang="en-US" err="1">
                <a:solidFill>
                  <a:schemeClr val="bg1">
                    <a:lumMod val="85000"/>
                  </a:schemeClr>
                </a:solidFill>
                <a:latin typeface="+mn-lt"/>
                <a:ea typeface="+mn-ea"/>
                <a:cs typeface="+mn-ea"/>
                <a:sym typeface="+mn-lt"/>
              </a:rPr>
              <a:t>（2）选择：从这些路径中找出一条长度最短的路径（V0,u）。</a:t>
            </a:r>
            <a:endParaRPr altLang="en-US" dirty="0" sz="2000" lang="zh-CN">
              <a:solidFill>
                <a:schemeClr val="bg1">
                  <a:lumMod val="85000"/>
                </a:schemeClr>
              </a:solidFill>
              <a:latin typeface="+mn-lt"/>
              <a:ea typeface="+mn-ea"/>
              <a:cs typeface="+mn-ea"/>
              <a:sym typeface="+mn-lt"/>
            </a:endParaRPr>
          </a:p>
          <a:p>
            <a:pPr eaLnBrk="1" hangingPunct="1">
              <a:lnSpc>
                <a:spcPct val="150000"/>
              </a:lnSpc>
            </a:pPr>
            <a:r>
              <a:rPr altLang="zh-CN" dirty="0" sz="2000" lang="en-US" err="1">
                <a:solidFill>
                  <a:schemeClr val="bg1">
                    <a:lumMod val="85000"/>
                  </a:schemeClr>
                </a:solidFill>
                <a:latin typeface="+mn-lt"/>
                <a:ea typeface="+mn-ea"/>
                <a:cs typeface="+mn-ea"/>
                <a:sym typeface="+mn-lt"/>
              </a:rPr>
              <a:t>（3）更新：然后对其余各条路径进行适当的调整：</a:t>
            </a:r>
            <a:endParaRPr altLang="en-US" dirty="0" sz="2000" lang="zh-CN">
              <a:solidFill>
                <a:schemeClr val="bg1">
                  <a:lumMod val="85000"/>
                </a:schemeClr>
              </a:solidFill>
              <a:latin typeface="+mn-lt"/>
              <a:ea typeface="+mn-ea"/>
              <a:cs typeface="+mn-ea"/>
              <a:sym typeface="+mn-lt"/>
            </a:endParaRPr>
          </a:p>
          <a:p>
            <a:pPr eaLnBrk="1" hangingPunct="1">
              <a:lnSpc>
                <a:spcPct val="150000"/>
              </a:lnSpc>
            </a:pPr>
            <a:r>
              <a:rPr altLang="zh-CN" dirty="0" sz="2000" lang="en-US" err="1">
                <a:solidFill>
                  <a:schemeClr val="bg1">
                    <a:lumMod val="85000"/>
                  </a:schemeClr>
                </a:solidFill>
                <a:latin typeface="+mn-lt"/>
                <a:ea typeface="+mn-ea"/>
                <a:cs typeface="+mn-ea"/>
                <a:sym typeface="+mn-lt"/>
              </a:rPr>
              <a:t>若在图中存在弧（u，Vk），且（u，Vk）+（V0,u）&lt;（V0,Vk），则以路径（V0,u,Vk）代替（V0,Vk）。</a:t>
            </a:r>
            <a:endParaRPr altLang="en-US" dirty="0" sz="2000" lang="zh-CN">
              <a:solidFill>
                <a:schemeClr val="bg1">
                  <a:lumMod val="85000"/>
                </a:schemeClr>
              </a:solidFill>
              <a:latin typeface="+mn-lt"/>
              <a:ea typeface="+mn-ea"/>
              <a:cs typeface="+mn-ea"/>
              <a:sym typeface="+mn-lt"/>
            </a:endParaRPr>
          </a:p>
          <a:p>
            <a:pPr eaLnBrk="1" hangingPunct="1">
              <a:lnSpc>
                <a:spcPct val="150000"/>
              </a:lnSpc>
            </a:pPr>
            <a:r>
              <a:rPr altLang="zh-CN" dirty="0" sz="2000" lang="en-US" err="1">
                <a:solidFill>
                  <a:schemeClr val="bg1">
                    <a:lumMod val="85000"/>
                  </a:schemeClr>
                </a:solidFill>
                <a:latin typeface="+mn-lt"/>
                <a:ea typeface="+mn-ea"/>
                <a:cs typeface="+mn-ea"/>
                <a:sym typeface="+mn-lt"/>
              </a:rPr>
              <a:t>（4）在调整后的各条路径中，再找长度最短的路径，以此类推。</a:t>
            </a:r>
            <a:endParaRPr altLang="en-US" dirty="0" sz="2000" lang="zh-CN">
              <a:solidFill>
                <a:schemeClr val="bg1">
                  <a:lumMod val="85000"/>
                </a:schemeClr>
              </a:solidFill>
              <a:latin typeface="+mn-lt"/>
              <a:ea typeface="+mn-ea"/>
              <a:cs typeface="+mn-ea"/>
              <a:sym typeface="+mn-lt"/>
            </a:endParaRPr>
          </a:p>
          <a:p>
            <a:pPr eaLnBrk="1" hangingPunct="1">
              <a:lnSpc>
                <a:spcPct val="150000"/>
              </a:lnSpc>
            </a:pPr>
            <a:endParaRPr altLang="en-US" dirty="0" lang="zh-CN">
              <a:solidFill>
                <a:schemeClr val="bg1">
                  <a:lumMod val="85000"/>
                </a:schemeClr>
              </a:solidFill>
              <a:latin typeface="+mn-lt"/>
              <a:ea typeface="+mn-ea"/>
              <a:cs typeface="+mn-ea"/>
              <a:sym typeface="+mn-lt"/>
            </a:endParaRPr>
          </a:p>
        </p:txBody>
      </p:sp>
      <p:sp>
        <p:nvSpPr>
          <p:cNvPr id="1048870" name="箭头: 左 3">
            <a:hlinkClick r:id="" action="ppaction://noaction"/>
          </p:cNvPr>
          <p:cNvSpPr/>
          <p:nvPr/>
        </p:nvSpPr>
        <p:spPr>
          <a:xfrm>
            <a:off x="10776520" y="6443462"/>
            <a:ext cx="576011" cy="319169"/>
          </a:xfrm>
          <a:prstGeom prst="leftArrow"/>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45" name=""/>
        <p:cNvGrpSpPr/>
        <p:nvPr/>
      </p:nvGrpSpPr>
      <p:grpSpPr>
        <a:xfrm>
          <a:off x="0" y="0"/>
          <a:ext cx="0" cy="0"/>
          <a:chOff x="0" y="0"/>
          <a:chExt cx="0" cy="0"/>
        </a:xfrm>
      </p:grpSpPr>
      <p:grpSp>
        <p:nvGrpSpPr>
          <p:cNvPr id="46" name="组合 1"/>
          <p:cNvGrpSpPr/>
          <p:nvPr/>
        </p:nvGrpSpPr>
        <p:grpSpPr>
          <a:xfrm>
            <a:off x="263353" y="-315635"/>
            <a:ext cx="11928647" cy="7173635"/>
            <a:chOff x="263352" y="-315635"/>
            <a:chExt cx="11928647" cy="7173635"/>
          </a:xfrm>
        </p:grpSpPr>
        <p:pic>
          <p:nvPicPr>
            <p:cNvPr id="2097157"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601" name="文本框 2"/>
            <p:cNvSpPr txBox="1"/>
            <p:nvPr/>
          </p:nvSpPr>
          <p:spPr>
            <a:xfrm>
              <a:off x="655871" y="332656"/>
              <a:ext cx="1605280" cy="472440"/>
            </a:xfrm>
            <a:prstGeom prst="rect"/>
            <a:noFill/>
          </p:spPr>
          <p:txBody>
            <a:bodyPr rtlCol="0" wrap="none">
              <a:spAutoFit/>
            </a:bodyPr>
            <a:p>
              <a:pPr algn="ctr"/>
              <a:r>
                <a:rPr altLang="en-US" dirty="0" sz="2800" lang="zh-CN">
                  <a:solidFill>
                    <a:schemeClr val="bg1">
                      <a:lumMod val="85000"/>
                    </a:schemeClr>
                  </a:solidFill>
                  <a:cs typeface="+mn-ea"/>
                  <a:sym typeface="+mn-lt"/>
                </a:rPr>
                <a:t>设计思路</a:t>
              </a:r>
              <a:endParaRPr altLang="en-US" dirty="0" sz="2800" lang="zh-CN">
                <a:solidFill>
                  <a:schemeClr val="bg1">
                    <a:lumMod val="85000"/>
                  </a:schemeClr>
                </a:solidFill>
                <a:cs typeface="+mn-ea"/>
                <a:sym typeface="+mn-lt"/>
              </a:endParaRPr>
            </a:p>
          </p:txBody>
        </p:sp>
        <p:grpSp>
          <p:nvGrpSpPr>
            <p:cNvPr id="47" name="组合 40"/>
            <p:cNvGrpSpPr/>
            <p:nvPr/>
          </p:nvGrpSpPr>
          <p:grpSpPr>
            <a:xfrm rot="10800000" flipV="1">
              <a:off x="263352" y="984158"/>
              <a:ext cx="11745783" cy="45719"/>
              <a:chOff x="3182554" y="3904019"/>
              <a:chExt cx="5543625" cy="45719"/>
            </a:xfrm>
          </p:grpSpPr>
          <p:sp>
            <p:nvSpPr>
              <p:cNvPr id="1048602"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03"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04"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58"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grpSp>
        <p:nvGrpSpPr>
          <p:cNvPr id="48" name="Group 1"/>
          <p:cNvGrpSpPr/>
          <p:nvPr/>
        </p:nvGrpSpPr>
        <p:grpSpPr>
          <a:xfrm>
            <a:off x="839416" y="2001997"/>
            <a:ext cx="2269165" cy="3275714"/>
            <a:chOff x="1066291" y="2029940"/>
            <a:chExt cx="2269165" cy="3275714"/>
          </a:xfrm>
        </p:grpSpPr>
        <p:sp>
          <p:nvSpPr>
            <p:cNvPr id="1048605" name="Rounded Rectangle 3"/>
            <p:cNvSpPr/>
            <p:nvPr/>
          </p:nvSpPr>
          <p:spPr>
            <a:xfrm>
              <a:off x="1066291" y="2029940"/>
              <a:ext cx="2269165" cy="3275714"/>
            </a:xfrm>
            <a:prstGeom prst="roundRect">
              <a:avLst>
                <a:gd name="adj" fmla="val 4016"/>
              </a:avLst>
            </a:prstGeom>
            <a:noFill/>
            <a:ln w="3175">
              <a:solidFill>
                <a:srgbClr val="37BBED"/>
              </a:solidFill>
            </a:ln>
            <a:effectLst>
              <a:outerShdw algn="bl" blurRad="76200" dir="18900000" kx="-1200000" rotWithShape="0" sy="2300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cs typeface="+mn-ea"/>
                <a:sym typeface="+mn-lt"/>
              </a:endParaRPr>
            </a:p>
          </p:txBody>
        </p:sp>
        <p:sp>
          <p:nvSpPr>
            <p:cNvPr id="1048606" name="Rectangle 11"/>
            <p:cNvSpPr/>
            <p:nvPr/>
          </p:nvSpPr>
          <p:spPr>
            <a:xfrm>
              <a:off x="1066291" y="4412519"/>
              <a:ext cx="2269165" cy="457200"/>
            </a:xfrm>
            <a:prstGeom prst="rect"/>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cs typeface="+mn-ea"/>
                <a:sym typeface="+mn-lt"/>
              </a:endParaRPr>
            </a:p>
          </p:txBody>
        </p:sp>
        <p:sp>
          <p:nvSpPr>
            <p:cNvPr id="1048607" name="TextBox 4"/>
            <p:cNvSpPr txBox="1"/>
            <p:nvPr/>
          </p:nvSpPr>
          <p:spPr>
            <a:xfrm>
              <a:off x="1874473" y="2195103"/>
              <a:ext cx="576580" cy="345441"/>
            </a:xfrm>
            <a:prstGeom prst="rect"/>
            <a:noFill/>
          </p:spPr>
          <p:txBody>
            <a:bodyPr rtlCol="0" wrap="none">
              <a:spAutoFit/>
            </a:bodyPr>
            <a:p>
              <a:pPr algn="ctr"/>
              <a:r>
                <a:rPr dirty="0" lang="en-US">
                  <a:solidFill>
                    <a:schemeClr val="bg1">
                      <a:lumMod val="85000"/>
                    </a:schemeClr>
                  </a:solidFill>
                  <a:cs typeface="+mn-ea"/>
                  <a:sym typeface="+mn-lt"/>
                </a:rPr>
                <a:t>F</a:t>
              </a:r>
              <a:r>
                <a:rPr altLang="zh-CN" dirty="0" lang="en-US">
                  <a:solidFill>
                    <a:schemeClr val="bg1">
                      <a:lumMod val="85000"/>
                    </a:schemeClr>
                  </a:solidFill>
                  <a:cs typeface="+mn-ea"/>
                  <a:sym typeface="+mn-lt"/>
                </a:rPr>
                <a:t>irst</a:t>
              </a:r>
              <a:endParaRPr b="1" dirty="0" sz="900" lang="en-US">
                <a:solidFill>
                  <a:schemeClr val="bg1">
                    <a:lumMod val="85000"/>
                  </a:schemeClr>
                </a:solidFill>
                <a:cs typeface="+mn-ea"/>
                <a:sym typeface="+mn-lt"/>
              </a:endParaRPr>
            </a:p>
          </p:txBody>
        </p:sp>
        <p:sp>
          <p:nvSpPr>
            <p:cNvPr id="1048608" name="Rectangle 19"/>
            <p:cNvSpPr/>
            <p:nvPr/>
          </p:nvSpPr>
          <p:spPr>
            <a:xfrm>
              <a:off x="1393877" y="3641654"/>
              <a:ext cx="1613992" cy="548640"/>
            </a:xfrm>
            <a:prstGeom prst="rect"/>
          </p:spPr>
          <p:txBody>
            <a:bodyPr wrap="square">
              <a:spAutoFit/>
            </a:bodyPr>
            <a:p>
              <a:pPr algn="ctr"/>
              <a:r>
                <a:rPr altLang="en-US" dirty="0" sz="1600" lang="zh-CN">
                  <a:solidFill>
                    <a:schemeClr val="bg1">
                      <a:lumMod val="85000"/>
                    </a:schemeClr>
                  </a:solidFill>
                  <a:cs typeface="+mn-ea"/>
                  <a:sym typeface="+mn-lt"/>
                </a:rPr>
                <a:t>读取文件</a:t>
              </a:r>
              <a:endParaRPr altLang="zh-CN" dirty="0" sz="1600" lang="en-US">
                <a:solidFill>
                  <a:schemeClr val="bg1">
                    <a:lumMod val="85000"/>
                  </a:schemeClr>
                </a:solidFill>
                <a:cs typeface="+mn-ea"/>
                <a:sym typeface="+mn-lt"/>
              </a:endParaRPr>
            </a:p>
            <a:p>
              <a:pPr algn="ctr"/>
              <a:r>
                <a:rPr altLang="en-US" dirty="0" sz="1600" lang="zh-CN">
                  <a:solidFill>
                    <a:schemeClr val="bg1">
                      <a:lumMod val="85000"/>
                    </a:schemeClr>
                  </a:solidFill>
                  <a:cs typeface="+mn-ea"/>
                  <a:sym typeface="+mn-lt"/>
                </a:rPr>
                <a:t>初始化</a:t>
              </a:r>
              <a:endParaRPr dirty="0" sz="1600" lang="en-US">
                <a:solidFill>
                  <a:schemeClr val="bg1">
                    <a:lumMod val="85000"/>
                  </a:schemeClr>
                </a:solidFill>
                <a:cs typeface="+mn-ea"/>
                <a:sym typeface="+mn-lt"/>
              </a:endParaRPr>
            </a:p>
          </p:txBody>
        </p:sp>
        <p:sp>
          <p:nvSpPr>
            <p:cNvPr id="1048609" name="Freeform 44"/>
            <p:cNvSpPr/>
            <p:nvPr/>
          </p:nvSpPr>
          <p:spPr>
            <a:xfrm>
              <a:off x="1839250" y="2761602"/>
              <a:ext cx="723246" cy="716984"/>
            </a:xfrm>
            <a:custGeom>
              <a:avLst/>
              <a:ahLst/>
              <a:rect l="l" t="t" r="r" b="b"/>
              <a:pathLst>
                <a:path w="206276" h="204490">
                  <a:moveTo>
                    <a:pt x="97334" y="133052"/>
                  </a:moveTo>
                  <a:lnTo>
                    <a:pt x="119212" y="133052"/>
                  </a:lnTo>
                  <a:cubicBezTo>
                    <a:pt x="121593" y="133052"/>
                    <a:pt x="122783" y="134094"/>
                    <a:pt x="122783" y="136178"/>
                  </a:cubicBezTo>
                  <a:cubicBezTo>
                    <a:pt x="122783" y="138559"/>
                    <a:pt x="121593" y="139750"/>
                    <a:pt x="119212" y="139750"/>
                  </a:cubicBezTo>
                  <a:lnTo>
                    <a:pt x="97334" y="139750"/>
                  </a:lnTo>
                  <a:cubicBezTo>
                    <a:pt x="95250" y="139750"/>
                    <a:pt x="94208" y="138559"/>
                    <a:pt x="94208" y="136178"/>
                  </a:cubicBezTo>
                  <a:cubicBezTo>
                    <a:pt x="94208" y="134094"/>
                    <a:pt x="95250" y="133052"/>
                    <a:pt x="97334" y="133052"/>
                  </a:cubicBezTo>
                  <a:close/>
                  <a:moveTo>
                    <a:pt x="71884" y="133052"/>
                  </a:moveTo>
                  <a:lnTo>
                    <a:pt x="84386" y="133052"/>
                  </a:lnTo>
                  <a:cubicBezTo>
                    <a:pt x="86469" y="133052"/>
                    <a:pt x="87511" y="134094"/>
                    <a:pt x="87511" y="136178"/>
                  </a:cubicBezTo>
                  <a:cubicBezTo>
                    <a:pt x="87511" y="138559"/>
                    <a:pt x="86469" y="139750"/>
                    <a:pt x="84386" y="139750"/>
                  </a:cubicBezTo>
                  <a:lnTo>
                    <a:pt x="71884" y="139750"/>
                  </a:lnTo>
                  <a:cubicBezTo>
                    <a:pt x="69801" y="139750"/>
                    <a:pt x="68759" y="138559"/>
                    <a:pt x="68759" y="136178"/>
                  </a:cubicBezTo>
                  <a:cubicBezTo>
                    <a:pt x="68759" y="134094"/>
                    <a:pt x="69801" y="133052"/>
                    <a:pt x="71884" y="133052"/>
                  </a:cubicBezTo>
                  <a:close/>
                  <a:moveTo>
                    <a:pt x="160735" y="117426"/>
                  </a:moveTo>
                  <a:lnTo>
                    <a:pt x="166985" y="117426"/>
                  </a:lnTo>
                  <a:cubicBezTo>
                    <a:pt x="169069" y="117426"/>
                    <a:pt x="170111" y="118467"/>
                    <a:pt x="170111" y="120551"/>
                  </a:cubicBezTo>
                  <a:cubicBezTo>
                    <a:pt x="170111" y="122634"/>
                    <a:pt x="169069" y="123676"/>
                    <a:pt x="166985" y="123676"/>
                  </a:cubicBezTo>
                  <a:lnTo>
                    <a:pt x="160735" y="123676"/>
                  </a:lnTo>
                  <a:cubicBezTo>
                    <a:pt x="158651" y="123676"/>
                    <a:pt x="157609" y="122634"/>
                    <a:pt x="157609" y="120551"/>
                  </a:cubicBezTo>
                  <a:cubicBezTo>
                    <a:pt x="157609" y="118467"/>
                    <a:pt x="158651" y="117426"/>
                    <a:pt x="160735" y="117426"/>
                  </a:cubicBezTo>
                  <a:close/>
                  <a:moveTo>
                    <a:pt x="116086" y="117426"/>
                  </a:moveTo>
                  <a:lnTo>
                    <a:pt x="147787" y="117426"/>
                  </a:lnTo>
                  <a:cubicBezTo>
                    <a:pt x="150168" y="117426"/>
                    <a:pt x="151358" y="118467"/>
                    <a:pt x="151358" y="120551"/>
                  </a:cubicBezTo>
                  <a:cubicBezTo>
                    <a:pt x="151358" y="122634"/>
                    <a:pt x="150168" y="123676"/>
                    <a:pt x="147787" y="123676"/>
                  </a:cubicBezTo>
                  <a:lnTo>
                    <a:pt x="116086" y="123676"/>
                  </a:lnTo>
                  <a:cubicBezTo>
                    <a:pt x="114003" y="123676"/>
                    <a:pt x="112961" y="122634"/>
                    <a:pt x="112961" y="120551"/>
                  </a:cubicBezTo>
                  <a:cubicBezTo>
                    <a:pt x="112961" y="118467"/>
                    <a:pt x="114003" y="117426"/>
                    <a:pt x="116086" y="117426"/>
                  </a:cubicBezTo>
                  <a:close/>
                  <a:moveTo>
                    <a:pt x="71884" y="117426"/>
                  </a:moveTo>
                  <a:lnTo>
                    <a:pt x="103585" y="117426"/>
                  </a:lnTo>
                  <a:cubicBezTo>
                    <a:pt x="105668" y="117426"/>
                    <a:pt x="106710" y="118467"/>
                    <a:pt x="106710" y="120551"/>
                  </a:cubicBezTo>
                  <a:cubicBezTo>
                    <a:pt x="106710" y="122634"/>
                    <a:pt x="105668" y="123676"/>
                    <a:pt x="103585" y="123676"/>
                  </a:cubicBezTo>
                  <a:lnTo>
                    <a:pt x="71884" y="123676"/>
                  </a:lnTo>
                  <a:cubicBezTo>
                    <a:pt x="69801" y="123676"/>
                    <a:pt x="68759" y="122634"/>
                    <a:pt x="68759" y="120551"/>
                  </a:cubicBezTo>
                  <a:cubicBezTo>
                    <a:pt x="68759" y="118467"/>
                    <a:pt x="69801" y="117426"/>
                    <a:pt x="71884" y="117426"/>
                  </a:cubicBezTo>
                  <a:close/>
                  <a:moveTo>
                    <a:pt x="135285" y="98227"/>
                  </a:moveTo>
                  <a:lnTo>
                    <a:pt x="166985" y="98227"/>
                  </a:lnTo>
                  <a:cubicBezTo>
                    <a:pt x="169069" y="98227"/>
                    <a:pt x="170111" y="99268"/>
                    <a:pt x="170111" y="101352"/>
                  </a:cubicBezTo>
                  <a:cubicBezTo>
                    <a:pt x="170111" y="103436"/>
                    <a:pt x="169069" y="104477"/>
                    <a:pt x="166985" y="104477"/>
                  </a:cubicBezTo>
                  <a:lnTo>
                    <a:pt x="135285" y="104477"/>
                  </a:lnTo>
                  <a:cubicBezTo>
                    <a:pt x="133201" y="104477"/>
                    <a:pt x="132160" y="103436"/>
                    <a:pt x="132160" y="101352"/>
                  </a:cubicBezTo>
                  <a:cubicBezTo>
                    <a:pt x="132160" y="99268"/>
                    <a:pt x="133201" y="98227"/>
                    <a:pt x="135285" y="98227"/>
                  </a:cubicBezTo>
                  <a:close/>
                  <a:moveTo>
                    <a:pt x="97334" y="98227"/>
                  </a:moveTo>
                  <a:lnTo>
                    <a:pt x="122783" y="98227"/>
                  </a:lnTo>
                  <a:cubicBezTo>
                    <a:pt x="124867" y="98227"/>
                    <a:pt x="125909" y="99268"/>
                    <a:pt x="125909" y="101352"/>
                  </a:cubicBezTo>
                  <a:cubicBezTo>
                    <a:pt x="125909" y="103436"/>
                    <a:pt x="124867" y="104477"/>
                    <a:pt x="122783" y="104477"/>
                  </a:cubicBezTo>
                  <a:lnTo>
                    <a:pt x="97334" y="104477"/>
                  </a:lnTo>
                  <a:cubicBezTo>
                    <a:pt x="95250" y="104477"/>
                    <a:pt x="94208" y="103436"/>
                    <a:pt x="94208" y="101352"/>
                  </a:cubicBezTo>
                  <a:cubicBezTo>
                    <a:pt x="94208" y="99268"/>
                    <a:pt x="95250" y="98227"/>
                    <a:pt x="97334" y="98227"/>
                  </a:cubicBezTo>
                  <a:close/>
                  <a:moveTo>
                    <a:pt x="71884" y="98227"/>
                  </a:moveTo>
                  <a:lnTo>
                    <a:pt x="84386" y="98227"/>
                  </a:lnTo>
                  <a:cubicBezTo>
                    <a:pt x="86469" y="98227"/>
                    <a:pt x="87511" y="99268"/>
                    <a:pt x="87511" y="101352"/>
                  </a:cubicBezTo>
                  <a:cubicBezTo>
                    <a:pt x="87511" y="103436"/>
                    <a:pt x="86469" y="104477"/>
                    <a:pt x="84386" y="104477"/>
                  </a:cubicBezTo>
                  <a:lnTo>
                    <a:pt x="71884" y="104477"/>
                  </a:lnTo>
                  <a:cubicBezTo>
                    <a:pt x="69801" y="104477"/>
                    <a:pt x="68759" y="103436"/>
                    <a:pt x="68759" y="101352"/>
                  </a:cubicBezTo>
                  <a:cubicBezTo>
                    <a:pt x="68759" y="99268"/>
                    <a:pt x="69801" y="98227"/>
                    <a:pt x="71884" y="98227"/>
                  </a:cubicBezTo>
                  <a:close/>
                  <a:moveTo>
                    <a:pt x="154484" y="82600"/>
                  </a:moveTo>
                  <a:lnTo>
                    <a:pt x="166985" y="82600"/>
                  </a:lnTo>
                  <a:cubicBezTo>
                    <a:pt x="169069" y="82600"/>
                    <a:pt x="170111" y="83642"/>
                    <a:pt x="170111" y="85725"/>
                  </a:cubicBezTo>
                  <a:cubicBezTo>
                    <a:pt x="170111" y="87809"/>
                    <a:pt x="169069" y="88851"/>
                    <a:pt x="166985" y="88851"/>
                  </a:cubicBezTo>
                  <a:lnTo>
                    <a:pt x="154484" y="88851"/>
                  </a:lnTo>
                  <a:cubicBezTo>
                    <a:pt x="152400" y="88851"/>
                    <a:pt x="151358" y="87809"/>
                    <a:pt x="151358" y="85725"/>
                  </a:cubicBezTo>
                  <a:cubicBezTo>
                    <a:pt x="151358" y="83642"/>
                    <a:pt x="152400" y="82600"/>
                    <a:pt x="154484" y="82600"/>
                  </a:cubicBezTo>
                  <a:close/>
                  <a:moveTo>
                    <a:pt x="109835" y="82600"/>
                  </a:moveTo>
                  <a:lnTo>
                    <a:pt x="141536" y="82600"/>
                  </a:lnTo>
                  <a:cubicBezTo>
                    <a:pt x="143619" y="82600"/>
                    <a:pt x="144661" y="83642"/>
                    <a:pt x="144661" y="85725"/>
                  </a:cubicBezTo>
                  <a:cubicBezTo>
                    <a:pt x="144661" y="87809"/>
                    <a:pt x="143619" y="88851"/>
                    <a:pt x="141536" y="88851"/>
                  </a:cubicBezTo>
                  <a:lnTo>
                    <a:pt x="109835" y="88851"/>
                  </a:lnTo>
                  <a:cubicBezTo>
                    <a:pt x="107752" y="88851"/>
                    <a:pt x="106710" y="87809"/>
                    <a:pt x="106710" y="85725"/>
                  </a:cubicBezTo>
                  <a:cubicBezTo>
                    <a:pt x="106710" y="83642"/>
                    <a:pt x="107752" y="82600"/>
                    <a:pt x="109835" y="82600"/>
                  </a:cubicBezTo>
                  <a:close/>
                  <a:moveTo>
                    <a:pt x="71884" y="82600"/>
                  </a:moveTo>
                  <a:lnTo>
                    <a:pt x="97334" y="82600"/>
                  </a:lnTo>
                  <a:cubicBezTo>
                    <a:pt x="99417" y="82600"/>
                    <a:pt x="100459" y="83642"/>
                    <a:pt x="100459" y="85725"/>
                  </a:cubicBezTo>
                  <a:cubicBezTo>
                    <a:pt x="100459" y="87809"/>
                    <a:pt x="99417" y="88851"/>
                    <a:pt x="97334" y="88851"/>
                  </a:cubicBezTo>
                  <a:lnTo>
                    <a:pt x="71884" y="88851"/>
                  </a:lnTo>
                  <a:cubicBezTo>
                    <a:pt x="69801" y="88851"/>
                    <a:pt x="68759" y="87809"/>
                    <a:pt x="68759" y="85725"/>
                  </a:cubicBezTo>
                  <a:cubicBezTo>
                    <a:pt x="68759" y="83642"/>
                    <a:pt x="69801" y="82600"/>
                    <a:pt x="71884" y="82600"/>
                  </a:cubicBezTo>
                  <a:close/>
                  <a:moveTo>
                    <a:pt x="55811" y="60276"/>
                  </a:moveTo>
                  <a:cubicBezTo>
                    <a:pt x="50453" y="60276"/>
                    <a:pt x="47774" y="63252"/>
                    <a:pt x="47774" y="69205"/>
                  </a:cubicBezTo>
                  <a:lnTo>
                    <a:pt x="47774" y="152251"/>
                  </a:lnTo>
                  <a:cubicBezTo>
                    <a:pt x="47774" y="158502"/>
                    <a:pt x="50453" y="161627"/>
                    <a:pt x="55811" y="161627"/>
                  </a:cubicBezTo>
                  <a:lnTo>
                    <a:pt x="78135" y="161627"/>
                  </a:lnTo>
                  <a:cubicBezTo>
                    <a:pt x="79623" y="161627"/>
                    <a:pt x="81112" y="162372"/>
                    <a:pt x="82600" y="163860"/>
                  </a:cubicBezTo>
                  <a:cubicBezTo>
                    <a:pt x="83790" y="164753"/>
                    <a:pt x="84386" y="166241"/>
                    <a:pt x="84386" y="168325"/>
                  </a:cubicBezTo>
                  <a:lnTo>
                    <a:pt x="83939" y="185738"/>
                  </a:lnTo>
                  <a:lnTo>
                    <a:pt x="115640" y="162967"/>
                  </a:lnTo>
                  <a:cubicBezTo>
                    <a:pt x="116830" y="162074"/>
                    <a:pt x="118021" y="161627"/>
                    <a:pt x="119212" y="161627"/>
                  </a:cubicBezTo>
                  <a:lnTo>
                    <a:pt x="183059" y="161627"/>
                  </a:lnTo>
                  <a:cubicBezTo>
                    <a:pt x="185738" y="161627"/>
                    <a:pt x="188193" y="160734"/>
                    <a:pt x="190426" y="158949"/>
                  </a:cubicBezTo>
                  <a:cubicBezTo>
                    <a:pt x="192658" y="157163"/>
                    <a:pt x="193774" y="154930"/>
                    <a:pt x="193774" y="152251"/>
                  </a:cubicBezTo>
                  <a:lnTo>
                    <a:pt x="193774" y="69205"/>
                  </a:lnTo>
                  <a:cubicBezTo>
                    <a:pt x="193774" y="66824"/>
                    <a:pt x="192658" y="64740"/>
                    <a:pt x="190426" y="62954"/>
                  </a:cubicBezTo>
                  <a:cubicBezTo>
                    <a:pt x="188193" y="61168"/>
                    <a:pt x="185738" y="60276"/>
                    <a:pt x="183059" y="60276"/>
                  </a:cubicBezTo>
                  <a:close/>
                  <a:moveTo>
                    <a:pt x="55811" y="47327"/>
                  </a:moveTo>
                  <a:lnTo>
                    <a:pt x="183059" y="47327"/>
                  </a:lnTo>
                  <a:cubicBezTo>
                    <a:pt x="189310" y="47327"/>
                    <a:pt x="194742" y="49485"/>
                    <a:pt x="199355" y="53801"/>
                  </a:cubicBezTo>
                  <a:cubicBezTo>
                    <a:pt x="203969" y="58117"/>
                    <a:pt x="206276" y="63252"/>
                    <a:pt x="206276" y="69205"/>
                  </a:cubicBezTo>
                  <a:lnTo>
                    <a:pt x="206276" y="152251"/>
                  </a:lnTo>
                  <a:cubicBezTo>
                    <a:pt x="206276" y="158204"/>
                    <a:pt x="203895" y="163413"/>
                    <a:pt x="199132" y="167878"/>
                  </a:cubicBezTo>
                  <a:cubicBezTo>
                    <a:pt x="194370" y="172343"/>
                    <a:pt x="189012" y="174576"/>
                    <a:pt x="183059" y="174576"/>
                  </a:cubicBezTo>
                  <a:lnTo>
                    <a:pt x="121444" y="174576"/>
                  </a:lnTo>
                  <a:lnTo>
                    <a:pt x="80814" y="203597"/>
                  </a:lnTo>
                  <a:cubicBezTo>
                    <a:pt x="79623" y="204192"/>
                    <a:pt x="78433" y="204490"/>
                    <a:pt x="77242" y="204490"/>
                  </a:cubicBezTo>
                  <a:cubicBezTo>
                    <a:pt x="76051" y="204490"/>
                    <a:pt x="75158" y="204341"/>
                    <a:pt x="74563" y="204044"/>
                  </a:cubicBezTo>
                  <a:cubicBezTo>
                    <a:pt x="72182" y="202555"/>
                    <a:pt x="70991" y="200620"/>
                    <a:pt x="70991" y="198239"/>
                  </a:cubicBezTo>
                  <a:lnTo>
                    <a:pt x="71438" y="174576"/>
                  </a:lnTo>
                  <a:lnTo>
                    <a:pt x="55811" y="174576"/>
                  </a:lnTo>
                  <a:cubicBezTo>
                    <a:pt x="49858" y="174576"/>
                    <a:pt x="44872" y="172418"/>
                    <a:pt x="40854" y="168102"/>
                  </a:cubicBezTo>
                  <a:cubicBezTo>
                    <a:pt x="36835" y="163785"/>
                    <a:pt x="34826" y="158502"/>
                    <a:pt x="34826" y="152251"/>
                  </a:cubicBezTo>
                  <a:lnTo>
                    <a:pt x="34826" y="69205"/>
                  </a:lnTo>
                  <a:cubicBezTo>
                    <a:pt x="34826" y="63252"/>
                    <a:pt x="36835" y="58117"/>
                    <a:pt x="40854" y="53801"/>
                  </a:cubicBezTo>
                  <a:cubicBezTo>
                    <a:pt x="44872" y="49485"/>
                    <a:pt x="49858" y="47327"/>
                    <a:pt x="55811" y="47327"/>
                  </a:cubicBezTo>
                  <a:close/>
                  <a:moveTo>
                    <a:pt x="20538" y="0"/>
                  </a:moveTo>
                  <a:lnTo>
                    <a:pt x="148233" y="0"/>
                  </a:lnTo>
                  <a:cubicBezTo>
                    <a:pt x="154484" y="0"/>
                    <a:pt x="159916" y="2084"/>
                    <a:pt x="164530" y="6251"/>
                  </a:cubicBezTo>
                  <a:cubicBezTo>
                    <a:pt x="169143" y="10418"/>
                    <a:pt x="171450" y="15478"/>
                    <a:pt x="171450" y="21431"/>
                  </a:cubicBezTo>
                  <a:lnTo>
                    <a:pt x="171450" y="25450"/>
                  </a:lnTo>
                  <a:cubicBezTo>
                    <a:pt x="171450" y="26938"/>
                    <a:pt x="170855" y="28352"/>
                    <a:pt x="169664" y="29691"/>
                  </a:cubicBezTo>
                  <a:cubicBezTo>
                    <a:pt x="168474" y="31031"/>
                    <a:pt x="166985" y="31701"/>
                    <a:pt x="165199" y="31701"/>
                  </a:cubicBezTo>
                  <a:cubicBezTo>
                    <a:pt x="163413" y="31701"/>
                    <a:pt x="161851" y="31031"/>
                    <a:pt x="160511" y="29691"/>
                  </a:cubicBezTo>
                  <a:cubicBezTo>
                    <a:pt x="159172" y="28352"/>
                    <a:pt x="158502" y="26938"/>
                    <a:pt x="158502" y="25450"/>
                  </a:cubicBezTo>
                  <a:lnTo>
                    <a:pt x="158502" y="21431"/>
                  </a:lnTo>
                  <a:cubicBezTo>
                    <a:pt x="158502" y="19050"/>
                    <a:pt x="157460" y="16967"/>
                    <a:pt x="155377" y="15181"/>
                  </a:cubicBezTo>
                  <a:cubicBezTo>
                    <a:pt x="153293" y="13395"/>
                    <a:pt x="150912" y="12502"/>
                    <a:pt x="148233" y="12502"/>
                  </a:cubicBezTo>
                  <a:lnTo>
                    <a:pt x="20538" y="12502"/>
                  </a:lnTo>
                  <a:cubicBezTo>
                    <a:pt x="15181" y="12502"/>
                    <a:pt x="12502" y="15478"/>
                    <a:pt x="12502" y="21431"/>
                  </a:cubicBezTo>
                  <a:lnTo>
                    <a:pt x="12502" y="104477"/>
                  </a:lnTo>
                  <a:cubicBezTo>
                    <a:pt x="12502" y="107156"/>
                    <a:pt x="13246" y="109240"/>
                    <a:pt x="14734" y="110728"/>
                  </a:cubicBezTo>
                  <a:cubicBezTo>
                    <a:pt x="17711" y="113407"/>
                    <a:pt x="17860" y="116384"/>
                    <a:pt x="15181" y="119658"/>
                  </a:cubicBezTo>
                  <a:cubicBezTo>
                    <a:pt x="13692" y="121146"/>
                    <a:pt x="12055" y="121890"/>
                    <a:pt x="10269" y="121890"/>
                  </a:cubicBezTo>
                  <a:cubicBezTo>
                    <a:pt x="8781" y="121890"/>
                    <a:pt x="7442" y="121295"/>
                    <a:pt x="6251" y="120104"/>
                  </a:cubicBezTo>
                  <a:cubicBezTo>
                    <a:pt x="2084" y="116235"/>
                    <a:pt x="0" y="111026"/>
                    <a:pt x="0" y="104477"/>
                  </a:cubicBezTo>
                  <a:lnTo>
                    <a:pt x="0" y="21431"/>
                  </a:lnTo>
                  <a:cubicBezTo>
                    <a:pt x="0" y="15478"/>
                    <a:pt x="1935" y="10418"/>
                    <a:pt x="5804" y="6251"/>
                  </a:cubicBezTo>
                  <a:cubicBezTo>
                    <a:pt x="9674" y="2084"/>
                    <a:pt x="14585" y="0"/>
                    <a:pt x="20538" y="0"/>
                  </a:cubicBezTo>
                  <a:close/>
                </a:path>
              </a:pathLst>
            </a:custGeom>
            <a:solidFill>
              <a:srgbClr val="37BBED"/>
            </a:solidFill>
            <a:ln>
              <a:noFill/>
            </a:ln>
            <a:effectLst/>
          </p:spPr>
          <p:txBody>
            <a:bodyPr anchor="t" anchorCtr="0" bIns="45720" compatLnSpc="1" forceAA="0" fromWordArt="0" horzOverflow="overflow" lIns="91440" numCol="1" rIns="91440" rot="0" rtlCol="0" spcCol="0" spcFirstLastPara="0" tIns="45720" vert="horz" vertOverflow="overflow" wrap="square">
              <a:noAutofit/>
            </a:bodyPr>
            <a:p>
              <a:endParaRPr lang="en-US">
                <a:cs typeface="+mn-ea"/>
                <a:sym typeface="+mn-lt"/>
              </a:endParaRPr>
            </a:p>
          </p:txBody>
        </p:sp>
      </p:grpSp>
      <p:grpSp>
        <p:nvGrpSpPr>
          <p:cNvPr id="49" name="Group 2"/>
          <p:cNvGrpSpPr/>
          <p:nvPr/>
        </p:nvGrpSpPr>
        <p:grpSpPr>
          <a:xfrm>
            <a:off x="3431704" y="2001997"/>
            <a:ext cx="2269165" cy="3275714"/>
            <a:chOff x="3663042" y="2029940"/>
            <a:chExt cx="2269165" cy="3275714"/>
          </a:xfrm>
        </p:grpSpPr>
        <p:sp>
          <p:nvSpPr>
            <p:cNvPr id="1048610" name="Rounded Rectangle 24"/>
            <p:cNvSpPr/>
            <p:nvPr/>
          </p:nvSpPr>
          <p:spPr>
            <a:xfrm>
              <a:off x="3663042" y="2029940"/>
              <a:ext cx="2269165" cy="3275714"/>
            </a:xfrm>
            <a:prstGeom prst="roundRect">
              <a:avLst>
                <a:gd name="adj" fmla="val 4016"/>
              </a:avLst>
            </a:prstGeom>
            <a:noFill/>
            <a:ln w="3175">
              <a:solidFill>
                <a:srgbClr val="37BBED"/>
              </a:solidFill>
            </a:ln>
            <a:effectLst>
              <a:outerShdw algn="bl" blurRad="76200" dir="18900000" kx="-1200000" rotWithShape="0" sy="2300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cs typeface="+mn-ea"/>
                <a:sym typeface="+mn-lt"/>
              </a:endParaRPr>
            </a:p>
          </p:txBody>
        </p:sp>
        <p:sp>
          <p:nvSpPr>
            <p:cNvPr id="1048611" name="Rectangle 25"/>
            <p:cNvSpPr/>
            <p:nvPr/>
          </p:nvSpPr>
          <p:spPr>
            <a:xfrm>
              <a:off x="3663042" y="4412519"/>
              <a:ext cx="2269165" cy="457200"/>
            </a:xfrm>
            <a:prstGeom prst="rect"/>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cs typeface="+mn-ea"/>
                <a:sym typeface="+mn-lt"/>
              </a:endParaRPr>
            </a:p>
          </p:txBody>
        </p:sp>
        <p:sp>
          <p:nvSpPr>
            <p:cNvPr id="1048612" name="TextBox 26"/>
            <p:cNvSpPr txBox="1"/>
            <p:nvPr/>
          </p:nvSpPr>
          <p:spPr>
            <a:xfrm>
              <a:off x="4296526" y="2195103"/>
              <a:ext cx="843280" cy="345441"/>
            </a:xfrm>
            <a:prstGeom prst="rect"/>
            <a:noFill/>
          </p:spPr>
          <p:txBody>
            <a:bodyPr rtlCol="0" wrap="none">
              <a:spAutoFit/>
            </a:bodyPr>
            <a:p>
              <a:pPr algn="ctr"/>
              <a:r>
                <a:rPr dirty="0" lang="en-US">
                  <a:solidFill>
                    <a:schemeClr val="bg1">
                      <a:lumMod val="85000"/>
                    </a:schemeClr>
                  </a:solidFill>
                  <a:cs typeface="+mn-ea"/>
                  <a:sym typeface="+mn-lt"/>
                </a:rPr>
                <a:t>S</a:t>
              </a:r>
              <a:r>
                <a:rPr altLang="zh-CN" dirty="0" lang="en-US">
                  <a:solidFill>
                    <a:schemeClr val="bg1">
                      <a:lumMod val="85000"/>
                    </a:schemeClr>
                  </a:solidFill>
                  <a:cs typeface="+mn-ea"/>
                  <a:sym typeface="+mn-lt"/>
                </a:rPr>
                <a:t>econd</a:t>
              </a:r>
              <a:endParaRPr b="1" dirty="0" lang="en-US">
                <a:solidFill>
                  <a:schemeClr val="bg1">
                    <a:lumMod val="85000"/>
                  </a:schemeClr>
                </a:solidFill>
                <a:cs typeface="+mn-ea"/>
                <a:sym typeface="+mn-lt"/>
              </a:endParaRPr>
            </a:p>
          </p:txBody>
        </p:sp>
        <p:sp>
          <p:nvSpPr>
            <p:cNvPr id="1048613" name="Rectangle 28"/>
            <p:cNvSpPr/>
            <p:nvPr/>
          </p:nvSpPr>
          <p:spPr>
            <a:xfrm>
              <a:off x="3990628" y="3692302"/>
              <a:ext cx="1613992" cy="548640"/>
            </a:xfrm>
            <a:prstGeom prst="rect"/>
          </p:spPr>
          <p:txBody>
            <a:bodyPr wrap="square">
              <a:spAutoFit/>
            </a:bodyPr>
            <a:p>
              <a:pPr algn="ctr"/>
              <a:r>
                <a:rPr altLang="en-US" dirty="0" sz="1600" lang="zh-CN">
                  <a:solidFill>
                    <a:schemeClr val="bg1">
                      <a:lumMod val="85000"/>
                    </a:schemeClr>
                  </a:solidFill>
                  <a:cs typeface="+mn-ea"/>
                  <a:sym typeface="+mn-lt"/>
                </a:rPr>
                <a:t>输入节点</a:t>
              </a:r>
              <a:endParaRPr altLang="zh-CN" dirty="0" sz="1600" lang="en-US">
                <a:solidFill>
                  <a:schemeClr val="bg1">
                    <a:lumMod val="85000"/>
                  </a:schemeClr>
                </a:solidFill>
                <a:cs typeface="+mn-ea"/>
                <a:sym typeface="+mn-lt"/>
              </a:endParaRPr>
            </a:p>
            <a:p>
              <a:pPr algn="ctr"/>
              <a:r>
                <a:rPr altLang="en-US" dirty="0" sz="1600" lang="zh-CN">
                  <a:solidFill>
                    <a:schemeClr val="bg1">
                      <a:lumMod val="85000"/>
                    </a:schemeClr>
                  </a:solidFill>
                  <a:cs typeface="+mn-ea"/>
                  <a:sym typeface="+mn-lt"/>
                </a:rPr>
                <a:t>判断节点</a:t>
              </a:r>
              <a:r>
                <a:rPr dirty="0" sz="1600" lang="en-US">
                  <a:solidFill>
                    <a:schemeClr val="bg1">
                      <a:lumMod val="85000"/>
                    </a:schemeClr>
                  </a:solidFill>
                  <a:cs typeface="+mn-ea"/>
                  <a:sym typeface="+mn-lt"/>
                </a:rPr>
                <a:t> </a:t>
              </a:r>
              <a:endParaRPr dirty="0" sz="1600" lang="en-US">
                <a:solidFill>
                  <a:schemeClr val="bg1">
                    <a:lumMod val="85000"/>
                  </a:schemeClr>
                </a:solidFill>
                <a:cs typeface="+mn-ea"/>
                <a:sym typeface="+mn-lt"/>
              </a:endParaRPr>
            </a:p>
          </p:txBody>
        </p:sp>
        <p:sp>
          <p:nvSpPr>
            <p:cNvPr id="1048614" name="Freeform 46"/>
            <p:cNvSpPr/>
            <p:nvPr/>
          </p:nvSpPr>
          <p:spPr>
            <a:xfrm>
              <a:off x="4438119" y="2759576"/>
              <a:ext cx="719010" cy="719010"/>
            </a:xfrm>
            <a:custGeom>
              <a:avLst/>
              <a:ahLst/>
              <a:rect l="l" t="t" r="r" b="b"/>
              <a:pathLst>
                <a:path w="203597" h="203597">
                  <a:moveTo>
                    <a:pt x="30249" y="120104"/>
                  </a:moveTo>
                  <a:cubicBezTo>
                    <a:pt x="30919" y="120402"/>
                    <a:pt x="31402" y="121146"/>
                    <a:pt x="31700" y="122336"/>
                  </a:cubicBezTo>
                  <a:cubicBezTo>
                    <a:pt x="36165" y="136029"/>
                    <a:pt x="44202" y="147339"/>
                    <a:pt x="55810" y="156269"/>
                  </a:cubicBezTo>
                  <a:cubicBezTo>
                    <a:pt x="57596" y="157460"/>
                    <a:pt x="57894" y="158948"/>
                    <a:pt x="56703" y="160734"/>
                  </a:cubicBezTo>
                  <a:cubicBezTo>
                    <a:pt x="55810" y="161627"/>
                    <a:pt x="54917" y="162073"/>
                    <a:pt x="54024" y="162073"/>
                  </a:cubicBezTo>
                  <a:cubicBezTo>
                    <a:pt x="53429" y="162073"/>
                    <a:pt x="52834" y="161776"/>
                    <a:pt x="52238" y="161180"/>
                  </a:cubicBezTo>
                  <a:cubicBezTo>
                    <a:pt x="39141" y="151358"/>
                    <a:pt x="30361" y="139005"/>
                    <a:pt x="25896" y="124122"/>
                  </a:cubicBezTo>
                  <a:cubicBezTo>
                    <a:pt x="24705" y="122336"/>
                    <a:pt x="25300" y="121146"/>
                    <a:pt x="27682" y="120550"/>
                  </a:cubicBezTo>
                  <a:cubicBezTo>
                    <a:pt x="28724" y="119955"/>
                    <a:pt x="29579" y="119806"/>
                    <a:pt x="30249" y="120104"/>
                  </a:cubicBezTo>
                  <a:close/>
                  <a:moveTo>
                    <a:pt x="25449" y="98673"/>
                  </a:moveTo>
                  <a:cubicBezTo>
                    <a:pt x="27533" y="98673"/>
                    <a:pt x="28575" y="99714"/>
                    <a:pt x="28575" y="101798"/>
                  </a:cubicBezTo>
                  <a:cubicBezTo>
                    <a:pt x="28575" y="104179"/>
                    <a:pt x="28724" y="106114"/>
                    <a:pt x="29021" y="107602"/>
                  </a:cubicBezTo>
                  <a:cubicBezTo>
                    <a:pt x="29021" y="109686"/>
                    <a:pt x="27979" y="110728"/>
                    <a:pt x="25896" y="110728"/>
                  </a:cubicBezTo>
                  <a:lnTo>
                    <a:pt x="25449" y="110728"/>
                  </a:lnTo>
                  <a:cubicBezTo>
                    <a:pt x="23961" y="110728"/>
                    <a:pt x="22919" y="109835"/>
                    <a:pt x="22324" y="108049"/>
                  </a:cubicBezTo>
                  <a:lnTo>
                    <a:pt x="22324" y="101798"/>
                  </a:lnTo>
                  <a:cubicBezTo>
                    <a:pt x="22324" y="99714"/>
                    <a:pt x="23366" y="98673"/>
                    <a:pt x="25449" y="98673"/>
                  </a:cubicBezTo>
                  <a:close/>
                  <a:moveTo>
                    <a:pt x="36611" y="41076"/>
                  </a:moveTo>
                  <a:cubicBezTo>
                    <a:pt x="20538" y="58043"/>
                    <a:pt x="12501" y="78283"/>
                    <a:pt x="12501" y="101798"/>
                  </a:cubicBezTo>
                  <a:cubicBezTo>
                    <a:pt x="12501" y="126206"/>
                    <a:pt x="21282" y="147191"/>
                    <a:pt x="38844" y="164752"/>
                  </a:cubicBezTo>
                  <a:cubicBezTo>
                    <a:pt x="56406" y="182314"/>
                    <a:pt x="77390" y="191095"/>
                    <a:pt x="101798" y="191095"/>
                  </a:cubicBezTo>
                  <a:cubicBezTo>
                    <a:pt x="125313" y="191095"/>
                    <a:pt x="145628" y="183058"/>
                    <a:pt x="162743" y="166985"/>
                  </a:cubicBezTo>
                  <a:cubicBezTo>
                    <a:pt x="179858" y="150911"/>
                    <a:pt x="189160" y="131117"/>
                    <a:pt x="190649" y="107602"/>
                  </a:cubicBezTo>
                  <a:cubicBezTo>
                    <a:pt x="190946" y="106709"/>
                    <a:pt x="191095" y="104923"/>
                    <a:pt x="191095" y="102245"/>
                  </a:cubicBezTo>
                  <a:lnTo>
                    <a:pt x="101798" y="104923"/>
                  </a:lnTo>
                  <a:lnTo>
                    <a:pt x="100459" y="104923"/>
                  </a:lnTo>
                  <a:lnTo>
                    <a:pt x="100459" y="104477"/>
                  </a:lnTo>
                  <a:cubicBezTo>
                    <a:pt x="100161" y="104477"/>
                    <a:pt x="99863" y="104328"/>
                    <a:pt x="99566" y="104030"/>
                  </a:cubicBezTo>
                  <a:close/>
                  <a:moveTo>
                    <a:pt x="165199" y="39290"/>
                  </a:moveTo>
                  <a:lnTo>
                    <a:pt x="109388" y="98226"/>
                  </a:lnTo>
                  <a:lnTo>
                    <a:pt x="190649" y="95994"/>
                  </a:lnTo>
                  <a:cubicBezTo>
                    <a:pt x="189160" y="73670"/>
                    <a:pt x="180677" y="54768"/>
                    <a:pt x="165199" y="39290"/>
                  </a:cubicBezTo>
                  <a:close/>
                  <a:moveTo>
                    <a:pt x="101798" y="12501"/>
                  </a:moveTo>
                  <a:cubicBezTo>
                    <a:pt x="78283" y="12501"/>
                    <a:pt x="58043" y="20538"/>
                    <a:pt x="41076" y="36611"/>
                  </a:cubicBezTo>
                  <a:lnTo>
                    <a:pt x="101798" y="97333"/>
                  </a:lnTo>
                  <a:lnTo>
                    <a:pt x="160734" y="34825"/>
                  </a:lnTo>
                  <a:cubicBezTo>
                    <a:pt x="156567" y="31551"/>
                    <a:pt x="153590" y="29319"/>
                    <a:pt x="151804" y="28128"/>
                  </a:cubicBezTo>
                  <a:cubicBezTo>
                    <a:pt x="136922" y="17710"/>
                    <a:pt x="120253" y="12501"/>
                    <a:pt x="101798" y="12501"/>
                  </a:cubicBezTo>
                  <a:close/>
                  <a:moveTo>
                    <a:pt x="101798" y="0"/>
                  </a:moveTo>
                  <a:cubicBezTo>
                    <a:pt x="122932" y="0"/>
                    <a:pt x="141982" y="5804"/>
                    <a:pt x="158948" y="17412"/>
                  </a:cubicBezTo>
                  <a:cubicBezTo>
                    <a:pt x="172938" y="26937"/>
                    <a:pt x="183877" y="39141"/>
                    <a:pt x="191765" y="54024"/>
                  </a:cubicBezTo>
                  <a:cubicBezTo>
                    <a:pt x="199653" y="68907"/>
                    <a:pt x="203597" y="84832"/>
                    <a:pt x="203597" y="101798"/>
                  </a:cubicBezTo>
                  <a:lnTo>
                    <a:pt x="203597" y="108942"/>
                  </a:lnTo>
                  <a:cubicBezTo>
                    <a:pt x="201811" y="135433"/>
                    <a:pt x="191095" y="157832"/>
                    <a:pt x="171450" y="176138"/>
                  </a:cubicBezTo>
                  <a:cubicBezTo>
                    <a:pt x="151804" y="194444"/>
                    <a:pt x="128587" y="203597"/>
                    <a:pt x="101798" y="203597"/>
                  </a:cubicBezTo>
                  <a:cubicBezTo>
                    <a:pt x="73818" y="203597"/>
                    <a:pt x="49857" y="193625"/>
                    <a:pt x="29914" y="173682"/>
                  </a:cubicBezTo>
                  <a:cubicBezTo>
                    <a:pt x="9971" y="153739"/>
                    <a:pt x="0" y="129778"/>
                    <a:pt x="0" y="101798"/>
                  </a:cubicBezTo>
                  <a:cubicBezTo>
                    <a:pt x="0" y="73818"/>
                    <a:pt x="9971" y="49857"/>
                    <a:pt x="29914" y="29914"/>
                  </a:cubicBezTo>
                  <a:cubicBezTo>
                    <a:pt x="49857" y="9971"/>
                    <a:pt x="73818" y="0"/>
                    <a:pt x="101798" y="0"/>
                  </a:cubicBezTo>
                  <a:close/>
                </a:path>
              </a:pathLst>
            </a:custGeom>
            <a:solidFill>
              <a:srgbClr val="37BBED"/>
            </a:solidFill>
            <a:ln>
              <a:noFill/>
            </a:ln>
            <a:effectLst/>
          </p:spPr>
          <p:txBody>
            <a:bodyPr anchor="t" anchorCtr="0" bIns="45720" compatLnSpc="1" forceAA="0" fromWordArt="0" horzOverflow="overflow" lIns="91440" numCol="1" rIns="91440" rot="0" rtlCol="0" spcCol="0" spcFirstLastPara="0" tIns="45720" vert="horz" vertOverflow="overflow" wrap="square">
              <a:noAutofit/>
            </a:bodyPr>
            <a:p>
              <a:endParaRPr lang="en-US">
                <a:cs typeface="+mn-ea"/>
                <a:sym typeface="+mn-lt"/>
              </a:endParaRPr>
            </a:p>
          </p:txBody>
        </p:sp>
      </p:grpSp>
      <p:grpSp>
        <p:nvGrpSpPr>
          <p:cNvPr id="50" name="Group 5"/>
          <p:cNvGrpSpPr/>
          <p:nvPr/>
        </p:nvGrpSpPr>
        <p:grpSpPr>
          <a:xfrm>
            <a:off x="6061468" y="1988840"/>
            <a:ext cx="2269165" cy="3275714"/>
            <a:chOff x="6259793" y="2029940"/>
            <a:chExt cx="2269165" cy="3275714"/>
          </a:xfrm>
        </p:grpSpPr>
        <p:sp>
          <p:nvSpPr>
            <p:cNvPr id="1048615" name="Rounded Rectangle 30"/>
            <p:cNvSpPr/>
            <p:nvPr/>
          </p:nvSpPr>
          <p:spPr>
            <a:xfrm>
              <a:off x="6259793" y="2029940"/>
              <a:ext cx="2269165" cy="3275714"/>
            </a:xfrm>
            <a:prstGeom prst="roundRect">
              <a:avLst>
                <a:gd name="adj" fmla="val 4016"/>
              </a:avLst>
            </a:prstGeom>
            <a:noFill/>
            <a:ln w="3175">
              <a:solidFill>
                <a:srgbClr val="37BBED"/>
              </a:solidFill>
            </a:ln>
            <a:effectLst>
              <a:outerShdw algn="bl" blurRad="76200" dir="18900000" kx="-1200000" rotWithShape="0" sy="2300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solidFill>
                  <a:schemeClr val="bg1">
                    <a:lumMod val="85000"/>
                  </a:schemeClr>
                </a:solidFill>
                <a:cs typeface="+mn-ea"/>
                <a:sym typeface="+mn-lt"/>
              </a:endParaRPr>
            </a:p>
          </p:txBody>
        </p:sp>
        <p:sp>
          <p:nvSpPr>
            <p:cNvPr id="1048616" name="Rectangle 31"/>
            <p:cNvSpPr/>
            <p:nvPr/>
          </p:nvSpPr>
          <p:spPr>
            <a:xfrm>
              <a:off x="6259793" y="4412519"/>
              <a:ext cx="2269165" cy="457200"/>
            </a:xfrm>
            <a:prstGeom prst="rect"/>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bg1">
                    <a:lumMod val="85000"/>
                  </a:schemeClr>
                </a:solidFill>
                <a:cs typeface="+mn-ea"/>
                <a:sym typeface="+mn-lt"/>
              </a:endParaRPr>
            </a:p>
          </p:txBody>
        </p:sp>
        <p:sp>
          <p:nvSpPr>
            <p:cNvPr id="1048617" name="TextBox 32"/>
            <p:cNvSpPr txBox="1"/>
            <p:nvPr/>
          </p:nvSpPr>
          <p:spPr>
            <a:xfrm>
              <a:off x="7017541" y="2195103"/>
              <a:ext cx="703580" cy="345441"/>
            </a:xfrm>
            <a:prstGeom prst="rect"/>
            <a:noFill/>
          </p:spPr>
          <p:txBody>
            <a:bodyPr rtlCol="0" wrap="none">
              <a:spAutoFit/>
            </a:bodyPr>
            <a:p>
              <a:pPr algn="ctr"/>
              <a:r>
                <a:rPr dirty="0" lang="en-US">
                  <a:solidFill>
                    <a:schemeClr val="bg1">
                      <a:lumMod val="85000"/>
                    </a:schemeClr>
                  </a:solidFill>
                  <a:cs typeface="+mn-ea"/>
                  <a:sym typeface="+mn-lt"/>
                </a:rPr>
                <a:t>T</a:t>
              </a:r>
              <a:r>
                <a:rPr altLang="zh-CN" dirty="0" lang="en-US">
                  <a:solidFill>
                    <a:schemeClr val="bg1">
                      <a:lumMod val="85000"/>
                    </a:schemeClr>
                  </a:solidFill>
                  <a:cs typeface="+mn-ea"/>
                  <a:sym typeface="+mn-lt"/>
                </a:rPr>
                <a:t>hird</a:t>
              </a:r>
              <a:endParaRPr b="1" dirty="0" lang="en-US">
                <a:solidFill>
                  <a:schemeClr val="bg1">
                    <a:lumMod val="85000"/>
                  </a:schemeClr>
                </a:solidFill>
                <a:cs typeface="+mn-ea"/>
                <a:sym typeface="+mn-lt"/>
              </a:endParaRPr>
            </a:p>
          </p:txBody>
        </p:sp>
        <p:sp>
          <p:nvSpPr>
            <p:cNvPr id="1048618" name="Rectangle 34"/>
            <p:cNvSpPr/>
            <p:nvPr/>
          </p:nvSpPr>
          <p:spPr>
            <a:xfrm>
              <a:off x="6587379" y="3704491"/>
              <a:ext cx="1613992" cy="548640"/>
            </a:xfrm>
            <a:prstGeom prst="rect"/>
          </p:spPr>
          <p:txBody>
            <a:bodyPr wrap="square">
              <a:spAutoFit/>
            </a:bodyPr>
            <a:p>
              <a:pPr algn="ctr"/>
              <a:r>
                <a:rPr altLang="en-US" dirty="0" sz="1600" lang="zh-CN">
                  <a:solidFill>
                    <a:schemeClr val="bg1">
                      <a:lumMod val="85000"/>
                    </a:schemeClr>
                  </a:solidFill>
                  <a:cs typeface="+mn-ea"/>
                  <a:sym typeface="+mn-lt"/>
                </a:rPr>
                <a:t>利用</a:t>
              </a:r>
              <a:r>
                <a:rPr altLang="zh-CN" dirty="0" sz="1600" lang="en-US" err="1">
                  <a:solidFill>
                    <a:schemeClr val="bg1">
                      <a:lumMod val="85000"/>
                    </a:schemeClr>
                  </a:solidFill>
                  <a:cs typeface="+mn-ea"/>
                  <a:sym typeface="+mn-lt"/>
                </a:rPr>
                <a:t>dijkstra</a:t>
              </a:r>
              <a:r>
                <a:rPr altLang="en-US" dirty="0" sz="1600" lang="zh-CN">
                  <a:solidFill>
                    <a:schemeClr val="bg1">
                      <a:lumMod val="85000"/>
                    </a:schemeClr>
                  </a:solidFill>
                  <a:cs typeface="+mn-ea"/>
                  <a:sym typeface="+mn-lt"/>
                </a:rPr>
                <a:t>算法求解</a:t>
              </a:r>
              <a:endParaRPr dirty="0" sz="1600" lang="en-US">
                <a:solidFill>
                  <a:schemeClr val="bg1">
                    <a:lumMod val="85000"/>
                  </a:schemeClr>
                </a:solidFill>
                <a:cs typeface="+mn-ea"/>
                <a:sym typeface="+mn-lt"/>
              </a:endParaRPr>
            </a:p>
          </p:txBody>
        </p:sp>
        <p:sp>
          <p:nvSpPr>
            <p:cNvPr id="1048619" name="Freeform 48"/>
            <p:cNvSpPr/>
            <p:nvPr/>
          </p:nvSpPr>
          <p:spPr>
            <a:xfrm>
              <a:off x="7036225" y="2751717"/>
              <a:ext cx="716300" cy="719010"/>
            </a:xfrm>
            <a:custGeom>
              <a:avLst/>
              <a:ahLst/>
              <a:rect l="l" t="t" r="r" b="b"/>
              <a:pathLst>
                <a:path w="204608" h="205382">
                  <a:moveTo>
                    <a:pt x="46881" y="32147"/>
                  </a:moveTo>
                  <a:cubicBezTo>
                    <a:pt x="48667" y="31254"/>
                    <a:pt x="50155" y="31551"/>
                    <a:pt x="51346" y="33039"/>
                  </a:cubicBezTo>
                  <a:cubicBezTo>
                    <a:pt x="52536" y="34825"/>
                    <a:pt x="52239" y="36314"/>
                    <a:pt x="50453" y="37504"/>
                  </a:cubicBezTo>
                  <a:cubicBezTo>
                    <a:pt x="37356" y="45541"/>
                    <a:pt x="30807" y="57298"/>
                    <a:pt x="30807" y="72777"/>
                  </a:cubicBezTo>
                  <a:cubicBezTo>
                    <a:pt x="30807" y="74860"/>
                    <a:pt x="29766" y="75902"/>
                    <a:pt x="27682" y="75902"/>
                  </a:cubicBezTo>
                  <a:cubicBezTo>
                    <a:pt x="25599" y="75902"/>
                    <a:pt x="24557" y="74860"/>
                    <a:pt x="24557" y="72777"/>
                  </a:cubicBezTo>
                  <a:cubicBezTo>
                    <a:pt x="24557" y="54917"/>
                    <a:pt x="31998" y="41374"/>
                    <a:pt x="46881" y="32147"/>
                  </a:cubicBezTo>
                  <a:close/>
                  <a:moveTo>
                    <a:pt x="61168" y="25896"/>
                  </a:moveTo>
                  <a:cubicBezTo>
                    <a:pt x="63252" y="25300"/>
                    <a:pt x="64591" y="26045"/>
                    <a:pt x="65187" y="28128"/>
                  </a:cubicBezTo>
                  <a:cubicBezTo>
                    <a:pt x="65782" y="30212"/>
                    <a:pt x="65038" y="31551"/>
                    <a:pt x="62954" y="32147"/>
                  </a:cubicBezTo>
                  <a:cubicBezTo>
                    <a:pt x="62657" y="32147"/>
                    <a:pt x="62136" y="32221"/>
                    <a:pt x="61392" y="32370"/>
                  </a:cubicBezTo>
                  <a:cubicBezTo>
                    <a:pt x="60648" y="32519"/>
                    <a:pt x="60127" y="32742"/>
                    <a:pt x="59829" y="33039"/>
                  </a:cubicBezTo>
                  <a:lnTo>
                    <a:pt x="58936" y="33039"/>
                  </a:lnTo>
                  <a:cubicBezTo>
                    <a:pt x="57448" y="33039"/>
                    <a:pt x="56406" y="32295"/>
                    <a:pt x="55811" y="30807"/>
                  </a:cubicBezTo>
                  <a:cubicBezTo>
                    <a:pt x="55215" y="29319"/>
                    <a:pt x="55811" y="27979"/>
                    <a:pt x="57597" y="26789"/>
                  </a:cubicBezTo>
                  <a:cubicBezTo>
                    <a:pt x="58787" y="26789"/>
                    <a:pt x="59978" y="26491"/>
                    <a:pt x="61168" y="25896"/>
                  </a:cubicBezTo>
                  <a:close/>
                  <a:moveTo>
                    <a:pt x="72331" y="12948"/>
                  </a:moveTo>
                  <a:cubicBezTo>
                    <a:pt x="55959" y="12948"/>
                    <a:pt x="41895" y="18752"/>
                    <a:pt x="30138" y="30361"/>
                  </a:cubicBezTo>
                  <a:cubicBezTo>
                    <a:pt x="18380" y="41969"/>
                    <a:pt x="12502" y="55959"/>
                    <a:pt x="12502" y="72330"/>
                  </a:cubicBezTo>
                  <a:cubicBezTo>
                    <a:pt x="12502" y="88999"/>
                    <a:pt x="18380" y="103138"/>
                    <a:pt x="30138" y="114746"/>
                  </a:cubicBezTo>
                  <a:cubicBezTo>
                    <a:pt x="41895" y="126355"/>
                    <a:pt x="55959" y="132159"/>
                    <a:pt x="72331" y="132159"/>
                  </a:cubicBezTo>
                  <a:cubicBezTo>
                    <a:pt x="82451" y="132159"/>
                    <a:pt x="91678" y="129778"/>
                    <a:pt x="100013" y="125015"/>
                  </a:cubicBezTo>
                  <a:cubicBezTo>
                    <a:pt x="102691" y="123527"/>
                    <a:pt x="105222" y="123973"/>
                    <a:pt x="107603" y="126355"/>
                  </a:cubicBezTo>
                  <a:lnTo>
                    <a:pt x="132606" y="151358"/>
                  </a:lnTo>
                  <a:lnTo>
                    <a:pt x="134838" y="149572"/>
                  </a:lnTo>
                  <a:cubicBezTo>
                    <a:pt x="137517" y="148084"/>
                    <a:pt x="140047" y="148232"/>
                    <a:pt x="142429" y="150018"/>
                  </a:cubicBezTo>
                  <a:lnTo>
                    <a:pt x="150912" y="157162"/>
                  </a:lnTo>
                  <a:cubicBezTo>
                    <a:pt x="153293" y="159543"/>
                    <a:pt x="153740" y="161925"/>
                    <a:pt x="152251" y="164306"/>
                  </a:cubicBezTo>
                  <a:lnTo>
                    <a:pt x="150465" y="169217"/>
                  </a:lnTo>
                  <a:lnTo>
                    <a:pt x="157609" y="176361"/>
                  </a:lnTo>
                  <a:lnTo>
                    <a:pt x="167878" y="177254"/>
                  </a:lnTo>
                  <a:cubicBezTo>
                    <a:pt x="170259" y="177254"/>
                    <a:pt x="172045" y="178593"/>
                    <a:pt x="173236" y="181272"/>
                  </a:cubicBezTo>
                  <a:lnTo>
                    <a:pt x="176808" y="191541"/>
                  </a:lnTo>
                  <a:lnTo>
                    <a:pt x="191542" y="187970"/>
                  </a:lnTo>
                  <a:lnTo>
                    <a:pt x="189309" y="169217"/>
                  </a:lnTo>
                  <a:lnTo>
                    <a:pt x="126802" y="106263"/>
                  </a:lnTo>
                  <a:cubicBezTo>
                    <a:pt x="124420" y="103882"/>
                    <a:pt x="123974" y="101500"/>
                    <a:pt x="125462" y="99119"/>
                  </a:cubicBezTo>
                  <a:cubicBezTo>
                    <a:pt x="129629" y="91082"/>
                    <a:pt x="131713" y="82153"/>
                    <a:pt x="131713" y="72330"/>
                  </a:cubicBezTo>
                  <a:cubicBezTo>
                    <a:pt x="131713" y="55959"/>
                    <a:pt x="125909" y="41969"/>
                    <a:pt x="114300" y="30361"/>
                  </a:cubicBezTo>
                  <a:cubicBezTo>
                    <a:pt x="102691" y="18752"/>
                    <a:pt x="88702" y="12948"/>
                    <a:pt x="72331" y="12948"/>
                  </a:cubicBezTo>
                  <a:close/>
                  <a:moveTo>
                    <a:pt x="72331" y="0"/>
                  </a:moveTo>
                  <a:cubicBezTo>
                    <a:pt x="92274" y="0"/>
                    <a:pt x="109314" y="7069"/>
                    <a:pt x="123453" y="21208"/>
                  </a:cubicBezTo>
                  <a:cubicBezTo>
                    <a:pt x="137592" y="35346"/>
                    <a:pt x="144661" y="52387"/>
                    <a:pt x="144661" y="72330"/>
                  </a:cubicBezTo>
                  <a:cubicBezTo>
                    <a:pt x="144661" y="81260"/>
                    <a:pt x="142726" y="90636"/>
                    <a:pt x="138857" y="100459"/>
                  </a:cubicBezTo>
                  <a:lnTo>
                    <a:pt x="200025" y="161627"/>
                  </a:lnTo>
                  <a:cubicBezTo>
                    <a:pt x="201216" y="162818"/>
                    <a:pt x="201811" y="164157"/>
                    <a:pt x="201811" y="165645"/>
                  </a:cubicBezTo>
                  <a:lnTo>
                    <a:pt x="204490" y="192434"/>
                  </a:lnTo>
                  <a:cubicBezTo>
                    <a:pt x="205085" y="196304"/>
                    <a:pt x="203448" y="198536"/>
                    <a:pt x="199579" y="199132"/>
                  </a:cubicBezTo>
                  <a:lnTo>
                    <a:pt x="174129" y="204936"/>
                  </a:lnTo>
                  <a:cubicBezTo>
                    <a:pt x="173831" y="205234"/>
                    <a:pt x="173385" y="205382"/>
                    <a:pt x="172790" y="205382"/>
                  </a:cubicBezTo>
                  <a:cubicBezTo>
                    <a:pt x="169515" y="205382"/>
                    <a:pt x="167432" y="203894"/>
                    <a:pt x="166539" y="200918"/>
                  </a:cubicBezTo>
                  <a:lnTo>
                    <a:pt x="162967" y="189309"/>
                  </a:lnTo>
                  <a:lnTo>
                    <a:pt x="154484" y="188863"/>
                  </a:lnTo>
                  <a:cubicBezTo>
                    <a:pt x="152698" y="188863"/>
                    <a:pt x="151358" y="188267"/>
                    <a:pt x="150465" y="187077"/>
                  </a:cubicBezTo>
                  <a:lnTo>
                    <a:pt x="138410" y="175022"/>
                  </a:lnTo>
                  <a:cubicBezTo>
                    <a:pt x="136624" y="173236"/>
                    <a:pt x="136178" y="170854"/>
                    <a:pt x="137071" y="167878"/>
                  </a:cubicBezTo>
                  <a:lnTo>
                    <a:pt x="138857" y="163859"/>
                  </a:lnTo>
                  <a:lnTo>
                    <a:pt x="137964" y="162966"/>
                  </a:lnTo>
                  <a:lnTo>
                    <a:pt x="135731" y="164752"/>
                  </a:lnTo>
                  <a:cubicBezTo>
                    <a:pt x="132755" y="166538"/>
                    <a:pt x="129927" y="166390"/>
                    <a:pt x="127248" y="164306"/>
                  </a:cubicBezTo>
                  <a:lnTo>
                    <a:pt x="101799" y="138410"/>
                  </a:lnTo>
                  <a:cubicBezTo>
                    <a:pt x="91976" y="142577"/>
                    <a:pt x="82153" y="144661"/>
                    <a:pt x="72331" y="144661"/>
                  </a:cubicBezTo>
                  <a:cubicBezTo>
                    <a:pt x="52388" y="144661"/>
                    <a:pt x="35347" y="137666"/>
                    <a:pt x="21208" y="123676"/>
                  </a:cubicBezTo>
                  <a:cubicBezTo>
                    <a:pt x="7069" y="109686"/>
                    <a:pt x="0" y="92571"/>
                    <a:pt x="0" y="72330"/>
                  </a:cubicBezTo>
                  <a:cubicBezTo>
                    <a:pt x="0" y="52387"/>
                    <a:pt x="7069" y="35346"/>
                    <a:pt x="21208" y="21208"/>
                  </a:cubicBezTo>
                  <a:cubicBezTo>
                    <a:pt x="35347" y="7069"/>
                    <a:pt x="52388" y="0"/>
                    <a:pt x="72331" y="0"/>
                  </a:cubicBezTo>
                  <a:close/>
                </a:path>
              </a:pathLst>
            </a:custGeom>
            <a:solidFill>
              <a:srgbClr val="37BBED"/>
            </a:solidFill>
            <a:ln>
              <a:noFill/>
            </a:ln>
            <a:effectLst/>
          </p:spPr>
          <p:txBody>
            <a:bodyPr anchor="t" anchorCtr="0" bIns="45720" compatLnSpc="1" forceAA="0" fromWordArt="0" horzOverflow="overflow" lIns="91440" numCol="1" rIns="91440" rot="0" rtlCol="0" spcCol="0" spcFirstLastPara="0" tIns="45720" vert="horz" vertOverflow="overflow" wrap="square">
              <a:noAutofit/>
            </a:bodyPr>
            <a:p>
              <a:endParaRPr lang="en-US">
                <a:solidFill>
                  <a:schemeClr val="bg1">
                    <a:lumMod val="85000"/>
                  </a:schemeClr>
                </a:solidFill>
                <a:cs typeface="+mn-ea"/>
                <a:sym typeface="+mn-lt"/>
              </a:endParaRPr>
            </a:p>
          </p:txBody>
        </p:sp>
      </p:grpSp>
      <p:grpSp>
        <p:nvGrpSpPr>
          <p:cNvPr id="51" name="Group 6"/>
          <p:cNvGrpSpPr/>
          <p:nvPr/>
        </p:nvGrpSpPr>
        <p:grpSpPr>
          <a:xfrm>
            <a:off x="8629669" y="2001997"/>
            <a:ext cx="2269165" cy="3275714"/>
            <a:chOff x="8856544" y="2029940"/>
            <a:chExt cx="2269165" cy="3275714"/>
          </a:xfrm>
        </p:grpSpPr>
        <p:sp>
          <p:nvSpPr>
            <p:cNvPr id="1048620" name="Rounded Rectangle 36"/>
            <p:cNvSpPr/>
            <p:nvPr/>
          </p:nvSpPr>
          <p:spPr>
            <a:xfrm>
              <a:off x="8856544" y="2029940"/>
              <a:ext cx="2269165" cy="3275714"/>
            </a:xfrm>
            <a:prstGeom prst="roundRect">
              <a:avLst>
                <a:gd name="adj" fmla="val 4016"/>
              </a:avLst>
            </a:prstGeom>
            <a:noFill/>
            <a:ln w="3175">
              <a:solidFill>
                <a:srgbClr val="37BBED"/>
              </a:solidFill>
            </a:ln>
            <a:effectLst>
              <a:outerShdw algn="bl" blurRad="76200" dir="18900000" kx="-1200000" rotWithShape="0" sy="2300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bg1">
                    <a:lumMod val="85000"/>
                  </a:schemeClr>
                </a:solidFill>
                <a:cs typeface="+mn-ea"/>
                <a:sym typeface="+mn-lt"/>
              </a:endParaRPr>
            </a:p>
          </p:txBody>
        </p:sp>
        <p:sp>
          <p:nvSpPr>
            <p:cNvPr id="1048621" name="Rectangle 37"/>
            <p:cNvSpPr/>
            <p:nvPr/>
          </p:nvSpPr>
          <p:spPr>
            <a:xfrm>
              <a:off x="8856544" y="4412519"/>
              <a:ext cx="2269165" cy="457200"/>
            </a:xfrm>
            <a:prstGeom prst="rect"/>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bg1">
                    <a:lumMod val="85000"/>
                  </a:schemeClr>
                </a:solidFill>
                <a:cs typeface="+mn-ea"/>
                <a:sym typeface="+mn-lt"/>
              </a:endParaRPr>
            </a:p>
          </p:txBody>
        </p:sp>
        <p:sp>
          <p:nvSpPr>
            <p:cNvPr id="1048622" name="TextBox 38"/>
            <p:cNvSpPr txBox="1"/>
            <p:nvPr/>
          </p:nvSpPr>
          <p:spPr>
            <a:xfrm>
              <a:off x="9529688" y="2195103"/>
              <a:ext cx="792480" cy="345441"/>
            </a:xfrm>
            <a:prstGeom prst="rect"/>
            <a:noFill/>
          </p:spPr>
          <p:txBody>
            <a:bodyPr rtlCol="0" wrap="none">
              <a:spAutoFit/>
            </a:bodyPr>
            <a:p>
              <a:pPr algn="ctr"/>
              <a:r>
                <a:rPr dirty="0" lang="en-US">
                  <a:solidFill>
                    <a:schemeClr val="bg1">
                      <a:lumMod val="85000"/>
                    </a:schemeClr>
                  </a:solidFill>
                  <a:cs typeface="+mn-ea"/>
                  <a:sym typeface="+mn-lt"/>
                </a:rPr>
                <a:t>F</a:t>
              </a:r>
              <a:r>
                <a:rPr altLang="zh-CN" dirty="0" lang="en-US">
                  <a:solidFill>
                    <a:schemeClr val="bg1">
                      <a:lumMod val="85000"/>
                    </a:schemeClr>
                  </a:solidFill>
                  <a:cs typeface="+mn-ea"/>
                  <a:sym typeface="+mn-lt"/>
                </a:rPr>
                <a:t>ourth</a:t>
              </a:r>
              <a:endParaRPr b="1" dirty="0" lang="en-US">
                <a:solidFill>
                  <a:schemeClr val="bg1">
                    <a:lumMod val="85000"/>
                  </a:schemeClr>
                </a:solidFill>
                <a:cs typeface="+mn-ea"/>
                <a:sym typeface="+mn-lt"/>
              </a:endParaRPr>
            </a:p>
          </p:txBody>
        </p:sp>
        <p:sp>
          <p:nvSpPr>
            <p:cNvPr id="1048623" name="Rectangle 40"/>
            <p:cNvSpPr/>
            <p:nvPr/>
          </p:nvSpPr>
          <p:spPr>
            <a:xfrm>
              <a:off x="9184130" y="3641654"/>
              <a:ext cx="1613992" cy="338554"/>
            </a:xfrm>
            <a:prstGeom prst="rect"/>
          </p:spPr>
          <p:txBody>
            <a:bodyPr wrap="square">
              <a:spAutoFit/>
            </a:bodyPr>
            <a:p>
              <a:pPr algn="ctr"/>
              <a:r>
                <a:rPr altLang="en-US" dirty="0" sz="1600" lang="zh-CN">
                  <a:solidFill>
                    <a:schemeClr val="bg1">
                      <a:lumMod val="85000"/>
                    </a:schemeClr>
                  </a:solidFill>
                  <a:cs typeface="+mn-ea"/>
                  <a:sym typeface="+mn-lt"/>
                </a:rPr>
                <a:t>打印最终结果</a:t>
              </a:r>
              <a:endParaRPr dirty="0" sz="1600" lang="en-US">
                <a:solidFill>
                  <a:schemeClr val="bg1">
                    <a:lumMod val="85000"/>
                  </a:schemeClr>
                </a:solidFill>
                <a:cs typeface="+mn-ea"/>
                <a:sym typeface="+mn-lt"/>
              </a:endParaRPr>
            </a:p>
          </p:txBody>
        </p:sp>
        <p:sp>
          <p:nvSpPr>
            <p:cNvPr id="1048624" name="Freeform 50"/>
            <p:cNvSpPr/>
            <p:nvPr/>
          </p:nvSpPr>
          <p:spPr>
            <a:xfrm>
              <a:off x="9630698" y="2751717"/>
              <a:ext cx="714360" cy="705079"/>
            </a:xfrm>
            <a:custGeom>
              <a:avLst/>
              <a:ahLst/>
              <a:rect l="l" t="t" r="r" b="b"/>
              <a:pathLst>
                <a:path w="206276" h="203596">
                  <a:moveTo>
                    <a:pt x="95548" y="108049"/>
                  </a:moveTo>
                  <a:cubicBezTo>
                    <a:pt x="93762" y="108049"/>
                    <a:pt x="92199" y="108719"/>
                    <a:pt x="90860" y="110058"/>
                  </a:cubicBezTo>
                  <a:cubicBezTo>
                    <a:pt x="89520" y="111397"/>
                    <a:pt x="88850" y="112960"/>
                    <a:pt x="88850" y="114746"/>
                  </a:cubicBezTo>
                  <a:lnTo>
                    <a:pt x="88850" y="129927"/>
                  </a:lnTo>
                  <a:cubicBezTo>
                    <a:pt x="88850" y="134391"/>
                    <a:pt x="91083" y="136624"/>
                    <a:pt x="95548" y="136624"/>
                  </a:cubicBezTo>
                  <a:lnTo>
                    <a:pt x="110728" y="136624"/>
                  </a:lnTo>
                  <a:cubicBezTo>
                    <a:pt x="115193" y="136624"/>
                    <a:pt x="117426" y="134391"/>
                    <a:pt x="117426" y="129927"/>
                  </a:cubicBezTo>
                  <a:lnTo>
                    <a:pt x="117426" y="114746"/>
                  </a:lnTo>
                  <a:cubicBezTo>
                    <a:pt x="117426" y="112960"/>
                    <a:pt x="116756" y="111397"/>
                    <a:pt x="115416" y="110058"/>
                  </a:cubicBezTo>
                  <a:cubicBezTo>
                    <a:pt x="114077" y="108719"/>
                    <a:pt x="112514" y="108049"/>
                    <a:pt x="110728" y="108049"/>
                  </a:cubicBezTo>
                  <a:close/>
                  <a:moveTo>
                    <a:pt x="21878" y="54024"/>
                  </a:moveTo>
                  <a:cubicBezTo>
                    <a:pt x="19497" y="54024"/>
                    <a:pt x="17339" y="54992"/>
                    <a:pt x="15404" y="56926"/>
                  </a:cubicBezTo>
                  <a:cubicBezTo>
                    <a:pt x="13469" y="58861"/>
                    <a:pt x="12502" y="61019"/>
                    <a:pt x="12502" y="63400"/>
                  </a:cubicBezTo>
                  <a:lnTo>
                    <a:pt x="12502" y="117871"/>
                  </a:lnTo>
                  <a:lnTo>
                    <a:pt x="22771" y="117871"/>
                  </a:lnTo>
                  <a:cubicBezTo>
                    <a:pt x="24854" y="117871"/>
                    <a:pt x="25896" y="118913"/>
                    <a:pt x="25896" y="120997"/>
                  </a:cubicBezTo>
                  <a:cubicBezTo>
                    <a:pt x="25896" y="123080"/>
                    <a:pt x="24854" y="124122"/>
                    <a:pt x="22771" y="124122"/>
                  </a:cubicBezTo>
                  <a:lnTo>
                    <a:pt x="12502" y="124122"/>
                  </a:lnTo>
                  <a:lnTo>
                    <a:pt x="12502" y="181272"/>
                  </a:lnTo>
                  <a:cubicBezTo>
                    <a:pt x="12502" y="183951"/>
                    <a:pt x="13469" y="186184"/>
                    <a:pt x="15404" y="187970"/>
                  </a:cubicBezTo>
                  <a:cubicBezTo>
                    <a:pt x="17339" y="189755"/>
                    <a:pt x="19497" y="190648"/>
                    <a:pt x="21878" y="190648"/>
                  </a:cubicBezTo>
                  <a:lnTo>
                    <a:pt x="184398" y="190648"/>
                  </a:lnTo>
                  <a:cubicBezTo>
                    <a:pt x="186779" y="190648"/>
                    <a:pt x="188937" y="189755"/>
                    <a:pt x="190872" y="187970"/>
                  </a:cubicBezTo>
                  <a:cubicBezTo>
                    <a:pt x="192807" y="186184"/>
                    <a:pt x="193774" y="183951"/>
                    <a:pt x="193774" y="181272"/>
                  </a:cubicBezTo>
                  <a:lnTo>
                    <a:pt x="193774" y="124122"/>
                  </a:lnTo>
                  <a:lnTo>
                    <a:pt x="123676" y="124122"/>
                  </a:lnTo>
                  <a:lnTo>
                    <a:pt x="123676" y="130373"/>
                  </a:lnTo>
                  <a:cubicBezTo>
                    <a:pt x="123676" y="133647"/>
                    <a:pt x="122411" y="136549"/>
                    <a:pt x="119881" y="139079"/>
                  </a:cubicBezTo>
                  <a:cubicBezTo>
                    <a:pt x="117351" y="141610"/>
                    <a:pt x="114300" y="142875"/>
                    <a:pt x="110728" y="142875"/>
                  </a:cubicBezTo>
                  <a:lnTo>
                    <a:pt x="95548" y="142875"/>
                  </a:lnTo>
                  <a:cubicBezTo>
                    <a:pt x="91976" y="142875"/>
                    <a:pt x="88925" y="141610"/>
                    <a:pt x="86395" y="139079"/>
                  </a:cubicBezTo>
                  <a:cubicBezTo>
                    <a:pt x="83865" y="136549"/>
                    <a:pt x="82600" y="133647"/>
                    <a:pt x="82600" y="130373"/>
                  </a:cubicBezTo>
                  <a:lnTo>
                    <a:pt x="82600" y="124122"/>
                  </a:lnTo>
                  <a:lnTo>
                    <a:pt x="41523" y="124122"/>
                  </a:lnTo>
                  <a:cubicBezTo>
                    <a:pt x="39440" y="124122"/>
                    <a:pt x="38398" y="123080"/>
                    <a:pt x="38398" y="120997"/>
                  </a:cubicBezTo>
                  <a:cubicBezTo>
                    <a:pt x="38398" y="118913"/>
                    <a:pt x="39440" y="117871"/>
                    <a:pt x="41523" y="117871"/>
                  </a:cubicBezTo>
                  <a:lnTo>
                    <a:pt x="82600" y="117871"/>
                  </a:lnTo>
                  <a:lnTo>
                    <a:pt x="82600" y="114746"/>
                  </a:lnTo>
                  <a:cubicBezTo>
                    <a:pt x="82600" y="111174"/>
                    <a:pt x="83865" y="108123"/>
                    <a:pt x="86395" y="105593"/>
                  </a:cubicBezTo>
                  <a:cubicBezTo>
                    <a:pt x="88925" y="103063"/>
                    <a:pt x="91976" y="101798"/>
                    <a:pt x="95548" y="101798"/>
                  </a:cubicBezTo>
                  <a:lnTo>
                    <a:pt x="110728" y="101798"/>
                  </a:lnTo>
                  <a:cubicBezTo>
                    <a:pt x="114300" y="101798"/>
                    <a:pt x="117351" y="103063"/>
                    <a:pt x="119881" y="105593"/>
                  </a:cubicBezTo>
                  <a:cubicBezTo>
                    <a:pt x="122411" y="108123"/>
                    <a:pt x="123676" y="111174"/>
                    <a:pt x="123676" y="114746"/>
                  </a:cubicBezTo>
                  <a:lnTo>
                    <a:pt x="123676" y="117871"/>
                  </a:lnTo>
                  <a:lnTo>
                    <a:pt x="193774" y="117871"/>
                  </a:lnTo>
                  <a:lnTo>
                    <a:pt x="193774" y="63400"/>
                  </a:lnTo>
                  <a:cubicBezTo>
                    <a:pt x="193774" y="61019"/>
                    <a:pt x="192807" y="58861"/>
                    <a:pt x="190872" y="56926"/>
                  </a:cubicBezTo>
                  <a:cubicBezTo>
                    <a:pt x="188937" y="54992"/>
                    <a:pt x="186779" y="54024"/>
                    <a:pt x="184398" y="54024"/>
                  </a:cubicBezTo>
                  <a:close/>
                  <a:moveTo>
                    <a:pt x="89743" y="12948"/>
                  </a:moveTo>
                  <a:cubicBezTo>
                    <a:pt x="84981" y="12948"/>
                    <a:pt x="82600" y="15329"/>
                    <a:pt x="82600" y="20091"/>
                  </a:cubicBezTo>
                  <a:lnTo>
                    <a:pt x="82600" y="41523"/>
                  </a:lnTo>
                  <a:lnTo>
                    <a:pt x="123676" y="41523"/>
                  </a:lnTo>
                  <a:lnTo>
                    <a:pt x="123676" y="20091"/>
                  </a:lnTo>
                  <a:cubicBezTo>
                    <a:pt x="123676" y="15329"/>
                    <a:pt x="119807" y="12948"/>
                    <a:pt x="112068" y="12948"/>
                  </a:cubicBezTo>
                  <a:close/>
                  <a:moveTo>
                    <a:pt x="89743" y="0"/>
                  </a:moveTo>
                  <a:lnTo>
                    <a:pt x="115193" y="0"/>
                  </a:lnTo>
                  <a:cubicBezTo>
                    <a:pt x="121742" y="0"/>
                    <a:pt x="126950" y="1860"/>
                    <a:pt x="130820" y="5581"/>
                  </a:cubicBezTo>
                  <a:cubicBezTo>
                    <a:pt x="134690" y="9301"/>
                    <a:pt x="136624" y="14138"/>
                    <a:pt x="136624" y="20091"/>
                  </a:cubicBezTo>
                  <a:lnTo>
                    <a:pt x="136624" y="41523"/>
                  </a:lnTo>
                  <a:lnTo>
                    <a:pt x="184398" y="41523"/>
                  </a:lnTo>
                  <a:cubicBezTo>
                    <a:pt x="190351" y="41523"/>
                    <a:pt x="195486" y="43681"/>
                    <a:pt x="199802" y="47997"/>
                  </a:cubicBezTo>
                  <a:cubicBezTo>
                    <a:pt x="204118" y="52313"/>
                    <a:pt x="206276" y="57447"/>
                    <a:pt x="206276" y="63400"/>
                  </a:cubicBezTo>
                  <a:lnTo>
                    <a:pt x="206276" y="181272"/>
                  </a:lnTo>
                  <a:cubicBezTo>
                    <a:pt x="206276" y="187225"/>
                    <a:pt x="204118" y="192434"/>
                    <a:pt x="199802" y="196899"/>
                  </a:cubicBezTo>
                  <a:cubicBezTo>
                    <a:pt x="195486" y="201364"/>
                    <a:pt x="190351" y="203596"/>
                    <a:pt x="184398" y="203596"/>
                  </a:cubicBezTo>
                  <a:lnTo>
                    <a:pt x="21878" y="203596"/>
                  </a:lnTo>
                  <a:cubicBezTo>
                    <a:pt x="15925" y="203596"/>
                    <a:pt x="10790" y="201364"/>
                    <a:pt x="6474" y="196899"/>
                  </a:cubicBezTo>
                  <a:cubicBezTo>
                    <a:pt x="2158" y="192434"/>
                    <a:pt x="0" y="187225"/>
                    <a:pt x="0" y="181272"/>
                  </a:cubicBezTo>
                  <a:lnTo>
                    <a:pt x="0" y="63400"/>
                  </a:lnTo>
                  <a:cubicBezTo>
                    <a:pt x="0" y="57447"/>
                    <a:pt x="2158" y="52313"/>
                    <a:pt x="6474" y="47997"/>
                  </a:cubicBezTo>
                  <a:cubicBezTo>
                    <a:pt x="10790" y="43681"/>
                    <a:pt x="15925" y="41523"/>
                    <a:pt x="21878" y="41523"/>
                  </a:cubicBezTo>
                  <a:lnTo>
                    <a:pt x="69652" y="41523"/>
                  </a:lnTo>
                  <a:lnTo>
                    <a:pt x="69652" y="20091"/>
                  </a:lnTo>
                  <a:cubicBezTo>
                    <a:pt x="69652" y="14138"/>
                    <a:pt x="71363" y="9301"/>
                    <a:pt x="74786" y="5581"/>
                  </a:cubicBezTo>
                  <a:cubicBezTo>
                    <a:pt x="78209" y="1860"/>
                    <a:pt x="83195" y="0"/>
                    <a:pt x="89743" y="0"/>
                  </a:cubicBezTo>
                  <a:close/>
                </a:path>
              </a:pathLst>
            </a:custGeom>
            <a:solidFill>
              <a:srgbClr val="37BBED"/>
            </a:solidFill>
            <a:ln>
              <a:noFill/>
            </a:ln>
            <a:effectLst/>
          </p:spPr>
          <p:txBody>
            <a:bodyPr anchor="t" anchorCtr="0" bIns="45720" compatLnSpc="1" forceAA="0" fromWordArt="0" horzOverflow="overflow" lIns="91440" numCol="1" rIns="91440" rot="0" rtlCol="0" spcCol="0" spcFirstLastPara="0" tIns="45720" vert="horz" vertOverflow="overflow" wrap="square">
              <a:noAutofit/>
            </a:bodyPr>
            <a:p>
              <a:endParaRPr lang="en-US">
                <a:solidFill>
                  <a:schemeClr val="bg1">
                    <a:lumMod val="85000"/>
                  </a:schemeClr>
                </a:solidFill>
                <a:cs typeface="+mn-ea"/>
                <a:sym typeface="+mn-lt"/>
              </a:endParaRPr>
            </a:p>
          </p:txBody>
        </p:sp>
      </p:gr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afterEffect" presetClass="entr" presetID="42" presetSubtype="0">
                                  <p:stCondLst>
                                    <p:cond delay="0"/>
                                  </p:stCondLst>
                                  <p:childTnLst>
                                    <p:set>
                                      <p:cBhvr>
                                        <p:cTn dur="1" fill="hold" id="6">
                                          <p:stCondLst>
                                            <p:cond delay="0"/>
                                          </p:stCondLst>
                                        </p:cTn>
                                        <p:tgtEl>
                                          <p:spTgt spid="48"/>
                                        </p:tgtEl>
                                        <p:attrNameLst>
                                          <p:attrName>style.visibility</p:attrName>
                                        </p:attrNameLst>
                                      </p:cBhvr>
                                      <p:to>
                                        <p:strVal val="visible"/>
                                      </p:to>
                                    </p:set>
                                    <p:animEffect transition="in" filter="fade">
                                      <p:cBhvr>
                                        <p:cTn dur="500" id="7"/>
                                        <p:tgtEl>
                                          <p:spTgt spid="48"/>
                                        </p:tgtEl>
                                      </p:cBhvr>
                                    </p:animEffect>
                                    <p:anim calcmode="lin" valueType="num">
                                      <p:cBhvr>
                                        <p:cTn dur="500" fill="hold" id="8"/>
                                        <p:tgtEl>
                                          <p:spTgt spid="48"/>
                                        </p:tgtEl>
                                        <p:attrNameLst>
                                          <p:attrName>ppt_x</p:attrName>
                                        </p:attrNameLst>
                                      </p:cBhvr>
                                      <p:tavLst>
                                        <p:tav tm="0">
                                          <p:val>
                                            <p:strVal val="#ppt_x"/>
                                          </p:val>
                                        </p:tav>
                                        <p:tav tm="100000">
                                          <p:val>
                                            <p:strVal val="#ppt_x"/>
                                          </p:val>
                                        </p:tav>
                                      </p:tavLst>
                                    </p:anim>
                                    <p:anim calcmode="lin" valueType="num">
                                      <p:cBhvr>
                                        <p:cTn dur="500" fill="hold" id="9"/>
                                        <p:tgtEl>
                                          <p:spTgt spid="48"/>
                                        </p:tgtEl>
                                        <p:attrNameLst>
                                          <p:attrName>ppt_y</p:attrName>
                                        </p:attrNameLst>
                                      </p:cBhvr>
                                      <p:tavLst>
                                        <p:tav tm="0">
                                          <p:val>
                                            <p:strVal val="#ppt_y+.1"/>
                                          </p:val>
                                        </p:tav>
                                        <p:tav tm="100000">
                                          <p:val>
                                            <p:strVal val="#ppt_y"/>
                                          </p:val>
                                        </p:tav>
                                      </p:tavLst>
                                    </p:anim>
                                  </p:childTnLst>
                                </p:cTn>
                              </p:par>
                            </p:childTnLst>
                          </p:cTn>
                        </p:par>
                        <p:par>
                          <p:cTn fill="hold" id="10">
                            <p:stCondLst>
                              <p:cond delay="500"/>
                            </p:stCondLst>
                            <p:childTnLst>
                              <p:par>
                                <p:cTn fill="hold" id="11" nodeType="afterEffect" presetClass="entr" presetID="42" presetSubtype="0">
                                  <p:stCondLst>
                                    <p:cond delay="0"/>
                                  </p:stCondLst>
                                  <p:childTnLst>
                                    <p:set>
                                      <p:cBhvr>
                                        <p:cTn dur="1" fill="hold" id="12">
                                          <p:stCondLst>
                                            <p:cond delay="0"/>
                                          </p:stCondLst>
                                        </p:cTn>
                                        <p:tgtEl>
                                          <p:spTgt spid="49"/>
                                        </p:tgtEl>
                                        <p:attrNameLst>
                                          <p:attrName>style.visibility</p:attrName>
                                        </p:attrNameLst>
                                      </p:cBhvr>
                                      <p:to>
                                        <p:strVal val="visible"/>
                                      </p:to>
                                    </p:set>
                                    <p:animEffect transition="in" filter="fade">
                                      <p:cBhvr>
                                        <p:cTn dur="500" id="13"/>
                                        <p:tgtEl>
                                          <p:spTgt spid="49"/>
                                        </p:tgtEl>
                                      </p:cBhvr>
                                    </p:animEffect>
                                    <p:anim calcmode="lin" valueType="num">
                                      <p:cBhvr>
                                        <p:cTn dur="500" fill="hold" id="14"/>
                                        <p:tgtEl>
                                          <p:spTgt spid="49"/>
                                        </p:tgtEl>
                                        <p:attrNameLst>
                                          <p:attrName>ppt_x</p:attrName>
                                        </p:attrNameLst>
                                      </p:cBhvr>
                                      <p:tavLst>
                                        <p:tav tm="0">
                                          <p:val>
                                            <p:strVal val="#ppt_x"/>
                                          </p:val>
                                        </p:tav>
                                        <p:tav tm="100000">
                                          <p:val>
                                            <p:strVal val="#ppt_x"/>
                                          </p:val>
                                        </p:tav>
                                      </p:tavLst>
                                    </p:anim>
                                    <p:anim calcmode="lin" valueType="num">
                                      <p:cBhvr>
                                        <p:cTn dur="500" fill="hold" id="15"/>
                                        <p:tgtEl>
                                          <p:spTgt spid="49"/>
                                        </p:tgtEl>
                                        <p:attrNameLst>
                                          <p:attrName>ppt_y</p:attrName>
                                        </p:attrNameLst>
                                      </p:cBhvr>
                                      <p:tavLst>
                                        <p:tav tm="0">
                                          <p:val>
                                            <p:strVal val="#ppt_y+.1"/>
                                          </p:val>
                                        </p:tav>
                                        <p:tav tm="100000">
                                          <p:val>
                                            <p:strVal val="#ppt_y"/>
                                          </p:val>
                                        </p:tav>
                                      </p:tavLst>
                                    </p:anim>
                                  </p:childTnLst>
                                </p:cTn>
                              </p:par>
                            </p:childTnLst>
                          </p:cTn>
                        </p:par>
                        <p:par>
                          <p:cTn fill="hold" id="16">
                            <p:stCondLst>
                              <p:cond delay="1000"/>
                            </p:stCondLst>
                            <p:childTnLst>
                              <p:par>
                                <p:cTn fill="hold" id="17" nodeType="afterEffect" presetClass="entr" presetID="42" presetSubtype="0">
                                  <p:stCondLst>
                                    <p:cond delay="0"/>
                                  </p:stCondLst>
                                  <p:childTnLst>
                                    <p:set>
                                      <p:cBhvr>
                                        <p:cTn dur="1" fill="hold" id="18">
                                          <p:stCondLst>
                                            <p:cond delay="0"/>
                                          </p:stCondLst>
                                        </p:cTn>
                                        <p:tgtEl>
                                          <p:spTgt spid="50"/>
                                        </p:tgtEl>
                                        <p:attrNameLst>
                                          <p:attrName>style.visibility</p:attrName>
                                        </p:attrNameLst>
                                      </p:cBhvr>
                                      <p:to>
                                        <p:strVal val="visible"/>
                                      </p:to>
                                    </p:set>
                                    <p:animEffect transition="in" filter="fade">
                                      <p:cBhvr>
                                        <p:cTn dur="500" id="19"/>
                                        <p:tgtEl>
                                          <p:spTgt spid="50"/>
                                        </p:tgtEl>
                                      </p:cBhvr>
                                    </p:animEffect>
                                    <p:anim calcmode="lin" valueType="num">
                                      <p:cBhvr>
                                        <p:cTn dur="500" fill="hold" id="20"/>
                                        <p:tgtEl>
                                          <p:spTgt spid="50"/>
                                        </p:tgtEl>
                                        <p:attrNameLst>
                                          <p:attrName>ppt_x</p:attrName>
                                        </p:attrNameLst>
                                      </p:cBhvr>
                                      <p:tavLst>
                                        <p:tav tm="0">
                                          <p:val>
                                            <p:strVal val="#ppt_x"/>
                                          </p:val>
                                        </p:tav>
                                        <p:tav tm="100000">
                                          <p:val>
                                            <p:strVal val="#ppt_x"/>
                                          </p:val>
                                        </p:tav>
                                      </p:tavLst>
                                    </p:anim>
                                    <p:anim calcmode="lin" valueType="num">
                                      <p:cBhvr>
                                        <p:cTn dur="500" fill="hold" id="21"/>
                                        <p:tgtEl>
                                          <p:spTgt spid="50"/>
                                        </p:tgtEl>
                                        <p:attrNameLst>
                                          <p:attrName>ppt_y</p:attrName>
                                        </p:attrNameLst>
                                      </p:cBhvr>
                                      <p:tavLst>
                                        <p:tav tm="0">
                                          <p:val>
                                            <p:strVal val="#ppt_y+.1"/>
                                          </p:val>
                                        </p:tav>
                                        <p:tav tm="100000">
                                          <p:val>
                                            <p:strVal val="#ppt_y"/>
                                          </p:val>
                                        </p:tav>
                                      </p:tavLst>
                                    </p:anim>
                                  </p:childTnLst>
                                </p:cTn>
                              </p:par>
                            </p:childTnLst>
                          </p:cTn>
                        </p:par>
                        <p:par>
                          <p:cTn fill="hold" id="22">
                            <p:stCondLst>
                              <p:cond delay="1500"/>
                            </p:stCondLst>
                            <p:childTnLst>
                              <p:par>
                                <p:cTn fill="hold" id="23" nodeType="afterEffect" presetClass="entr" presetID="42" presetSubtype="0">
                                  <p:stCondLst>
                                    <p:cond delay="0"/>
                                  </p:stCondLst>
                                  <p:childTnLst>
                                    <p:set>
                                      <p:cBhvr>
                                        <p:cTn dur="1" fill="hold" id="24">
                                          <p:stCondLst>
                                            <p:cond delay="0"/>
                                          </p:stCondLst>
                                        </p:cTn>
                                        <p:tgtEl>
                                          <p:spTgt spid="51"/>
                                        </p:tgtEl>
                                        <p:attrNameLst>
                                          <p:attrName>style.visibility</p:attrName>
                                        </p:attrNameLst>
                                      </p:cBhvr>
                                      <p:to>
                                        <p:strVal val="visible"/>
                                      </p:to>
                                    </p:set>
                                    <p:animEffect transition="in" filter="fade">
                                      <p:cBhvr>
                                        <p:cTn dur="500" id="25"/>
                                        <p:tgtEl>
                                          <p:spTgt spid="51"/>
                                        </p:tgtEl>
                                      </p:cBhvr>
                                    </p:animEffect>
                                    <p:anim calcmode="lin" valueType="num">
                                      <p:cBhvr>
                                        <p:cTn dur="500" fill="hold" id="26"/>
                                        <p:tgtEl>
                                          <p:spTgt spid="51"/>
                                        </p:tgtEl>
                                        <p:attrNameLst>
                                          <p:attrName>ppt_x</p:attrName>
                                        </p:attrNameLst>
                                      </p:cBhvr>
                                      <p:tavLst>
                                        <p:tav tm="0">
                                          <p:val>
                                            <p:strVal val="#ppt_x"/>
                                          </p:val>
                                        </p:tav>
                                        <p:tav tm="100000">
                                          <p:val>
                                            <p:strVal val="#ppt_x"/>
                                          </p:val>
                                        </p:tav>
                                      </p:tavLst>
                                    </p:anim>
                                    <p:anim calcmode="lin" valueType="num">
                                      <p:cBhvr>
                                        <p:cTn dur="500" fill="hold" id="27"/>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grpSp>
        <p:nvGrpSpPr>
          <p:cNvPr id="28" name="组合 1"/>
          <p:cNvGrpSpPr/>
          <p:nvPr/>
        </p:nvGrpSpPr>
        <p:grpSpPr>
          <a:xfrm>
            <a:off x="263353" y="-315635"/>
            <a:ext cx="11928647" cy="7173635"/>
            <a:chOff x="263352" y="-315635"/>
            <a:chExt cx="11928647" cy="7173635"/>
          </a:xfrm>
        </p:grpSpPr>
        <p:pic>
          <p:nvPicPr>
            <p:cNvPr id="2097152"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584" name="文本框 2"/>
            <p:cNvSpPr txBox="1"/>
            <p:nvPr/>
          </p:nvSpPr>
          <p:spPr>
            <a:xfrm>
              <a:off x="655871" y="332656"/>
              <a:ext cx="1605280" cy="472440"/>
            </a:xfrm>
            <a:prstGeom prst="rect"/>
            <a:noFill/>
          </p:spPr>
          <p:txBody>
            <a:bodyPr rtlCol="0" wrap="none">
              <a:spAutoFit/>
            </a:bodyPr>
            <a:p>
              <a:pPr algn="ctr"/>
              <a:r>
                <a:rPr altLang="en-US" dirty="0" sz="2800" lang="zh-CN">
                  <a:solidFill>
                    <a:schemeClr val="bg1">
                      <a:lumMod val="85000"/>
                    </a:schemeClr>
                  </a:solidFill>
                  <a:cs typeface="+mn-ea"/>
                  <a:sym typeface="+mn-lt"/>
                </a:rPr>
                <a:t>设计思路</a:t>
              </a:r>
              <a:endParaRPr altLang="en-US" dirty="0" sz="2800" lang="zh-CN">
                <a:solidFill>
                  <a:schemeClr val="bg1">
                    <a:lumMod val="85000"/>
                  </a:schemeClr>
                </a:solidFill>
                <a:cs typeface="+mn-ea"/>
                <a:sym typeface="+mn-lt"/>
              </a:endParaRPr>
            </a:p>
          </p:txBody>
        </p:sp>
        <p:grpSp>
          <p:nvGrpSpPr>
            <p:cNvPr id="29" name="组合 40"/>
            <p:cNvGrpSpPr/>
            <p:nvPr/>
          </p:nvGrpSpPr>
          <p:grpSpPr>
            <a:xfrm rot="10800000" flipV="1">
              <a:off x="263352" y="984158"/>
              <a:ext cx="11745783" cy="45719"/>
              <a:chOff x="3182554" y="3904019"/>
              <a:chExt cx="5543625" cy="45719"/>
            </a:xfrm>
          </p:grpSpPr>
          <p:sp>
            <p:nvSpPr>
              <p:cNvPr id="1048585"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586"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587"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53"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588" name="矩形 5"/>
          <p:cNvSpPr/>
          <p:nvPr/>
        </p:nvSpPr>
        <p:spPr>
          <a:xfrm>
            <a:off x="1487488" y="1119035"/>
            <a:ext cx="9217024" cy="5611575"/>
          </a:xfrm>
          <a:prstGeom prst="rect"/>
          <a:solidFill>
            <a:schemeClr val="tx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
        <p:nvSpPr>
          <p:cNvPr id="1048589" name="箭头: 左 3">
            <a:hlinkClick r:id="rId6" action="ppaction://hlinksldjump"/>
          </p:cNvPr>
          <p:cNvSpPr/>
          <p:nvPr/>
        </p:nvSpPr>
        <p:spPr>
          <a:xfrm>
            <a:off x="335413" y="6350191"/>
            <a:ext cx="576011" cy="319169"/>
          </a:xfrm>
          <a:prstGeom prst="leftArrow"/>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54" name="图片 7"/>
          <p:cNvPicPr>
            <a:picLocks noChangeAspect="1"/>
          </p:cNvPicPr>
          <p:nvPr/>
        </p:nvPicPr>
        <p:blipFill>
          <a:blip xmlns:r="http://schemas.openxmlformats.org/officeDocument/2006/relationships" r:embed="rId7" cstate="print"/>
          <a:stretch>
            <a:fillRect/>
          </a:stretch>
        </p:blipFill>
        <p:spPr>
          <a:xfrm>
            <a:off x="4511824" y="1119035"/>
            <a:ext cx="2888811" cy="5596590"/>
          </a:xfrm>
          <a:prstGeom prst="rect"/>
        </p:spPr>
      </p:pic>
    </p:spTree>
    <p:custDataLst>
      <p:tags r:id="rId8"/>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grpSp>
        <p:nvGrpSpPr>
          <p:cNvPr id="41" name="组合 1"/>
          <p:cNvGrpSpPr/>
          <p:nvPr/>
        </p:nvGrpSpPr>
        <p:grpSpPr>
          <a:xfrm>
            <a:off x="263352" y="-315635"/>
            <a:ext cx="11928647" cy="7173635"/>
            <a:chOff x="263352" y="-315635"/>
            <a:chExt cx="11928647" cy="7173635"/>
          </a:xfrm>
        </p:grpSpPr>
        <p:pic>
          <p:nvPicPr>
            <p:cNvPr id="2097155"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593"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代码部分</a:t>
              </a:r>
              <a:endParaRPr altLang="en-US" b="1" dirty="0" sz="2800" lang="zh-CN">
                <a:solidFill>
                  <a:schemeClr val="bg1"/>
                </a:solidFill>
                <a:cs typeface="+mn-ea"/>
                <a:sym typeface="+mn-lt"/>
              </a:endParaRPr>
            </a:p>
          </p:txBody>
        </p:sp>
        <p:grpSp>
          <p:nvGrpSpPr>
            <p:cNvPr id="42" name="组合 40"/>
            <p:cNvGrpSpPr/>
            <p:nvPr/>
          </p:nvGrpSpPr>
          <p:grpSpPr>
            <a:xfrm rot="10800000" flipV="1">
              <a:off x="263352" y="984158"/>
              <a:ext cx="11745783" cy="45719"/>
              <a:chOff x="3182554" y="3904019"/>
              <a:chExt cx="5543625" cy="45719"/>
            </a:xfrm>
          </p:grpSpPr>
          <p:sp>
            <p:nvSpPr>
              <p:cNvPr id="1048594"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595"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596"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56"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597" name="矩形 13"/>
          <p:cNvSpPr>
            <a:spLocks noChangeArrowheads="1"/>
          </p:cNvSpPr>
          <p:nvPr/>
        </p:nvSpPr>
        <p:spPr bwMode="auto">
          <a:xfrm>
            <a:off x="482450" y="1158159"/>
            <a:ext cx="11593288" cy="3901441"/>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lang="en-US">
                <a:solidFill>
                  <a:schemeClr val="bg1">
                    <a:lumMod val="85000"/>
                  </a:schemeClr>
                </a:solidFill>
                <a:latin typeface="+mn-lt"/>
                <a:ea typeface="+mn-ea"/>
                <a:cs typeface="+mn-ea"/>
                <a:sym typeface="+mn-lt"/>
              </a:rPr>
              <a:t>//全局变量及结构体</a:t>
            </a:r>
            <a:endParaRPr altLang="zh-CN" lang="en-US">
              <a:solidFill>
                <a:schemeClr val="bg1">
                  <a:lumMod val="85000"/>
                </a:schemeClr>
              </a:solidFill>
              <a:latin typeface="+mn-lt"/>
              <a:ea typeface="+mn-ea"/>
              <a:cs typeface="+mn-ea"/>
              <a:sym typeface="+mn-lt"/>
            </a:endParaRPr>
          </a:p>
          <a:p>
            <a:pPr eaLnBrk="1" hangingPunct="1">
              <a:lnSpc>
                <a:spcPct val="150000"/>
              </a:lnSpc>
            </a:pPr>
            <a:r>
              <a:rPr altLang="zh-CN" lang="en-US">
                <a:solidFill>
                  <a:schemeClr val="bg1">
                    <a:lumMod val="85000"/>
                  </a:schemeClr>
                </a:solidFill>
                <a:latin typeface="+mn-lt"/>
                <a:ea typeface="+mn-ea"/>
                <a:cs typeface="+mn-ea"/>
                <a:sym typeface="+mn-lt"/>
              </a:rPr>
              <a:t>#define MAXVEX 20//最大顶点数</a:t>
            </a:r>
            <a:endParaRPr altLang="zh-CN" lang="en-US">
              <a:solidFill>
                <a:schemeClr val="bg1">
                  <a:lumMod val="85000"/>
                </a:schemeClr>
              </a:solidFill>
              <a:latin typeface="+mn-lt"/>
              <a:ea typeface="+mn-ea"/>
              <a:cs typeface="+mn-ea"/>
              <a:sym typeface="+mn-lt"/>
            </a:endParaRPr>
          </a:p>
          <a:p>
            <a:pPr eaLnBrk="1" hangingPunct="1">
              <a:lnSpc>
                <a:spcPct val="150000"/>
              </a:lnSpc>
            </a:pPr>
            <a:r>
              <a:rPr altLang="zh-CN" lang="en-US">
                <a:solidFill>
                  <a:schemeClr val="bg1">
                    <a:lumMod val="85000"/>
                  </a:schemeClr>
                </a:solidFill>
                <a:latin typeface="+mn-lt"/>
                <a:ea typeface="+mn-ea"/>
                <a:cs typeface="+mn-ea"/>
                <a:sym typeface="+mn-lt"/>
              </a:rPr>
              <a:t>#define GRAPH_INFINTY 32767//无限，表未连接</a:t>
            </a:r>
            <a:endParaRPr altLang="zh-CN" lang="en-US">
              <a:solidFill>
                <a:schemeClr val="bg1">
                  <a:lumMod val="85000"/>
                </a:schemeClr>
              </a:solidFill>
              <a:latin typeface="+mn-lt"/>
              <a:ea typeface="+mn-ea"/>
              <a:cs typeface="+mn-ea"/>
              <a:sym typeface="+mn-lt"/>
            </a:endParaRPr>
          </a:p>
          <a:p>
            <a:pPr eaLnBrk="1" hangingPunct="1">
              <a:lnSpc>
                <a:spcPct val="150000"/>
              </a:lnSpc>
            </a:pPr>
            <a:endParaRPr altLang="zh-CN" lang="en-US">
              <a:solidFill>
                <a:schemeClr val="bg1">
                  <a:lumMod val="85000"/>
                </a:schemeClr>
              </a:solidFill>
              <a:latin typeface="+mn-lt"/>
              <a:ea typeface="+mn-ea"/>
              <a:cs typeface="+mn-ea"/>
              <a:sym typeface="+mn-lt"/>
            </a:endParaRPr>
          </a:p>
          <a:p>
            <a:pPr eaLnBrk="1" hangingPunct="1">
              <a:lnSpc>
                <a:spcPct val="150000"/>
              </a:lnSpc>
            </a:pPr>
            <a:r>
              <a:rPr altLang="zh-CN" lang="en-US">
                <a:solidFill>
                  <a:schemeClr val="bg1">
                    <a:lumMod val="85000"/>
                  </a:schemeClr>
                </a:solidFill>
                <a:latin typeface="+mn-lt"/>
                <a:ea typeface="+mn-ea"/>
                <a:cs typeface="+mn-ea"/>
                <a:sym typeface="+mn-lt"/>
              </a:rPr>
              <a:t>struct Graph//图结构体</a:t>
            </a:r>
            <a:endParaRPr altLang="zh-CN" lang="en-US">
              <a:solidFill>
                <a:schemeClr val="bg1">
                  <a:lumMod val="85000"/>
                </a:schemeClr>
              </a:solidFill>
              <a:latin typeface="+mn-lt"/>
              <a:ea typeface="+mn-ea"/>
              <a:cs typeface="+mn-ea"/>
              <a:sym typeface="+mn-lt"/>
            </a:endParaRPr>
          </a:p>
          <a:p>
            <a:pPr eaLnBrk="1" hangingPunct="1">
              <a:lnSpc>
                <a:spcPct val="150000"/>
              </a:lnSpc>
            </a:pPr>
            <a:r>
              <a:rPr altLang="zh-CN" lang="en-US">
                <a:solidFill>
                  <a:schemeClr val="bg1">
                    <a:lumMod val="85000"/>
                  </a:schemeClr>
                </a:solidFill>
                <a:latin typeface="+mn-lt"/>
                <a:ea typeface="+mn-ea"/>
                <a:cs typeface="+mn-ea"/>
                <a:sym typeface="+mn-lt"/>
              </a:rPr>
              <a:t>{</a:t>
            </a:r>
            <a:endParaRPr altLang="zh-CN" lang="en-US">
              <a:solidFill>
                <a:schemeClr val="bg1">
                  <a:lumMod val="85000"/>
                </a:schemeClr>
              </a:solidFill>
              <a:latin typeface="+mn-lt"/>
              <a:ea typeface="+mn-ea"/>
              <a:cs typeface="+mn-ea"/>
              <a:sym typeface="+mn-lt"/>
            </a:endParaRPr>
          </a:p>
          <a:p>
            <a:pPr eaLnBrk="1" hangingPunct="1">
              <a:lnSpc>
                <a:spcPct val="150000"/>
              </a:lnSpc>
            </a:pPr>
            <a:r>
              <a:rPr altLang="zh-CN" lang="en-US">
                <a:solidFill>
                  <a:schemeClr val="bg1">
                    <a:lumMod val="85000"/>
                  </a:schemeClr>
                </a:solidFill>
                <a:latin typeface="+mn-lt"/>
                <a:ea typeface="+mn-ea"/>
                <a:cs typeface="+mn-ea"/>
                <a:sym typeface="+mn-lt"/>
              </a:rPr>
              <a:t>    char city_name[MAXVEX][20];//记录节点名称</a:t>
            </a:r>
            <a:endParaRPr altLang="zh-CN" lang="en-US">
              <a:solidFill>
                <a:schemeClr val="bg1">
                  <a:lumMod val="85000"/>
                </a:schemeClr>
              </a:solidFill>
              <a:latin typeface="+mn-lt"/>
              <a:ea typeface="+mn-ea"/>
              <a:cs typeface="+mn-ea"/>
              <a:sym typeface="+mn-lt"/>
            </a:endParaRPr>
          </a:p>
          <a:p>
            <a:pPr eaLnBrk="1" hangingPunct="1">
              <a:lnSpc>
                <a:spcPct val="150000"/>
              </a:lnSpc>
            </a:pPr>
            <a:r>
              <a:rPr altLang="zh-CN" lang="en-US">
                <a:solidFill>
                  <a:schemeClr val="bg1">
                    <a:lumMod val="85000"/>
                  </a:schemeClr>
                </a:solidFill>
                <a:latin typeface="+mn-lt"/>
                <a:ea typeface="+mn-ea"/>
                <a:cs typeface="+mn-ea"/>
                <a:sym typeface="+mn-lt"/>
              </a:rPr>
              <a:t>    int arc[MAXVEX][MAXVEX];//邻接矩阵</a:t>
            </a:r>
            <a:endParaRPr altLang="zh-CN" lang="en-US">
              <a:solidFill>
                <a:schemeClr val="bg1">
                  <a:lumMod val="85000"/>
                </a:schemeClr>
              </a:solidFill>
              <a:latin typeface="+mn-lt"/>
              <a:ea typeface="+mn-ea"/>
              <a:cs typeface="+mn-ea"/>
              <a:sym typeface="+mn-lt"/>
            </a:endParaRPr>
          </a:p>
          <a:p>
            <a:pPr eaLnBrk="1" hangingPunct="1">
              <a:lnSpc>
                <a:spcPct val="150000"/>
              </a:lnSpc>
            </a:pPr>
            <a:r>
              <a:rPr altLang="zh-CN" lang="en-US">
                <a:solidFill>
                  <a:schemeClr val="bg1">
                    <a:lumMod val="85000"/>
                  </a:schemeClr>
                </a:solidFill>
                <a:latin typeface="+mn-lt"/>
                <a:ea typeface="+mn-ea"/>
                <a:cs typeface="+mn-ea"/>
                <a:sym typeface="+mn-lt"/>
              </a:rPr>
              <a:t>    int vex_num;//顶点数</a:t>
            </a:r>
            <a:endParaRPr altLang="zh-CN" lang="en-US">
              <a:solidFill>
                <a:schemeClr val="bg1">
                  <a:lumMod val="85000"/>
                </a:schemeClr>
              </a:solidFill>
              <a:latin typeface="+mn-lt"/>
              <a:ea typeface="+mn-ea"/>
              <a:cs typeface="+mn-ea"/>
              <a:sym typeface="+mn-lt"/>
            </a:endParaRPr>
          </a:p>
          <a:p>
            <a:pPr eaLnBrk="1" hangingPunct="1">
              <a:lnSpc>
                <a:spcPct val="150000"/>
              </a:lnSpc>
            </a:pPr>
            <a:r>
              <a:rPr altLang="zh-CN" lang="en-US">
                <a:solidFill>
                  <a:schemeClr val="bg1">
                    <a:lumMod val="85000"/>
                  </a:schemeClr>
                </a:solidFill>
                <a:latin typeface="+mn-lt"/>
                <a:ea typeface="+mn-ea"/>
                <a:cs typeface="+mn-ea"/>
                <a:sym typeface="+mn-lt"/>
              </a:rPr>
              <a:t>};</a:t>
            </a:r>
            <a:endParaRPr altLang="zh-CN" lang="en-US">
              <a:solidFill>
                <a:schemeClr val="bg1">
                  <a:lumMod val="85000"/>
                </a:schemeClr>
              </a:solidFill>
              <a:latin typeface="+mn-lt"/>
              <a:ea typeface="+mn-ea"/>
              <a:cs typeface="+mn-ea"/>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grpSp>
        <p:nvGrpSpPr>
          <p:cNvPr id="55" name="组合 1"/>
          <p:cNvGrpSpPr/>
          <p:nvPr/>
        </p:nvGrpSpPr>
        <p:grpSpPr>
          <a:xfrm>
            <a:off x="263352" y="-315635"/>
            <a:ext cx="11928647" cy="7173635"/>
            <a:chOff x="263352" y="-315635"/>
            <a:chExt cx="11928647" cy="7173635"/>
          </a:xfrm>
        </p:grpSpPr>
        <p:pic>
          <p:nvPicPr>
            <p:cNvPr id="2097159"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628"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代码部分</a:t>
              </a:r>
              <a:endParaRPr altLang="en-US" b="1" dirty="0" sz="2800" lang="zh-CN">
                <a:solidFill>
                  <a:schemeClr val="bg1"/>
                </a:solidFill>
                <a:cs typeface="+mn-ea"/>
                <a:sym typeface="+mn-lt"/>
              </a:endParaRPr>
            </a:p>
          </p:txBody>
        </p:sp>
        <p:grpSp>
          <p:nvGrpSpPr>
            <p:cNvPr id="56" name="组合 40"/>
            <p:cNvGrpSpPr/>
            <p:nvPr/>
          </p:nvGrpSpPr>
          <p:grpSpPr>
            <a:xfrm rot="10800000" flipV="1">
              <a:off x="263352" y="984158"/>
              <a:ext cx="11745783" cy="45719"/>
              <a:chOff x="3182554" y="3904019"/>
              <a:chExt cx="5543625" cy="45719"/>
            </a:xfrm>
          </p:grpSpPr>
          <p:sp>
            <p:nvSpPr>
              <p:cNvPr id="1048629"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30"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31"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60"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632" name="矩形 13"/>
          <p:cNvSpPr>
            <a:spLocks noChangeArrowheads="1"/>
          </p:cNvSpPr>
          <p:nvPr/>
        </p:nvSpPr>
        <p:spPr bwMode="auto">
          <a:xfrm>
            <a:off x="478790" y="1029970"/>
            <a:ext cx="11593195" cy="5991860"/>
          </a:xfrm>
          <a:prstGeom prst="rect"/>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a:solidFill>
                  <a:schemeClr val="bg1">
                    <a:lumMod val="85000"/>
                  </a:schemeClr>
                </a:solidFill>
                <a:latin typeface="+mn-lt"/>
                <a:ea typeface="+mn-ea"/>
                <a:cs typeface="+mn-ea"/>
                <a:sym typeface="+mn-lt"/>
              </a:rPr>
              <a:t>void CreateGraph(struct Graph *G)//读取文件生成图函数</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a:t>
            </a:r>
            <a:endParaRPr sz="1400">
              <a:solidFill>
                <a:schemeClr val="bg1">
                  <a:lumMod val="85000"/>
                </a:schemeClr>
              </a:solidFill>
              <a:latin typeface="+mn-lt"/>
              <a:ea typeface="+mn-ea"/>
              <a:cs typeface="+mn-ea"/>
              <a:sym typeface="+mn-lt"/>
            </a:endParaRPr>
          </a:p>
          <a:p>
            <a:pPr eaLnBrk="1" hangingPunct="1" indent="457200">
              <a:lnSpc>
                <a:spcPct val="150000"/>
              </a:lnSpc>
            </a:pPr>
            <a:r>
              <a:rPr sz="1400">
                <a:solidFill>
                  <a:schemeClr val="bg1">
                    <a:lumMod val="85000"/>
                  </a:schemeClr>
                </a:solidFill>
                <a:latin typeface="+mn-lt"/>
                <a:ea typeface="+mn-ea"/>
                <a:cs typeface="+mn-ea"/>
                <a:sym typeface="+mn-lt"/>
              </a:rPr>
              <a:t>FILE* fp;</a:t>
            </a:r>
            <a:endParaRPr sz="1400">
              <a:solidFill>
                <a:schemeClr val="bg1">
                  <a:lumMod val="85000"/>
                </a:schemeClr>
              </a:solidFill>
              <a:latin typeface="+mn-lt"/>
              <a:ea typeface="+mn-ea"/>
              <a:cs typeface="+mn-ea"/>
              <a:sym typeface="+mn-lt"/>
            </a:endParaRPr>
          </a:p>
          <a:p>
            <a:pPr eaLnBrk="1" hangingPunct="1" indent="457200">
              <a:lnSpc>
                <a:spcPct val="150000"/>
              </a:lnSpc>
            </a:pPr>
            <a:r>
              <a:rPr sz="1400">
                <a:solidFill>
                  <a:schemeClr val="bg1">
                    <a:lumMod val="85000"/>
                  </a:schemeClr>
                </a:solidFill>
                <a:latin typeface="+mn-lt"/>
                <a:ea typeface="+mn-ea"/>
                <a:cs typeface="+mn-ea"/>
                <a:sym typeface="+mn-lt"/>
              </a:rPr>
              <a:t>int X, Y, W;//行，列，权值</a:t>
            </a:r>
            <a:endParaRPr sz="1400">
              <a:solidFill>
                <a:schemeClr val="bg1">
                  <a:lumMod val="85000"/>
                </a:schemeClr>
              </a:solidFill>
              <a:latin typeface="+mn-lt"/>
              <a:ea typeface="+mn-ea"/>
              <a:cs typeface="+mn-ea"/>
              <a:sym typeface="+mn-lt"/>
            </a:endParaRPr>
          </a:p>
          <a:p>
            <a:pPr eaLnBrk="1" hangingPunct="1" indent="457200">
              <a:lnSpc>
                <a:spcPct val="150000"/>
              </a:lnSpc>
            </a:pPr>
            <a:r>
              <a:rPr sz="1400">
                <a:solidFill>
                  <a:schemeClr val="bg1">
                    <a:lumMod val="85000"/>
                  </a:schemeClr>
                </a:solidFill>
                <a:latin typeface="+mn-lt"/>
                <a:ea typeface="+mn-ea"/>
                <a:cs typeface="+mn-ea"/>
                <a:sym typeface="+mn-lt"/>
              </a:rPr>
              <a:t>if ((fp = fopen("Dijkstra_input.txt", "r")) == NULL)//打开文件</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printf("打开文件错误");</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return;</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fscanf(fp, "节点个数：");//跳过</a:t>
            </a:r>
            <a:endParaRPr sz="1400">
              <a:solidFill>
                <a:schemeClr val="bg1">
                  <a:lumMod val="85000"/>
                </a:schemeClr>
              </a:solidFill>
              <a:latin typeface="+mn-lt"/>
              <a:ea typeface="+mn-ea"/>
              <a:cs typeface="+mn-ea"/>
              <a:sym typeface="+mn-lt"/>
            </a:endParaRPr>
          </a:p>
          <a:p>
            <a:pPr eaLnBrk="1" hangingPunct="1">
              <a:lnSpc>
                <a:spcPct val="150000"/>
              </a:lnSpc>
            </a:pP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fscanf(fp, "%d", &amp;G-&gt;vex_num);//写入节点个数</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printf("节点个数： % d\n", G-&gt;vex_num);</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fscanf(fp, "节点名称：");//跳过</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 for (int i = 0; i &lt; G-&gt;vex_num; i++)</a:t>
            </a:r>
            <a:r>
              <a:rPr sz="1400" lang="en-US">
                <a:solidFill>
                  <a:schemeClr val="bg1">
                    <a:lumMod val="85000"/>
                  </a:schemeClr>
                </a:solidFill>
                <a:latin typeface="+mn-lt"/>
                <a:ea typeface="+mn-ea"/>
                <a:cs typeface="+mn-ea"/>
                <a:sym typeface="+mn-lt"/>
              </a:rPr>
              <a:t>//</a:t>
            </a:r>
            <a:r>
              <a:rPr sz="1400" lang="zh-CN">
                <a:solidFill>
                  <a:schemeClr val="bg1">
                    <a:lumMod val="85000"/>
                  </a:schemeClr>
                </a:solidFill>
                <a:latin typeface="+mn-lt"/>
                <a:ea typeface="+mn-ea"/>
                <a:cs typeface="+mn-ea"/>
                <a:sym typeface="+mn-lt"/>
              </a:rPr>
              <a:t>写入节点名称</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 {</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fscanf(fp, "%s", G-&gt;city_name[i]);</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 printf("节点%d：%s\n",i+1, G-&gt;city_name[i]);</a:t>
            </a:r>
            <a:endParaRPr sz="1400">
              <a:solidFill>
                <a:schemeClr val="bg1">
                  <a:lumMod val="85000"/>
                </a:schemeClr>
              </a:solidFill>
              <a:latin typeface="+mn-lt"/>
              <a:ea typeface="+mn-ea"/>
              <a:cs typeface="+mn-ea"/>
              <a:sym typeface="+mn-lt"/>
            </a:endParaRPr>
          </a:p>
          <a:p>
            <a:pPr eaLnBrk="1" hangingPunct="1">
              <a:lnSpc>
                <a:spcPct val="150000"/>
              </a:lnSpc>
            </a:pPr>
            <a:r>
              <a:rPr sz="1400">
                <a:solidFill>
                  <a:schemeClr val="bg1">
                    <a:lumMod val="85000"/>
                  </a:schemeClr>
                </a:solidFill>
                <a:latin typeface="+mn-lt"/>
                <a:ea typeface="+mn-ea"/>
                <a:cs typeface="+mn-ea"/>
                <a:sym typeface="+mn-lt"/>
              </a:rPr>
              <a:t>   </a:t>
            </a:r>
            <a:r>
              <a:rPr sz="1400" lang="en-US">
                <a:solidFill>
                  <a:schemeClr val="bg1">
                    <a:lumMod val="85000"/>
                  </a:schemeClr>
                </a:solidFill>
                <a:latin typeface="+mn-lt"/>
                <a:ea typeface="+mn-ea"/>
                <a:cs typeface="+mn-ea"/>
                <a:sym typeface="+mn-lt"/>
              </a:rPr>
              <a:t>    </a:t>
            </a:r>
            <a:r>
              <a:rPr sz="1400">
                <a:solidFill>
                  <a:schemeClr val="bg1">
                    <a:lumMod val="85000"/>
                  </a:schemeClr>
                </a:solidFill>
                <a:latin typeface="+mn-lt"/>
                <a:ea typeface="+mn-ea"/>
                <a:cs typeface="+mn-ea"/>
                <a:sym typeface="+mn-lt"/>
              </a:rPr>
              <a:t> }</a:t>
            </a:r>
            <a:endParaRPr sz="1400">
              <a:solidFill>
                <a:schemeClr val="bg1">
                  <a:lumMod val="85000"/>
                </a:schemeClr>
              </a:solidFill>
              <a:latin typeface="+mn-lt"/>
              <a:ea typeface="+mn-ea"/>
              <a:cs typeface="+mn-ea"/>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645"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代码部分</a:t>
              </a:r>
              <a:endParaRPr altLang="en-US" b="1" dirty="0" sz="2800" lang="zh-CN">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47"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648"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64"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649" name="矩形 13"/>
          <p:cNvSpPr>
            <a:spLocks noChangeArrowheads="1"/>
          </p:cNvSpPr>
          <p:nvPr/>
        </p:nvSpPr>
        <p:spPr bwMode="auto">
          <a:xfrm>
            <a:off x="340162" y="1070469"/>
            <a:ext cx="5259628" cy="3710940"/>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dirty="0" sz="1600" lang="en-US">
                <a:solidFill>
                  <a:schemeClr val="bg1">
                    <a:lumMod val="85000"/>
                  </a:schemeClr>
                </a:solidFill>
                <a:latin typeface="+mn-lt"/>
                <a:ea typeface="+mn-ea"/>
                <a:cs typeface="+mn-ea"/>
                <a:sym typeface="+mn-lt"/>
              </a:rPr>
              <a:t> </a:t>
            </a:r>
            <a:r>
              <a:rPr sz="1600">
                <a:solidFill>
                  <a:schemeClr val="bg1">
                    <a:lumMod val="85000"/>
                  </a:schemeClr>
                </a:solidFill>
                <a:latin typeface="+mn-lt"/>
                <a:ea typeface="+mn-ea"/>
                <a:cs typeface="+mn-ea"/>
                <a:sym typeface="+mn-lt"/>
              </a:rPr>
              <a:t>for (int i = 0; i &lt; G-&gt;vex_num; i++)//对图赋初值</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for (int j = 0; j &lt; G-&gt;vex_num; j++)</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G-&gt;arc[i][j] = GRAPH_INFINTY;//初始皆为断开</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G-&gt;arc[i][i] = 0;//无自环</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a:t>
            </a:r>
            <a:endParaRPr sz="1600">
              <a:solidFill>
                <a:schemeClr val="bg1">
                  <a:lumMod val="85000"/>
                </a:schemeClr>
              </a:solidFill>
              <a:latin typeface="+mn-lt"/>
              <a:ea typeface="+mn-ea"/>
              <a:cs typeface="+mn-ea"/>
              <a:sym typeface="+mn-lt"/>
            </a:endParaRPr>
          </a:p>
          <a:p>
            <a:pPr eaLnBrk="1" hangingPunct="1">
              <a:lnSpc>
                <a:spcPct val="150000"/>
              </a:lnSpc>
            </a:pPr>
            <a:endParaRPr altLang="zh-CN" dirty="0" sz="1400" lang="en-US">
              <a:solidFill>
                <a:schemeClr val="bg1">
                  <a:lumMod val="85000"/>
                </a:schemeClr>
              </a:solidFill>
              <a:latin typeface="+mn-lt"/>
              <a:ea typeface="+mn-ea"/>
              <a:cs typeface="+mn-ea"/>
              <a:sym typeface="+mn-lt"/>
            </a:endParaRPr>
          </a:p>
          <a:p>
            <a:pPr eaLnBrk="1" hangingPunct="1">
              <a:lnSpc>
                <a:spcPct val="150000"/>
              </a:lnSpc>
            </a:pPr>
            <a:endParaRPr altLang="zh-CN" dirty="0" sz="1400" lang="en-US">
              <a:solidFill>
                <a:schemeClr val="bg1">
                  <a:lumMod val="85000"/>
                </a:schemeClr>
              </a:solidFill>
              <a:latin typeface="+mn-lt"/>
              <a:ea typeface="+mn-ea"/>
              <a:cs typeface="+mn-ea"/>
              <a:sym typeface="+mn-lt"/>
            </a:endParaRPr>
          </a:p>
          <a:p>
            <a:pPr eaLnBrk="1" hangingPunct="1">
              <a:lnSpc>
                <a:spcPct val="150000"/>
              </a:lnSpc>
            </a:pPr>
            <a:endParaRPr altLang="zh-CN" dirty="0" sz="1400" lang="en-US">
              <a:solidFill>
                <a:schemeClr val="bg1">
                  <a:lumMod val="85000"/>
                </a:schemeClr>
              </a:solidFill>
              <a:latin typeface="+mn-lt"/>
              <a:ea typeface="+mn-ea"/>
              <a:cs typeface="+mn-ea"/>
              <a:sym typeface="+mn-lt"/>
            </a:endParaRPr>
          </a:p>
        </p:txBody>
      </p:sp>
      <p:sp>
        <p:nvSpPr>
          <p:cNvPr id="1048650" name="文本框 4"/>
          <p:cNvSpPr txBox="1"/>
          <p:nvPr/>
        </p:nvSpPr>
        <p:spPr>
          <a:xfrm>
            <a:off x="5354320" y="1070610"/>
            <a:ext cx="6810375" cy="5234940"/>
          </a:xfrm>
          <a:prstGeom prst="rect"/>
          <a:noFill/>
        </p:spPr>
        <p:txBody>
          <a:bodyPr wrap="square">
            <a:spAutoFit/>
          </a:bodyPr>
          <a:p>
            <a:pPr eaLnBrk="1" hangingPunct="1">
              <a:lnSpc>
                <a:spcPct val="150000"/>
              </a:lnSpc>
            </a:pPr>
            <a:r>
              <a:rPr altLang="zh-CN" dirty="0" sz="1600" lang="en-US">
                <a:solidFill>
                  <a:schemeClr val="bg1">
                    <a:lumMod val="85000"/>
                  </a:schemeClr>
                </a:solidFill>
                <a:latin typeface="+mn-lt"/>
                <a:ea typeface="+mn-ea"/>
                <a:cs typeface="+mn-ea"/>
                <a:sym typeface="+mn-lt"/>
              </a:rPr>
              <a:t> </a:t>
            </a:r>
            <a:r>
              <a:rPr sz="1600">
                <a:solidFill>
                  <a:schemeClr val="bg1">
                    <a:lumMod val="85000"/>
                  </a:schemeClr>
                </a:solidFill>
                <a:latin typeface="+mn-lt"/>
                <a:ea typeface="+mn-ea"/>
                <a:cs typeface="+mn-ea"/>
                <a:sym typeface="+mn-lt"/>
              </a:rPr>
              <a:t>printf("\n已有边关系：\n");</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for (int i = 0;; i++)//读取文件获取边</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if (fscanf(fp, "%d %d %d", &amp;X, &amp;Y, &amp;W) == EOF)</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break;</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else</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//无向图邻接矩阵对称</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G-&gt;arc[X-1][Y-1] = W;</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G-&gt;arc[Y-1][X-1] = W;</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printf("节点\"%s\"-节点\"%s\"路径长度：%d\n",G-&gt;city_name[X - 1],G-&gt;city_name[Y - 1], G-&gt;arc[X - 1][Y - 1]);</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    }</a:t>
            </a:r>
            <a:endParaRPr sz="1600">
              <a:solidFill>
                <a:schemeClr val="bg1">
                  <a:lumMod val="85000"/>
                </a:schemeClr>
              </a:solidFill>
              <a:latin typeface="+mn-lt"/>
              <a:ea typeface="+mn-ea"/>
              <a:cs typeface="+mn-ea"/>
              <a:sym typeface="+mn-lt"/>
            </a:endParaRPr>
          </a:p>
          <a:p>
            <a:pPr eaLnBrk="1" hangingPunct="1">
              <a:lnSpc>
                <a:spcPct val="150000"/>
              </a:lnSpc>
            </a:pPr>
            <a:r>
              <a:rPr sz="1600">
                <a:solidFill>
                  <a:schemeClr val="bg1">
                    <a:lumMod val="85000"/>
                  </a:schemeClr>
                </a:solidFill>
                <a:latin typeface="+mn-lt"/>
                <a:ea typeface="+mn-ea"/>
                <a:cs typeface="+mn-ea"/>
                <a:sym typeface="+mn-lt"/>
              </a:rPr>
              <a:t>}</a:t>
            </a:r>
            <a:endParaRPr sz="1600">
              <a:solidFill>
                <a:schemeClr val="bg1">
                  <a:lumMod val="85000"/>
                </a:schemeClr>
              </a:solidFill>
              <a:latin typeface="+mn-lt"/>
              <a:ea typeface="+mn-ea"/>
              <a:cs typeface="+mn-ea"/>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grpSp>
        <p:nvGrpSpPr>
          <p:cNvPr id="95" name="组合 1"/>
          <p:cNvGrpSpPr/>
          <p:nvPr/>
        </p:nvGrpSpPr>
        <p:grpSpPr>
          <a:xfrm>
            <a:off x="335360" y="-315635"/>
            <a:ext cx="11928647" cy="7173635"/>
            <a:chOff x="263352" y="-315635"/>
            <a:chExt cx="11928647" cy="7173635"/>
          </a:xfrm>
        </p:grpSpPr>
        <p:pic>
          <p:nvPicPr>
            <p:cNvPr id="2097173"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711"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代码部分</a:t>
              </a:r>
              <a:endParaRPr altLang="en-US" b="1" dirty="0" sz="2800" lang="zh-CN">
                <a:solidFill>
                  <a:schemeClr val="bg1"/>
                </a:solidFill>
                <a:cs typeface="+mn-ea"/>
                <a:sym typeface="+mn-lt"/>
              </a:endParaRPr>
            </a:p>
          </p:txBody>
        </p:sp>
        <p:grpSp>
          <p:nvGrpSpPr>
            <p:cNvPr id="96" name="组合 40"/>
            <p:cNvGrpSpPr/>
            <p:nvPr/>
          </p:nvGrpSpPr>
          <p:grpSpPr>
            <a:xfrm rot="10800000" flipV="1">
              <a:off x="263352" y="984158"/>
              <a:ext cx="11745783" cy="45719"/>
              <a:chOff x="3182554" y="3904019"/>
              <a:chExt cx="5543625" cy="45719"/>
            </a:xfrm>
          </p:grpSpPr>
          <p:sp>
            <p:nvSpPr>
              <p:cNvPr id="1048712"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13"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14"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74"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715" name="矩形 13"/>
          <p:cNvSpPr>
            <a:spLocks noChangeArrowheads="1"/>
          </p:cNvSpPr>
          <p:nvPr/>
        </p:nvSpPr>
        <p:spPr bwMode="auto">
          <a:xfrm>
            <a:off x="476332" y="1158159"/>
            <a:ext cx="5259628" cy="3012440"/>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dirty="0" sz="1400">
                <a:solidFill>
                  <a:schemeClr val="bg1"/>
                </a:solidFill>
                <a:latin typeface="+mn-lt"/>
                <a:ea typeface="+mn-ea"/>
                <a:cs typeface="+mn-ea"/>
                <a:sym typeface="+mn-lt"/>
              </a:rPr>
              <a:t>void Dijkstra(struct Graph* G, int index)//Dijkstra算法核心 </a:t>
            </a:r>
            <a:endParaRPr dirty="0" sz="1400">
              <a:solidFill>
                <a:schemeClr val="bg1"/>
              </a:solidFill>
              <a:latin typeface="+mn-lt"/>
              <a:ea typeface="+mn-ea"/>
              <a:cs typeface="+mn-ea"/>
              <a:sym typeface="+mn-lt"/>
            </a:endParaRPr>
          </a:p>
          <a:p>
            <a:pPr eaLnBrk="1" hangingPunct="1">
              <a:lnSpc>
                <a:spcPct val="150000"/>
              </a:lnSpc>
            </a:pPr>
            <a:r>
              <a:rPr dirty="0" sz="1400">
                <a:solidFill>
                  <a:schemeClr val="bg1"/>
                </a:solidFill>
                <a:latin typeface="+mn-lt"/>
                <a:ea typeface="+mn-ea"/>
                <a:cs typeface="+mn-ea"/>
                <a:sym typeface="+mn-lt"/>
              </a:rPr>
              <a:t>{</a:t>
            </a:r>
            <a:endParaRPr dirty="0" sz="1400">
              <a:solidFill>
                <a:schemeClr val="bg1"/>
              </a:solidFill>
              <a:latin typeface="+mn-lt"/>
              <a:ea typeface="+mn-ea"/>
              <a:cs typeface="+mn-ea"/>
              <a:sym typeface="+mn-lt"/>
            </a:endParaRPr>
          </a:p>
          <a:p>
            <a:pPr eaLnBrk="1" hangingPunct="1">
              <a:lnSpc>
                <a:spcPct val="150000"/>
              </a:lnSpc>
            </a:pPr>
            <a:r>
              <a:rPr dirty="0" sz="1400">
                <a:solidFill>
                  <a:schemeClr val="bg1"/>
                </a:solidFill>
                <a:latin typeface="+mn-lt"/>
                <a:ea typeface="+mn-ea"/>
                <a:cs typeface="+mn-ea"/>
                <a:sym typeface="+mn-lt"/>
              </a:rPr>
              <a:t>    // 准备辅助数组</a:t>
            </a:r>
            <a:endParaRPr dirty="0" sz="1400">
              <a:solidFill>
                <a:schemeClr val="bg1"/>
              </a:solidFill>
              <a:latin typeface="+mn-lt"/>
              <a:ea typeface="+mn-ea"/>
              <a:cs typeface="+mn-ea"/>
              <a:sym typeface="+mn-lt"/>
            </a:endParaRPr>
          </a:p>
          <a:p>
            <a:pPr eaLnBrk="1" hangingPunct="1">
              <a:lnSpc>
                <a:spcPct val="150000"/>
              </a:lnSpc>
            </a:pPr>
            <a:r>
              <a:rPr dirty="0" sz="1400">
                <a:solidFill>
                  <a:schemeClr val="bg1"/>
                </a:solidFill>
                <a:latin typeface="+mn-lt"/>
                <a:ea typeface="+mn-ea"/>
                <a:cs typeface="+mn-ea"/>
                <a:sym typeface="+mn-lt"/>
              </a:rPr>
              <a:t>    int* s = (int*)malloc(sizeof(int) * G-&gt;vex_num);//s数组记录是否找到对应节点最短路径，1-找到、0未找到</a:t>
            </a:r>
            <a:endParaRPr dirty="0" sz="1400">
              <a:solidFill>
                <a:schemeClr val="bg1"/>
              </a:solidFill>
              <a:latin typeface="+mn-lt"/>
              <a:ea typeface="+mn-ea"/>
              <a:cs typeface="+mn-ea"/>
              <a:sym typeface="+mn-lt"/>
            </a:endParaRPr>
          </a:p>
          <a:p>
            <a:pPr eaLnBrk="1" hangingPunct="1">
              <a:lnSpc>
                <a:spcPct val="150000"/>
              </a:lnSpc>
            </a:pPr>
            <a:r>
              <a:rPr dirty="0" sz="1400">
                <a:solidFill>
                  <a:schemeClr val="bg1"/>
                </a:solidFill>
                <a:latin typeface="+mn-lt"/>
                <a:ea typeface="+mn-ea"/>
                <a:cs typeface="+mn-ea"/>
                <a:sym typeface="+mn-lt"/>
              </a:rPr>
              <a:t>    int* p = (int*)malloc(sizeof(int) * G-&gt;vex_num);//p数组记录当前节点的前驱节点</a:t>
            </a:r>
            <a:endParaRPr dirty="0" sz="1400">
              <a:solidFill>
                <a:schemeClr val="bg1"/>
              </a:solidFill>
              <a:latin typeface="+mn-lt"/>
              <a:ea typeface="+mn-ea"/>
              <a:cs typeface="+mn-ea"/>
              <a:sym typeface="+mn-lt"/>
            </a:endParaRPr>
          </a:p>
          <a:p>
            <a:pPr eaLnBrk="1" hangingPunct="1">
              <a:lnSpc>
                <a:spcPct val="150000"/>
              </a:lnSpc>
            </a:pPr>
            <a:r>
              <a:rPr dirty="0" sz="1400">
                <a:solidFill>
                  <a:schemeClr val="bg1"/>
                </a:solidFill>
                <a:latin typeface="+mn-lt"/>
                <a:ea typeface="+mn-ea"/>
                <a:cs typeface="+mn-ea"/>
                <a:sym typeface="+mn-lt"/>
              </a:rPr>
              <a:t>    int* d = (int*)malloc(sizeof(int) * G-&gt;vex_num);//d数组记录最初节点到当前节点的路径长度</a:t>
            </a:r>
            <a:endParaRPr dirty="0" sz="1400">
              <a:solidFill>
                <a:schemeClr val="bg1"/>
              </a:solidFill>
              <a:latin typeface="+mn-lt"/>
              <a:ea typeface="+mn-ea"/>
              <a:cs typeface="+mn-ea"/>
              <a:sym typeface="+mn-lt"/>
            </a:endParaRPr>
          </a:p>
          <a:p>
            <a:pPr eaLnBrk="1" hangingPunct="1">
              <a:lnSpc>
                <a:spcPct val="150000"/>
              </a:lnSpc>
            </a:pPr>
            <a:r>
              <a:rPr dirty="0" sz="1400">
                <a:solidFill>
                  <a:schemeClr val="bg1"/>
                </a:solidFill>
                <a:latin typeface="+mn-lt"/>
                <a:ea typeface="+mn-ea"/>
                <a:cs typeface="+mn-ea"/>
                <a:sym typeface="+mn-lt"/>
              </a:rPr>
              <a:t>    int cityNow = index;//保存源节点位置</a:t>
            </a:r>
            <a:endParaRPr dirty="0" sz="1400">
              <a:solidFill>
                <a:schemeClr val="bg1"/>
              </a:solidFill>
              <a:latin typeface="+mn-lt"/>
              <a:ea typeface="+mn-ea"/>
              <a:cs typeface="+mn-ea"/>
              <a:sym typeface="+mn-lt"/>
            </a:endParaRPr>
          </a:p>
        </p:txBody>
      </p:sp>
      <p:sp>
        <p:nvSpPr>
          <p:cNvPr id="1048716" name="文本框 7"/>
          <p:cNvSpPr txBox="1"/>
          <p:nvPr/>
        </p:nvSpPr>
        <p:spPr>
          <a:xfrm>
            <a:off x="5813053" y="1268760"/>
            <a:ext cx="6132352" cy="4282440"/>
          </a:xfrm>
          <a:prstGeom prst="rect"/>
          <a:noFill/>
        </p:spPr>
        <p:txBody>
          <a:bodyPr wrap="square">
            <a:spAutoFit/>
          </a:bodyPr>
          <a:p>
            <a:r>
              <a:rPr altLang="en-US" dirty="0" sz="1400" lang="zh-CN">
                <a:solidFill>
                  <a:schemeClr val="bg1"/>
                </a:solidFill>
              </a:rPr>
              <a:t>// 初始化辅助数组</a:t>
            </a:r>
            <a:endParaRPr altLang="en-US" dirty="0" sz="1400" lang="zh-CN">
              <a:solidFill>
                <a:schemeClr val="bg1"/>
              </a:solidFill>
            </a:endParaRPr>
          </a:p>
          <a:p>
            <a:r>
              <a:rPr altLang="en-US" dirty="0" sz="1400" lang="zh-CN">
                <a:solidFill>
                  <a:schemeClr val="bg1"/>
                </a:solidFill>
              </a:rPr>
              <a:t>    for (int i = 0; i &lt; G-&gt;vex_num; i++) </a:t>
            </a:r>
            <a:endParaRPr altLang="en-US" dirty="0" sz="1400" lang="zh-CN">
              <a:solidFill>
                <a:schemeClr val="bg1"/>
              </a:solidFill>
            </a:endParaRPr>
          </a:p>
          <a:p>
            <a:r>
              <a:rPr altLang="en-US" dirty="0" sz="1400" lang="zh-CN">
                <a:solidFill>
                  <a:schemeClr val="bg1"/>
                </a:solidFill>
              </a:rPr>
              <a:t>    {</a:t>
            </a:r>
            <a:endParaRPr altLang="en-US" dirty="0" sz="1400" lang="zh-CN">
              <a:solidFill>
                <a:schemeClr val="bg1"/>
              </a:solidFill>
            </a:endParaRPr>
          </a:p>
          <a:p>
            <a:r>
              <a:rPr altLang="en-US" dirty="0" sz="1400" lang="zh-CN">
                <a:solidFill>
                  <a:schemeClr val="bg1"/>
                </a:solidFill>
              </a:rPr>
              <a:t>        if (G-&gt;arc[index][i] &gt; 0 &amp;&amp; G-&gt;arc[index][i] != GRAPH_INFINTY)//非自身且非断路</a:t>
            </a:r>
            <a:endParaRPr altLang="en-US" dirty="0" sz="1400" lang="zh-CN">
              <a:solidFill>
                <a:schemeClr val="bg1"/>
              </a:solidFill>
            </a:endParaRPr>
          </a:p>
          <a:p>
            <a:r>
              <a:rPr altLang="en-US" dirty="0" sz="1400" lang="zh-CN">
                <a:solidFill>
                  <a:schemeClr val="bg1"/>
                </a:solidFill>
              </a:rPr>
              <a:t>        {</a:t>
            </a:r>
            <a:endParaRPr altLang="en-US" dirty="0" sz="1400" lang="zh-CN">
              <a:solidFill>
                <a:schemeClr val="bg1"/>
              </a:solidFill>
            </a:endParaRPr>
          </a:p>
          <a:p>
            <a:r>
              <a:rPr altLang="en-US" dirty="0" sz="1400" lang="zh-CN">
                <a:solidFill>
                  <a:schemeClr val="bg1"/>
                </a:solidFill>
              </a:rPr>
              <a:t>            d[i] = G-&gt;arc[index][i];//初始化路径长度</a:t>
            </a:r>
            <a:endParaRPr altLang="en-US" dirty="0" sz="1400" lang="zh-CN">
              <a:solidFill>
                <a:schemeClr val="bg1"/>
              </a:solidFill>
            </a:endParaRPr>
          </a:p>
          <a:p>
            <a:r>
              <a:rPr altLang="en-US" dirty="0" sz="1400" lang="zh-CN">
                <a:solidFill>
                  <a:schemeClr val="bg1"/>
                </a:solidFill>
              </a:rPr>
              <a:t>            p[i] = index;//初始化前驱</a:t>
            </a:r>
            <a:endParaRPr altLang="en-US" dirty="0" sz="1400" lang="zh-CN">
              <a:solidFill>
                <a:schemeClr val="bg1"/>
              </a:solidFill>
            </a:endParaRPr>
          </a:p>
          <a:p>
            <a:r>
              <a:rPr altLang="en-US" dirty="0" sz="1400" lang="zh-CN">
                <a:solidFill>
                  <a:schemeClr val="bg1"/>
                </a:solidFill>
              </a:rPr>
              <a:t>        }</a:t>
            </a:r>
            <a:endParaRPr altLang="en-US" dirty="0" sz="1400" lang="zh-CN">
              <a:solidFill>
                <a:schemeClr val="bg1"/>
              </a:solidFill>
            </a:endParaRPr>
          </a:p>
          <a:p>
            <a:r>
              <a:rPr altLang="en-US" dirty="0" sz="1400" lang="zh-CN">
                <a:solidFill>
                  <a:schemeClr val="bg1"/>
                </a:solidFill>
              </a:rPr>
              <a:t>        else </a:t>
            </a:r>
            <a:endParaRPr altLang="en-US" dirty="0" sz="1400" lang="zh-CN">
              <a:solidFill>
                <a:schemeClr val="bg1"/>
              </a:solidFill>
            </a:endParaRPr>
          </a:p>
          <a:p>
            <a:r>
              <a:rPr altLang="en-US" dirty="0" sz="1400" lang="zh-CN">
                <a:solidFill>
                  <a:schemeClr val="bg1"/>
                </a:solidFill>
              </a:rPr>
              <a:t>        {</a:t>
            </a:r>
            <a:endParaRPr altLang="en-US" dirty="0" sz="1400" lang="zh-CN">
              <a:solidFill>
                <a:schemeClr val="bg1"/>
              </a:solidFill>
            </a:endParaRPr>
          </a:p>
          <a:p>
            <a:r>
              <a:rPr altLang="en-US" dirty="0" sz="1400" lang="zh-CN">
                <a:solidFill>
                  <a:schemeClr val="bg1"/>
                </a:solidFill>
              </a:rPr>
              <a:t>            d[i] = GRAPH_INFINTY;</a:t>
            </a:r>
            <a:endParaRPr altLang="en-US" dirty="0" sz="1400" lang="zh-CN">
              <a:solidFill>
                <a:schemeClr val="bg1"/>
              </a:solidFill>
            </a:endParaRPr>
          </a:p>
          <a:p>
            <a:r>
              <a:rPr altLang="en-US" dirty="0" sz="1400" lang="zh-CN">
                <a:solidFill>
                  <a:schemeClr val="bg1"/>
                </a:solidFill>
              </a:rPr>
              <a:t>            p[i] = -1;//-1表示</a:t>
            </a:r>
            <a:r>
              <a:rPr altLang="en-US" dirty="0" sz="1400" lang="zh-CN">
                <a:solidFill>
                  <a:schemeClr val="bg1"/>
                </a:solidFill>
              </a:rPr>
              <a:t>前驱无节点</a:t>
            </a:r>
            <a:endParaRPr altLang="en-US" dirty="0" sz="1400" lang="zh-CN">
              <a:solidFill>
                <a:schemeClr val="bg1"/>
              </a:solidFill>
            </a:endParaRPr>
          </a:p>
          <a:p>
            <a:r>
              <a:rPr altLang="en-US" dirty="0" sz="1400" lang="zh-CN">
                <a:solidFill>
                  <a:schemeClr val="bg1"/>
                </a:solidFill>
              </a:rPr>
              <a:t>        }</a:t>
            </a:r>
            <a:endParaRPr altLang="en-US" dirty="0" sz="1400" lang="zh-CN">
              <a:solidFill>
                <a:schemeClr val="bg1"/>
              </a:solidFill>
            </a:endParaRPr>
          </a:p>
          <a:p>
            <a:r>
              <a:rPr altLang="en-US" dirty="0" sz="1400" lang="zh-CN">
                <a:solidFill>
                  <a:schemeClr val="bg1"/>
                </a:solidFill>
              </a:rPr>
              <a:t>        if (i == index) </a:t>
            </a:r>
            <a:r>
              <a:rPr altLang="zh-CN" dirty="0" sz="1400" lang="en-US">
                <a:solidFill>
                  <a:schemeClr val="bg1"/>
                </a:solidFill>
              </a:rPr>
              <a:t>//</a:t>
            </a:r>
            <a:r>
              <a:rPr altLang="en-US" dirty="0" sz="1400" lang="zh-CN">
                <a:solidFill>
                  <a:schemeClr val="bg1"/>
                </a:solidFill>
              </a:rPr>
              <a:t>源节点</a:t>
            </a:r>
            <a:r>
              <a:rPr altLang="en-US" dirty="0" sz="1400" lang="zh-CN">
                <a:solidFill>
                  <a:schemeClr val="bg1"/>
                </a:solidFill>
              </a:rPr>
              <a:t>自身</a:t>
            </a:r>
            <a:endParaRPr altLang="en-US" dirty="0" sz="1400" lang="zh-CN">
              <a:solidFill>
                <a:schemeClr val="bg1"/>
              </a:solidFill>
            </a:endParaRPr>
          </a:p>
          <a:p>
            <a:r>
              <a:rPr altLang="en-US" dirty="0" sz="1400" lang="zh-CN">
                <a:solidFill>
                  <a:schemeClr val="bg1"/>
                </a:solidFill>
              </a:rPr>
              <a:t>        {</a:t>
            </a:r>
            <a:endParaRPr altLang="en-US" dirty="0" sz="1400" lang="zh-CN">
              <a:solidFill>
                <a:schemeClr val="bg1"/>
              </a:solidFill>
            </a:endParaRPr>
          </a:p>
          <a:p>
            <a:r>
              <a:rPr altLang="en-US" dirty="0" sz="1400" lang="zh-CN">
                <a:solidFill>
                  <a:schemeClr val="bg1"/>
                </a:solidFill>
              </a:rPr>
              <a:t>            s[i] = 1;//源节点</a:t>
            </a:r>
            <a:r>
              <a:rPr altLang="en-US" dirty="0" sz="1400" lang="zh-CN">
                <a:solidFill>
                  <a:schemeClr val="bg1"/>
                </a:solidFill>
              </a:rPr>
              <a:t>即为最近路径必经节点，赋1</a:t>
            </a:r>
            <a:endParaRPr altLang="en-US" dirty="0" sz="1400" lang="zh-CN">
              <a:solidFill>
                <a:schemeClr val="bg1"/>
              </a:solidFill>
            </a:endParaRPr>
          </a:p>
          <a:p>
            <a:r>
              <a:rPr altLang="en-US" dirty="0" sz="1400" lang="zh-CN">
                <a:solidFill>
                  <a:schemeClr val="bg1"/>
                </a:solidFill>
              </a:rPr>
              <a:t>            d[i] = 0;//路径长度0</a:t>
            </a:r>
            <a:endParaRPr altLang="en-US" dirty="0" sz="1400" lang="zh-CN">
              <a:solidFill>
                <a:schemeClr val="bg1"/>
              </a:solidFill>
            </a:endParaRPr>
          </a:p>
          <a:p>
            <a:r>
              <a:rPr altLang="en-US" dirty="0" sz="1400" lang="zh-CN">
                <a:solidFill>
                  <a:schemeClr val="bg1"/>
                </a:solidFill>
              </a:rPr>
              <a:t>        }</a:t>
            </a:r>
            <a:endParaRPr altLang="en-US" dirty="0" sz="1400" lang="zh-CN">
              <a:solidFill>
                <a:schemeClr val="bg1"/>
              </a:solidFill>
            </a:endParaRPr>
          </a:p>
          <a:p>
            <a:r>
              <a:rPr altLang="en-US" dirty="0" sz="1400" lang="zh-CN">
                <a:solidFill>
                  <a:schemeClr val="bg1"/>
                </a:solidFill>
              </a:rPr>
              <a:t>        else</a:t>
            </a:r>
            <a:endParaRPr altLang="en-US" dirty="0" sz="1400" lang="zh-CN">
              <a:solidFill>
                <a:schemeClr val="bg1"/>
              </a:solidFill>
            </a:endParaRPr>
          </a:p>
          <a:p>
            <a:r>
              <a:rPr altLang="en-US" dirty="0" sz="1400" lang="zh-CN">
                <a:solidFill>
                  <a:schemeClr val="bg1"/>
                </a:solidFill>
              </a:rPr>
              <a:t>            s[i] = 0;//其余节点</a:t>
            </a:r>
            <a:r>
              <a:rPr altLang="en-US" dirty="0" sz="1400" lang="zh-CN">
                <a:solidFill>
                  <a:schemeClr val="bg1"/>
                </a:solidFill>
              </a:rPr>
              <a:t>未确定最短路径，赋0</a:t>
            </a:r>
            <a:endParaRPr altLang="en-US" dirty="0" sz="1400" lang="zh-CN">
              <a:solidFill>
                <a:schemeClr val="bg1"/>
              </a:solidFill>
            </a:endParaRPr>
          </a:p>
          <a:p>
            <a:r>
              <a:rPr altLang="en-US" dirty="0" sz="1400" lang="zh-CN">
                <a:solidFill>
                  <a:schemeClr val="bg1"/>
                </a:solidFill>
              </a:rPr>
              <a:t>    }</a:t>
            </a:r>
            <a:endParaRPr altLang="en-US" dirty="0" sz="1400" lang="zh-CN">
              <a:solidFill>
                <a:schemeClr val="bg1"/>
              </a:solidFill>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grpSp>
        <p:nvGrpSpPr>
          <p:cNvPr id="100" name="组合 1"/>
          <p:cNvGrpSpPr/>
          <p:nvPr/>
        </p:nvGrpSpPr>
        <p:grpSpPr>
          <a:xfrm>
            <a:off x="335360" y="-315635"/>
            <a:ext cx="11928647" cy="7173635"/>
            <a:chOff x="263352" y="-315635"/>
            <a:chExt cx="11928647" cy="7173635"/>
          </a:xfrm>
        </p:grpSpPr>
        <p:pic>
          <p:nvPicPr>
            <p:cNvPr id="2097175"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720"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代码部分</a:t>
              </a:r>
              <a:endParaRPr altLang="en-US" b="1" dirty="0" sz="2800" lang="zh-CN">
                <a:solidFill>
                  <a:schemeClr val="bg1"/>
                </a:solidFill>
                <a:cs typeface="+mn-ea"/>
                <a:sym typeface="+mn-lt"/>
              </a:endParaRPr>
            </a:p>
          </p:txBody>
        </p:sp>
        <p:grpSp>
          <p:nvGrpSpPr>
            <p:cNvPr id="101" name="组合 40"/>
            <p:cNvGrpSpPr/>
            <p:nvPr/>
          </p:nvGrpSpPr>
          <p:grpSpPr>
            <a:xfrm rot="10800000" flipV="1">
              <a:off x="263352" y="984158"/>
              <a:ext cx="11745783" cy="45719"/>
              <a:chOff x="3182554" y="3904019"/>
              <a:chExt cx="5543625" cy="45719"/>
            </a:xfrm>
          </p:grpSpPr>
          <p:sp>
            <p:nvSpPr>
              <p:cNvPr id="1048721"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22"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23"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76"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724" name="矩形 13"/>
          <p:cNvSpPr>
            <a:spLocks noChangeArrowheads="1"/>
          </p:cNvSpPr>
          <p:nvPr/>
        </p:nvSpPr>
        <p:spPr bwMode="auto">
          <a:xfrm>
            <a:off x="478872" y="1052114"/>
            <a:ext cx="11884364" cy="4765040"/>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sz="1400" lang="en-US">
                <a:solidFill>
                  <a:schemeClr val="bg1"/>
                </a:solidFill>
                <a:latin typeface="+mn-lt"/>
                <a:ea typeface="+mn-ea"/>
                <a:cs typeface="+mn-ea"/>
                <a:sym typeface="+mn-lt"/>
              </a:rPr>
              <a:t>//寻找到各节点的最短路径</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for (int i = 0; i &lt; G-&gt;vex_num - 1; i++)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index = getMin(d, s, G);</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s[index] = 1;//找到当前节点的最短路径</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for (int j = 0; j &lt; G-&gt;vex_num; j++)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if (s[j] == 0 &amp;&amp; d[index] + G-&gt;arc[index][j] &lt; d[j])//未</a:t>
            </a:r>
            <a:r>
              <a:rPr altLang="en-US" sz="1400" lang="zh-CN">
                <a:solidFill>
                  <a:schemeClr val="bg1"/>
                </a:solidFill>
                <a:latin typeface="+mn-lt"/>
                <a:ea typeface="+mn-ea"/>
                <a:cs typeface="+mn-ea"/>
                <a:sym typeface="+mn-lt"/>
              </a:rPr>
              <a:t>确定</a:t>
            </a:r>
            <a:r>
              <a:rPr altLang="zh-CN" sz="1400" lang="en-US">
                <a:solidFill>
                  <a:schemeClr val="bg1"/>
                </a:solidFill>
                <a:latin typeface="+mn-lt"/>
                <a:ea typeface="+mn-ea"/>
                <a:cs typeface="+mn-ea"/>
                <a:sym typeface="+mn-lt"/>
              </a:rPr>
              <a:t>最短路径且当前路径长度小于已有路径，更新信息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d[j] = d[index] + G-&gt;arc[index][j];//更新路径长度</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p[j] = index;//</a:t>
            </a:r>
            <a:r>
              <a:rPr altLang="en-US" sz="1400" lang="zh-CN">
                <a:solidFill>
                  <a:schemeClr val="bg1"/>
                </a:solidFill>
                <a:latin typeface="+mn-lt"/>
                <a:ea typeface="+mn-ea"/>
                <a:cs typeface="+mn-ea"/>
                <a:sym typeface="+mn-lt"/>
              </a:rPr>
              <a:t>更新</a:t>
            </a:r>
            <a:r>
              <a:rPr altLang="zh-CN" sz="1400" lang="en-US">
                <a:solidFill>
                  <a:schemeClr val="bg1"/>
                </a:solidFill>
                <a:latin typeface="+mn-lt"/>
                <a:ea typeface="+mn-ea"/>
                <a:cs typeface="+mn-ea"/>
                <a:sym typeface="+mn-lt"/>
              </a:rPr>
              <a:t>前驱</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printDijkstra(cityNow,s,p, d, G);</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a:t>
            </a:r>
            <a:endParaRPr altLang="zh-CN" sz="1400" lang="en-US">
              <a:solidFill>
                <a:schemeClr val="bg1"/>
              </a:solidFill>
              <a:latin typeface="+mn-lt"/>
              <a:ea typeface="+mn-ea"/>
              <a:cs typeface="+mn-ea"/>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grpSp>
        <p:nvGrpSpPr>
          <p:cNvPr id="105" name="组合 1"/>
          <p:cNvGrpSpPr/>
          <p:nvPr/>
        </p:nvGrpSpPr>
        <p:grpSpPr>
          <a:xfrm>
            <a:off x="263352" y="-315635"/>
            <a:ext cx="11928647" cy="7173635"/>
            <a:chOff x="263352" y="-315635"/>
            <a:chExt cx="11928647" cy="7173635"/>
          </a:xfrm>
        </p:grpSpPr>
        <p:pic>
          <p:nvPicPr>
            <p:cNvPr id="2097177"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728"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代码部分</a:t>
              </a:r>
              <a:endParaRPr altLang="en-US" b="1" dirty="0" sz="2800" lang="zh-CN">
                <a:solidFill>
                  <a:schemeClr val="bg1"/>
                </a:solidFill>
                <a:cs typeface="+mn-ea"/>
                <a:sym typeface="+mn-lt"/>
              </a:endParaRPr>
            </a:p>
          </p:txBody>
        </p:sp>
        <p:grpSp>
          <p:nvGrpSpPr>
            <p:cNvPr id="106" name="组合 40"/>
            <p:cNvGrpSpPr/>
            <p:nvPr/>
          </p:nvGrpSpPr>
          <p:grpSpPr>
            <a:xfrm rot="10800000" flipV="1">
              <a:off x="263352" y="984158"/>
              <a:ext cx="11745783" cy="45719"/>
              <a:chOff x="3182554" y="3904019"/>
              <a:chExt cx="5543625" cy="45719"/>
            </a:xfrm>
          </p:grpSpPr>
          <p:sp>
            <p:nvSpPr>
              <p:cNvPr id="1048729"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30"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31"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78"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732" name="矩形 13"/>
          <p:cNvSpPr>
            <a:spLocks noChangeArrowheads="1"/>
          </p:cNvSpPr>
          <p:nvPr/>
        </p:nvSpPr>
        <p:spPr bwMode="auto">
          <a:xfrm>
            <a:off x="335280" y="1052195"/>
            <a:ext cx="7780020" cy="4472940"/>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sz="1400" lang="en-US">
                <a:solidFill>
                  <a:schemeClr val="bg1">
                    <a:lumMod val="85000"/>
                  </a:schemeClr>
                </a:solidFill>
                <a:latin typeface="+mn-lt"/>
                <a:ea typeface="+mn-ea"/>
                <a:cs typeface="+mn-ea"/>
                <a:sym typeface="+mn-lt"/>
              </a:rPr>
              <a:t>int getMin(int* d, int* s, struct Graph* G) //获取最短路径函数（Dijkstra算法辅助函数1）</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int min = GRAPH_INFINTY;</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int index;</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for (int i = 0; i &lt; G-&gt;vex_num; i++) </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if (s[i] == 0 &amp;&amp; d[i] &lt; min)//未确定节点最短路径且当前路径小于已有路径长度最小值 </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//更新min与索引</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min = d[i];</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index = i;</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    return index;</a:t>
            </a:r>
            <a:endParaRPr altLang="zh-CN" sz="1400" lang="en-US">
              <a:solidFill>
                <a:schemeClr val="bg1">
                  <a:lumMod val="85000"/>
                </a:schemeClr>
              </a:solidFill>
              <a:latin typeface="+mn-lt"/>
              <a:ea typeface="+mn-ea"/>
              <a:cs typeface="+mn-ea"/>
              <a:sym typeface="+mn-lt"/>
            </a:endParaRPr>
          </a:p>
          <a:p>
            <a:pPr eaLnBrk="1" hangingPunct="1">
              <a:lnSpc>
                <a:spcPct val="150000"/>
              </a:lnSpc>
            </a:pPr>
            <a:r>
              <a:rPr altLang="zh-CN" sz="1400" lang="en-US">
                <a:solidFill>
                  <a:schemeClr val="bg1">
                    <a:lumMod val="85000"/>
                  </a:schemeClr>
                </a:solidFill>
                <a:latin typeface="+mn-lt"/>
                <a:ea typeface="+mn-ea"/>
                <a:cs typeface="+mn-ea"/>
                <a:sym typeface="+mn-lt"/>
              </a:rPr>
              <a:t>}</a:t>
            </a:r>
            <a:endParaRPr altLang="zh-CN" sz="1400" lang="en-US">
              <a:solidFill>
                <a:schemeClr val="bg1">
                  <a:lumMod val="85000"/>
                </a:schemeClr>
              </a:solidFill>
              <a:latin typeface="+mn-lt"/>
              <a:ea typeface="+mn-ea"/>
              <a:cs typeface="+mn-ea"/>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grpSp>
        <p:nvGrpSpPr>
          <p:cNvPr id="110" name="组合 1"/>
          <p:cNvGrpSpPr/>
          <p:nvPr/>
        </p:nvGrpSpPr>
        <p:grpSpPr>
          <a:xfrm>
            <a:off x="263352" y="-315635"/>
            <a:ext cx="11928647" cy="7173635"/>
            <a:chOff x="263352" y="-315635"/>
            <a:chExt cx="11928647" cy="7173635"/>
          </a:xfrm>
        </p:grpSpPr>
        <p:pic>
          <p:nvPicPr>
            <p:cNvPr id="2097179"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736"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代码部分</a:t>
              </a:r>
              <a:endParaRPr altLang="en-US" b="1" dirty="0" sz="2800" lang="zh-CN">
                <a:solidFill>
                  <a:schemeClr val="bg1"/>
                </a:solidFill>
                <a:cs typeface="+mn-ea"/>
                <a:sym typeface="+mn-lt"/>
              </a:endParaRPr>
            </a:p>
          </p:txBody>
        </p:sp>
        <p:grpSp>
          <p:nvGrpSpPr>
            <p:cNvPr id="111" name="组合 40"/>
            <p:cNvGrpSpPr/>
            <p:nvPr/>
          </p:nvGrpSpPr>
          <p:grpSpPr>
            <a:xfrm rot="10800000" flipV="1">
              <a:off x="263352" y="984158"/>
              <a:ext cx="11745783" cy="45719"/>
              <a:chOff x="3182554" y="3904019"/>
              <a:chExt cx="5543625" cy="45719"/>
            </a:xfrm>
          </p:grpSpPr>
          <p:sp>
            <p:nvSpPr>
              <p:cNvPr id="1048737"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38"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39"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80"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740" name="矩形 13"/>
          <p:cNvSpPr>
            <a:spLocks noChangeArrowheads="1"/>
          </p:cNvSpPr>
          <p:nvPr/>
        </p:nvSpPr>
        <p:spPr bwMode="auto">
          <a:xfrm>
            <a:off x="476332" y="1158159"/>
            <a:ext cx="5259628" cy="4765040"/>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a:solidFill>
                  <a:schemeClr val="bg1"/>
                </a:solidFill>
                <a:latin typeface="+mn-lt"/>
                <a:ea typeface="+mn-ea"/>
                <a:cs typeface="+mn-ea"/>
                <a:sym typeface="+mn-lt"/>
              </a:rPr>
              <a:t>void printDijkstra(int cityNow, int* s, int* p, int* d, struct Graph* G)//Dijkstra算法信息输出函数（Dijkstra算法辅助函数2）</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int* fd = (int*)malloc(sizeof(int) * G-&gt;vex_num);//生成动态数组，保存下标序列，便于输出信息</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int pos;//哨兵，记录当前位置前驱</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printf("\n节点%d%s",cityNow+1, G-&gt;city_name[cityNow]);</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printf("到各节点信息：\n");</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for (int i = 0; i &lt; G-&gt;vex_num; i++)</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if (i == cityNow)//忽略自环</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continue;</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pos = p[i];//记录前驱</a:t>
            </a:r>
            <a:endParaRPr sz="1400">
              <a:solidFill>
                <a:schemeClr val="bg1"/>
              </a:solidFill>
              <a:latin typeface="+mn-lt"/>
              <a:ea typeface="+mn-ea"/>
              <a:cs typeface="+mn-ea"/>
              <a:sym typeface="+mn-lt"/>
            </a:endParaRPr>
          </a:p>
          <a:p>
            <a:pPr eaLnBrk="1" hangingPunct="1">
              <a:lnSpc>
                <a:spcPct val="150000"/>
              </a:lnSpc>
            </a:pPr>
            <a:r>
              <a:rPr sz="1400">
                <a:solidFill>
                  <a:schemeClr val="bg1"/>
                </a:solidFill>
                <a:latin typeface="+mn-lt"/>
                <a:ea typeface="+mn-ea"/>
                <a:cs typeface="+mn-ea"/>
                <a:sym typeface="+mn-lt"/>
              </a:rPr>
              <a:t>        printf("节点\"%s\"-节点\"%s\"最短路径长度：%d\n路径：", G-&gt;city_name[cityNow], G-&gt;city_name[i], d[i]);</a:t>
            </a:r>
            <a:endParaRPr sz="1400">
              <a:solidFill>
                <a:schemeClr val="bg1"/>
              </a:solidFill>
              <a:latin typeface="+mn-lt"/>
              <a:ea typeface="+mn-ea"/>
              <a:cs typeface="+mn-ea"/>
              <a:sym typeface="+mn-lt"/>
            </a:endParaRPr>
          </a:p>
          <a:p>
            <a:pPr eaLnBrk="1" hangingPunct="1">
              <a:lnSpc>
                <a:spcPct val="150000"/>
              </a:lnSpc>
            </a:pPr>
            <a:endParaRPr altLang="zh-CN" dirty="0" sz="1400" lang="en-US">
              <a:solidFill>
                <a:schemeClr val="bg1">
                  <a:lumMod val="85000"/>
                </a:schemeClr>
              </a:solidFill>
              <a:latin typeface="+mn-lt"/>
              <a:ea typeface="+mn-ea"/>
              <a:cs typeface="+mn-ea"/>
              <a:sym typeface="+mn-lt"/>
            </a:endParaRPr>
          </a:p>
        </p:txBody>
      </p:sp>
      <p:sp>
        <p:nvSpPr>
          <p:cNvPr id="1048741" name="文本框 4"/>
          <p:cNvSpPr txBox="1"/>
          <p:nvPr/>
        </p:nvSpPr>
        <p:spPr>
          <a:xfrm>
            <a:off x="6600056" y="1147071"/>
            <a:ext cx="6096000" cy="4765040"/>
          </a:xfrm>
          <a:prstGeom prst="rect"/>
          <a:noFill/>
        </p:spPr>
        <p:txBody>
          <a:bodyPr wrap="square">
            <a:spAutoFit/>
          </a:bodyPr>
          <a:p>
            <a:pPr eaLnBrk="1" hangingPunct="1">
              <a:lnSpc>
                <a:spcPct val="150000"/>
              </a:lnSpc>
            </a:pPr>
            <a:r>
              <a:rPr altLang="zh-CN" sz="1400" lang="en-US">
                <a:solidFill>
                  <a:schemeClr val="bg1"/>
                </a:solidFill>
                <a:latin typeface="+mn-lt"/>
                <a:ea typeface="+mn-ea"/>
                <a:cs typeface="+mn-ea"/>
                <a:sym typeface="+mn-lt"/>
              </a:rPr>
              <a:t>for (int j = 0; j &lt; G-&gt;vex_num; j++)</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fd[j] = pos;//将前驱写入序列</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pos = p[pos];//更新位置，写入新的前驱</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if (pos == -1)//到源节点时进行输出</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for (; j &gt;= 0; j--)//将路径正序输出</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printf("%s-&gt;", G-&gt;city_name[fd[j]]);</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printf("%s\n", G-&gt;city_name[i]);</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break;</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    }</a:t>
            </a:r>
            <a:endParaRPr altLang="zh-CN" sz="1400" lang="en-US">
              <a:solidFill>
                <a:schemeClr val="bg1"/>
              </a:solidFill>
              <a:latin typeface="+mn-lt"/>
              <a:ea typeface="+mn-ea"/>
              <a:cs typeface="+mn-ea"/>
              <a:sym typeface="+mn-lt"/>
            </a:endParaRPr>
          </a:p>
          <a:p>
            <a:pPr eaLnBrk="1" hangingPunct="1">
              <a:lnSpc>
                <a:spcPct val="150000"/>
              </a:lnSpc>
            </a:pPr>
            <a:r>
              <a:rPr altLang="zh-CN" sz="1400" lang="en-US">
                <a:solidFill>
                  <a:schemeClr val="bg1"/>
                </a:solidFill>
                <a:latin typeface="+mn-lt"/>
                <a:ea typeface="+mn-ea"/>
                <a:cs typeface="+mn-ea"/>
                <a:sym typeface="+mn-lt"/>
              </a:rPr>
              <a:t>}</a:t>
            </a:r>
            <a:endParaRPr altLang="zh-CN" sz="1400" lang="en-US">
              <a:solidFill>
                <a:schemeClr val="bg1"/>
              </a:solidFill>
              <a:latin typeface="+mn-lt"/>
              <a:ea typeface="+mn-ea"/>
              <a:cs typeface="+mn-ea"/>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grpSp>
        <p:nvGrpSpPr>
          <p:cNvPr id="115" name="组合 1"/>
          <p:cNvGrpSpPr/>
          <p:nvPr/>
        </p:nvGrpSpPr>
        <p:grpSpPr>
          <a:xfrm>
            <a:off x="335360" y="-315635"/>
            <a:ext cx="11928647" cy="7173635"/>
            <a:chOff x="263352" y="-315635"/>
            <a:chExt cx="11928647" cy="7173635"/>
          </a:xfrm>
        </p:grpSpPr>
        <p:pic>
          <p:nvPicPr>
            <p:cNvPr id="2097181"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745"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代码部分</a:t>
              </a:r>
              <a:endParaRPr altLang="en-US" b="1" dirty="0" sz="2800" lang="zh-CN">
                <a:solidFill>
                  <a:schemeClr val="bg1"/>
                </a:solidFill>
                <a:cs typeface="+mn-ea"/>
                <a:sym typeface="+mn-lt"/>
              </a:endParaRPr>
            </a:p>
          </p:txBody>
        </p:sp>
        <p:grpSp>
          <p:nvGrpSpPr>
            <p:cNvPr id="116" name="组合 40"/>
            <p:cNvGrpSpPr/>
            <p:nvPr/>
          </p:nvGrpSpPr>
          <p:grpSpPr>
            <a:xfrm rot="10800000" flipV="1">
              <a:off x="263352" y="984158"/>
              <a:ext cx="11745783" cy="45719"/>
              <a:chOff x="3182554" y="3904019"/>
              <a:chExt cx="5543625" cy="45719"/>
            </a:xfrm>
          </p:grpSpPr>
          <p:sp>
            <p:nvSpPr>
              <p:cNvPr id="1048746"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47"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48"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82"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749" name="矩形 13"/>
          <p:cNvSpPr>
            <a:spLocks noChangeArrowheads="1"/>
          </p:cNvSpPr>
          <p:nvPr/>
        </p:nvSpPr>
        <p:spPr bwMode="auto">
          <a:xfrm>
            <a:off x="476332" y="1158159"/>
            <a:ext cx="11884364" cy="4765041"/>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zh-CN" dirty="0" sz="1400" lang="en-US">
                <a:solidFill>
                  <a:schemeClr val="bg1"/>
                </a:solidFill>
                <a:latin typeface="+mn-lt"/>
                <a:ea typeface="+mn-ea"/>
                <a:cs typeface="+mn-ea"/>
                <a:sym typeface="+mn-lt"/>
              </a:rPr>
              <a:t>void main()</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int index;//索引</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struct Graph G;//生成图</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CreateGraph(&amp;G);//初始化图</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while (1)</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printf("\n请输入求最短路径的节点：");</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scanf("%d", &amp;index);</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if ((index - 1 &lt; G.vex_num) &amp;&amp; (index &gt; 0))</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break;</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else</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printf("输入错误\n");</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    Dijkstra(&amp;G, index - 1);</a:t>
            </a:r>
            <a:endParaRPr altLang="zh-CN" dirty="0" sz="1400" lang="en-US">
              <a:solidFill>
                <a:schemeClr val="bg1"/>
              </a:solidFill>
              <a:latin typeface="+mn-lt"/>
              <a:ea typeface="+mn-ea"/>
              <a:cs typeface="+mn-ea"/>
              <a:sym typeface="+mn-lt"/>
            </a:endParaRPr>
          </a:p>
          <a:p>
            <a:pPr eaLnBrk="1" hangingPunct="1">
              <a:lnSpc>
                <a:spcPct val="150000"/>
              </a:lnSpc>
            </a:pPr>
            <a:r>
              <a:rPr altLang="zh-CN" dirty="0" sz="1400" lang="en-US">
                <a:solidFill>
                  <a:schemeClr val="bg1"/>
                </a:solidFill>
                <a:latin typeface="+mn-lt"/>
                <a:ea typeface="+mn-ea"/>
                <a:cs typeface="+mn-ea"/>
                <a:sym typeface="+mn-lt"/>
              </a:rPr>
              <a:t>}</a:t>
            </a:r>
            <a:endParaRPr altLang="zh-CN" dirty="0" sz="1400" lang="en-US">
              <a:solidFill>
                <a:schemeClr val="bg1"/>
              </a:solidFill>
              <a:latin typeface="+mn-lt"/>
              <a:ea typeface="+mn-ea"/>
              <a:cs typeface="+mn-ea"/>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9" name=""/>
        <p:cNvGrpSpPr/>
        <p:nvPr/>
      </p:nvGrpSpPr>
      <p:grpSpPr>
        <a:xfrm>
          <a:off x="0" y="0"/>
          <a:ext cx="0" cy="0"/>
          <a:chOff x="0" y="0"/>
          <a:chExt cx="0" cy="0"/>
        </a:xfrm>
      </p:grpSpPr>
      <p:grpSp>
        <p:nvGrpSpPr>
          <p:cNvPr id="120" name="组合 1"/>
          <p:cNvGrpSpPr/>
          <p:nvPr/>
        </p:nvGrpSpPr>
        <p:grpSpPr>
          <a:xfrm>
            <a:off x="335360" y="-315635"/>
            <a:ext cx="11928647" cy="7173635"/>
            <a:chOff x="263352" y="-315635"/>
            <a:chExt cx="11928647" cy="7173635"/>
          </a:xfrm>
        </p:grpSpPr>
        <p:pic>
          <p:nvPicPr>
            <p:cNvPr id="2097183"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753" name="文本框 2"/>
            <p:cNvSpPr txBox="1"/>
            <p:nvPr/>
          </p:nvSpPr>
          <p:spPr>
            <a:xfrm>
              <a:off x="476332" y="332656"/>
              <a:ext cx="1605280" cy="472440"/>
            </a:xfrm>
            <a:prstGeom prst="rect"/>
            <a:noFill/>
          </p:spPr>
          <p:txBody>
            <a:bodyPr rtlCol="0" wrap="none">
              <a:spAutoFit/>
            </a:bodyPr>
            <a:p>
              <a:r>
                <a:rPr altLang="en-US" b="1" dirty="0" sz="2800" lang="zh-CN">
                  <a:solidFill>
                    <a:schemeClr val="bg1"/>
                  </a:solidFill>
                  <a:cs typeface="+mn-ea"/>
                  <a:sym typeface="+mn-lt"/>
                </a:rPr>
                <a:t>实验结果</a:t>
              </a:r>
              <a:endParaRPr altLang="en-US" b="1" dirty="0" sz="2800" lang="zh-CN">
                <a:solidFill>
                  <a:schemeClr val="bg1"/>
                </a:solidFill>
                <a:cs typeface="+mn-ea"/>
                <a:sym typeface="+mn-lt"/>
              </a:endParaRPr>
            </a:p>
          </p:txBody>
        </p:sp>
        <p:grpSp>
          <p:nvGrpSpPr>
            <p:cNvPr id="121" name="组合 40"/>
            <p:cNvGrpSpPr/>
            <p:nvPr/>
          </p:nvGrpSpPr>
          <p:grpSpPr>
            <a:xfrm rot="10800000" flipV="1">
              <a:off x="263352" y="984158"/>
              <a:ext cx="11745783" cy="45719"/>
              <a:chOff x="3182554" y="3904019"/>
              <a:chExt cx="5543625" cy="45719"/>
            </a:xfrm>
          </p:grpSpPr>
          <p:sp>
            <p:nvSpPr>
              <p:cNvPr id="1048754"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55"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56"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84"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757" name="箭头: 左 3">
            <a:hlinkClick r:id="rId6" action="ppaction://hlinksldjump"/>
          </p:cNvPr>
          <p:cNvSpPr/>
          <p:nvPr/>
        </p:nvSpPr>
        <p:spPr>
          <a:xfrm>
            <a:off x="10632504" y="6351747"/>
            <a:ext cx="576011" cy="319169"/>
          </a:xfrm>
          <a:prstGeom prst="leftArrow"/>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85" name="图片 5"/>
          <p:cNvPicPr>
            <a:picLocks noChangeAspect="1"/>
          </p:cNvPicPr>
          <p:nvPr/>
        </p:nvPicPr>
        <p:blipFill>
          <a:blip xmlns:r="http://schemas.openxmlformats.org/officeDocument/2006/relationships" r:embed="rId7"/>
          <a:stretch>
            <a:fillRect/>
          </a:stretch>
        </p:blipFill>
        <p:spPr>
          <a:xfrm>
            <a:off x="623392" y="1331756"/>
            <a:ext cx="5760640" cy="5193588"/>
          </a:xfrm>
          <a:prstGeom prst="rect"/>
        </p:spPr>
      </p:pic>
    </p:spTree>
    <p:custDataLst>
      <p:tags r:id="rId8"/>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grpSp>
        <p:nvGrpSpPr>
          <p:cNvPr id="125" name="组合 1"/>
          <p:cNvGrpSpPr/>
          <p:nvPr/>
        </p:nvGrpSpPr>
        <p:grpSpPr>
          <a:xfrm>
            <a:off x="335360" y="-315635"/>
            <a:ext cx="11928647" cy="7173635"/>
            <a:chOff x="263352" y="-315635"/>
            <a:chExt cx="11928647" cy="7173635"/>
          </a:xfrm>
        </p:grpSpPr>
        <p:pic>
          <p:nvPicPr>
            <p:cNvPr id="2097186" name="图片 27" descr="图片包含 就坐, 黑色, 建筑物, 户外  已生成高可信度的说明"/>
            <p:cNvPicPr>
              <a:picLocks noChangeAspect="1"/>
            </p:cNvPicPr>
            <p:nvPr/>
          </p:nvPicPr>
          <p:blipFill rotWithShape="1">
            <a:blip xmlns:r="http://schemas.openxmlformats.org/officeDocument/2006/relationships" r:embed="rId1" cstate="screen"/>
            <a:srcRect/>
            <a:stretch>
              <a:fillRect/>
            </a:stretch>
          </p:blipFill>
          <p:spPr>
            <a:xfrm rot="15300000">
              <a:off x="392931" y="-390354"/>
              <a:ext cx="1819802" cy="1969240"/>
            </a:xfrm>
            <a:prstGeom prst="rect"/>
          </p:spPr>
        </p:pic>
        <p:sp>
          <p:nvSpPr>
            <p:cNvPr id="1048761" name="文本框 2"/>
            <p:cNvSpPr txBox="1"/>
            <p:nvPr/>
          </p:nvSpPr>
          <p:spPr>
            <a:xfrm>
              <a:off x="476332" y="332656"/>
              <a:ext cx="1960880" cy="472440"/>
            </a:xfrm>
            <a:prstGeom prst="rect"/>
            <a:noFill/>
          </p:spPr>
          <p:txBody>
            <a:bodyPr rtlCol="0" wrap="none">
              <a:spAutoFit/>
            </a:bodyPr>
            <a:p>
              <a:r>
                <a:rPr altLang="en-US" b="1" dirty="0" sz="2800" lang="zh-CN">
                  <a:solidFill>
                    <a:schemeClr val="bg1"/>
                  </a:solidFill>
                  <a:cs typeface="+mn-ea"/>
                  <a:sym typeface="+mn-lt"/>
                </a:rPr>
                <a:t>调试与心得</a:t>
              </a:r>
              <a:endParaRPr altLang="en-US" b="1" dirty="0" sz="2800" lang="zh-CN">
                <a:solidFill>
                  <a:schemeClr val="bg1"/>
                </a:solidFill>
                <a:cs typeface="+mn-ea"/>
                <a:sym typeface="+mn-lt"/>
              </a:endParaRPr>
            </a:p>
          </p:txBody>
        </p:sp>
        <p:grpSp>
          <p:nvGrpSpPr>
            <p:cNvPr id="126" name="组合 40"/>
            <p:cNvGrpSpPr/>
            <p:nvPr/>
          </p:nvGrpSpPr>
          <p:grpSpPr>
            <a:xfrm rot="10800000" flipV="1">
              <a:off x="263352" y="984158"/>
              <a:ext cx="11745783" cy="45719"/>
              <a:chOff x="3182554" y="3904019"/>
              <a:chExt cx="5543625" cy="45719"/>
            </a:xfrm>
          </p:grpSpPr>
          <p:sp>
            <p:nvSpPr>
              <p:cNvPr id="1048762"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63"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64"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87" name="图片 28"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flipH="1">
              <a:off x="9739942" y="1484784"/>
              <a:ext cx="2452057" cy="5373216"/>
            </a:xfrm>
            <a:prstGeom prst="rect"/>
          </p:spPr>
        </p:pic>
      </p:grpSp>
      <p:sp>
        <p:nvSpPr>
          <p:cNvPr id="1048765" name="矩形 13"/>
          <p:cNvSpPr>
            <a:spLocks noChangeArrowheads="1"/>
          </p:cNvSpPr>
          <p:nvPr/>
        </p:nvSpPr>
        <p:spPr bwMode="auto">
          <a:xfrm>
            <a:off x="476332" y="1158159"/>
            <a:ext cx="4539548" cy="4257040"/>
          </a:xfrm>
          <a:prstGeom prst="rect"/>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defTabSz="684530" indent="-285750" marL="7429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defTabSz="684530" indent="-228600" marL="11430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defTabSz="684530" indent="-228600" marL="16002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defTabSz="684530" indent="-228600" marL="20574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defTabSz="684530" eaLnBrk="0" fontAlgn="base" hangingPunct="0" indent="-228600" marL="25146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684530" eaLnBrk="0" fontAlgn="base" hangingPunct="0" indent="-228600" marL="29718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684530" eaLnBrk="0" fontAlgn="base" hangingPunct="0" indent="-228600" marL="34290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684530" eaLnBrk="0" fontAlgn="base" hangingPunct="0" indent="-228600" marL="388620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altLang="en-US" dirty="0" sz="2400" lang="zh-CN">
                <a:solidFill>
                  <a:schemeClr val="bg1"/>
                </a:solidFill>
                <a:latin typeface="+mn-lt"/>
                <a:ea typeface="+mn-ea"/>
                <a:cs typeface="+mn-ea"/>
                <a:sym typeface="+mn-lt"/>
              </a:rPr>
              <a:t>调试：</a:t>
            </a:r>
            <a:endParaRPr altLang="zh-CN" dirty="0" sz="2400" lang="en-US">
              <a:solidFill>
                <a:schemeClr val="bg1"/>
              </a:solidFill>
              <a:latin typeface="+mn-lt"/>
              <a:ea typeface="+mn-ea"/>
              <a:cs typeface="+mn-ea"/>
              <a:sym typeface="+mn-lt"/>
            </a:endParaRPr>
          </a:p>
          <a:p>
            <a:pPr eaLnBrk="1" hangingPunct="1">
              <a:lnSpc>
                <a:spcPct val="150000"/>
              </a:lnSpc>
            </a:pPr>
            <a:r>
              <a:rPr altLang="en-US" dirty="0" sz="2400" lang="zh-CN">
                <a:solidFill>
                  <a:schemeClr val="bg1"/>
                </a:solidFill>
                <a:latin typeface="+mn-lt"/>
                <a:ea typeface="+mn-ea"/>
                <a:cs typeface="+mn-ea"/>
                <a:sym typeface="+mn-lt"/>
              </a:rPr>
              <a:t>在读取文件时，打印出的中文乱码，更改</a:t>
            </a:r>
            <a:r>
              <a:rPr altLang="zh-CN" dirty="0" sz="2400" lang="en-US">
                <a:solidFill>
                  <a:schemeClr val="bg1"/>
                </a:solidFill>
                <a:latin typeface="+mn-lt"/>
                <a:ea typeface="+mn-ea"/>
                <a:cs typeface="+mn-ea"/>
                <a:sym typeface="+mn-lt"/>
              </a:rPr>
              <a:t>TXT</a:t>
            </a:r>
            <a:r>
              <a:rPr altLang="en-US" dirty="0" sz="2400" lang="zh-CN">
                <a:solidFill>
                  <a:schemeClr val="bg1"/>
                </a:solidFill>
                <a:latin typeface="+mn-lt"/>
                <a:ea typeface="+mn-ea"/>
                <a:cs typeface="+mn-ea"/>
                <a:sym typeface="+mn-lt"/>
              </a:rPr>
              <a:t>文档编码为</a:t>
            </a:r>
            <a:r>
              <a:rPr altLang="zh-CN" dirty="0" sz="2400" lang="en-US">
                <a:solidFill>
                  <a:schemeClr val="bg1"/>
                </a:solidFill>
                <a:latin typeface="+mn-lt"/>
                <a:ea typeface="+mn-ea"/>
                <a:cs typeface="+mn-ea"/>
                <a:sym typeface="+mn-lt"/>
              </a:rPr>
              <a:t>ANSI</a:t>
            </a:r>
            <a:r>
              <a:rPr altLang="en-US" dirty="0" sz="2400" lang="zh-CN">
                <a:solidFill>
                  <a:schemeClr val="bg1"/>
                </a:solidFill>
                <a:latin typeface="+mn-lt"/>
                <a:ea typeface="+mn-ea"/>
                <a:cs typeface="+mn-ea"/>
                <a:sym typeface="+mn-lt"/>
              </a:rPr>
              <a:t>问题解决。</a:t>
            </a:r>
            <a:endParaRPr altLang="en-US" dirty="0" sz="2400" lang="zh-CN">
              <a:solidFill>
                <a:schemeClr val="bg1"/>
              </a:solidFill>
              <a:latin typeface="+mn-lt"/>
              <a:ea typeface="+mn-ea"/>
              <a:cs typeface="+mn-ea"/>
              <a:sym typeface="+mn-lt"/>
            </a:endParaRPr>
          </a:p>
          <a:p>
            <a:pPr eaLnBrk="1" hangingPunct="1">
              <a:lnSpc>
                <a:spcPct val="150000"/>
              </a:lnSpc>
            </a:pPr>
            <a:endParaRPr altLang="en-US" dirty="0" sz="2400" lang="zh-CN">
              <a:solidFill>
                <a:schemeClr val="bg1"/>
              </a:solidFill>
              <a:latin typeface="+mn-lt"/>
              <a:ea typeface="+mn-ea"/>
              <a:cs typeface="+mn-ea"/>
              <a:sym typeface="+mn-lt"/>
            </a:endParaRPr>
          </a:p>
          <a:p>
            <a:pPr eaLnBrk="1" hangingPunct="1">
              <a:lnSpc>
                <a:spcPct val="150000"/>
              </a:lnSpc>
            </a:pPr>
            <a:r>
              <a:rPr altLang="en-US" dirty="0" sz="2400" lang="zh-CN">
                <a:solidFill>
                  <a:schemeClr val="bg1"/>
                </a:solidFill>
                <a:latin typeface="+mn-lt"/>
                <a:ea typeface="+mn-ea"/>
                <a:cs typeface="+mn-ea"/>
                <a:sym typeface="+mn-lt"/>
              </a:rPr>
              <a:t>在对图进行初始化时最初使用的无限变量太大，无法写入发生报错，改小后问题解决。</a:t>
            </a:r>
            <a:endParaRPr altLang="zh-CN" dirty="0" sz="2400" lang="en-US">
              <a:solidFill>
                <a:schemeClr val="bg1">
                  <a:lumMod val="85000"/>
                </a:schemeClr>
              </a:solidFill>
              <a:latin typeface="+mn-lt"/>
              <a:ea typeface="+mn-ea"/>
              <a:cs typeface="+mn-ea"/>
              <a:sym typeface="+mn-lt"/>
            </a:endParaRPr>
          </a:p>
        </p:txBody>
      </p:sp>
      <p:sp>
        <p:nvSpPr>
          <p:cNvPr id="1048766" name="文本框 4"/>
          <p:cNvSpPr txBox="1"/>
          <p:nvPr/>
        </p:nvSpPr>
        <p:spPr>
          <a:xfrm>
            <a:off x="5663952" y="1340768"/>
            <a:ext cx="4380670" cy="2491740"/>
          </a:xfrm>
          <a:prstGeom prst="rect"/>
          <a:noFill/>
        </p:spPr>
        <p:txBody>
          <a:bodyPr wrap="square">
            <a:spAutoFit/>
          </a:bodyPr>
          <a:p>
            <a:r>
              <a:rPr altLang="en-US" dirty="0" sz="2400" lang="zh-CN">
                <a:solidFill>
                  <a:schemeClr val="bg1"/>
                </a:solidFill>
              </a:rPr>
              <a:t>心得：</a:t>
            </a:r>
            <a:br>
              <a:rPr altLang="zh-CN" dirty="0" sz="2400" lang="en-US">
                <a:solidFill>
                  <a:schemeClr val="bg1"/>
                </a:solidFill>
              </a:rPr>
            </a:br>
            <a:r>
              <a:rPr altLang="en-US" dirty="0" sz="2400" lang="zh-CN">
                <a:solidFill>
                  <a:schemeClr val="bg1"/>
                </a:solidFill>
              </a:rPr>
              <a:t>要注意在文件读写时可能会发生编码不同导致出现乱码的显现，对变量进行赋初值时要注意变量所能记录的最大范围</a:t>
            </a:r>
            <a:br>
              <a:rPr altLang="en-US" dirty="0" sz="2400" lang="zh-CN">
                <a:solidFill>
                  <a:schemeClr val="bg1"/>
                </a:solidFill>
              </a:rPr>
            </a:br>
            <a:br>
              <a:rPr altLang="en-US" dirty="0" sz="2400" lang="zh-CN"/>
            </a:br>
            <a:endParaRPr altLang="en-US" dirty="0" sz="2400" lang="zh-CN"/>
          </a:p>
        </p:txBody>
      </p:sp>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29" name=""/>
        <p:cNvGrpSpPr/>
        <p:nvPr/>
      </p:nvGrpSpPr>
      <p:grpSpPr>
        <a:xfrm>
          <a:off x="0" y="0"/>
          <a:ext cx="0" cy="0"/>
          <a:chOff x="0" y="0"/>
          <a:chExt cx="0" cy="0"/>
        </a:xfrm>
      </p:grpSpPr>
      <p:sp>
        <p:nvSpPr>
          <p:cNvPr id="1048770" name="PA_文本框 8"/>
          <p:cNvSpPr txBox="1"/>
          <p:nvPr>
            <p:custDataLst>
              <p:tags r:id="rId1"/>
            </p:custDataLst>
          </p:nvPr>
        </p:nvSpPr>
        <p:spPr>
          <a:xfrm>
            <a:off x="5331264" y="2672332"/>
            <a:ext cx="3230880" cy="929640"/>
          </a:xfrm>
          <a:prstGeom prst="rect"/>
          <a:noFill/>
        </p:spPr>
        <p:txBody>
          <a:bodyPr rtlCol="0" wrap="none">
            <a:spAutoFit/>
          </a:bodyPr>
          <a:p>
            <a:pPr algn="ctr"/>
            <a:r>
              <a:rPr altLang="en-US" dirty="0" sz="6000" lang="zh-CN">
                <a:solidFill>
                  <a:schemeClr val="bg1">
                    <a:lumMod val="85000"/>
                  </a:schemeClr>
                </a:solidFill>
                <a:effectLst>
                  <a:outerShdw algn="tl" blurRad="38100" dir="2700000" dist="38100">
                    <a:srgbClr val="000000">
                      <a:alpha val="43137"/>
                    </a:srgbClr>
                  </a:outerShdw>
                </a:effectLst>
                <a:cs typeface="+mn-ea"/>
                <a:sym typeface="+mn-lt"/>
              </a:rPr>
              <a:t>谢谢观赏</a:t>
            </a:r>
            <a:endParaRPr altLang="en-US" dirty="0" sz="6000" lang="zh-CN">
              <a:solidFill>
                <a:schemeClr val="bg1">
                  <a:lumMod val="85000"/>
                </a:schemeClr>
              </a:solidFill>
              <a:effectLst>
                <a:outerShdw algn="tl" blurRad="38100" dir="2700000" dist="38100">
                  <a:srgbClr val="000000">
                    <a:alpha val="43137"/>
                  </a:srgbClr>
                </a:outerShdw>
              </a:effectLst>
              <a:cs typeface="+mn-ea"/>
              <a:sym typeface="+mn-lt"/>
            </a:endParaRPr>
          </a:p>
        </p:txBody>
      </p:sp>
      <p:grpSp>
        <p:nvGrpSpPr>
          <p:cNvPr id="130" name="组合 32"/>
          <p:cNvGrpSpPr/>
          <p:nvPr/>
        </p:nvGrpSpPr>
        <p:grpSpPr>
          <a:xfrm>
            <a:off x="4190666" y="3904019"/>
            <a:ext cx="5543625" cy="45719"/>
            <a:chOff x="3182554" y="3904019"/>
            <a:chExt cx="5543625" cy="45719"/>
          </a:xfrm>
        </p:grpSpPr>
        <p:sp>
          <p:nvSpPr>
            <p:cNvPr id="1048771" name="PA_矩形 11"/>
            <p:cNvSpPr/>
            <p:nvPr>
              <p:custDataLst>
                <p:tags r:id="rId2"/>
              </p:custDataLst>
            </p:nvPr>
          </p:nvSpPr>
          <p:spPr>
            <a:xfrm>
              <a:off x="5030429" y="3904019"/>
              <a:ext cx="1847875" cy="45719"/>
            </a:xfrm>
            <a:prstGeom prst="rect"/>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72" name="PA_矩形 11"/>
            <p:cNvSpPr/>
            <p:nvPr>
              <p:custDataLst>
                <p:tags r:id="rId3"/>
              </p:custDataLst>
            </p:nvPr>
          </p:nvSpPr>
          <p:spPr>
            <a:xfrm>
              <a:off x="6878304" y="3904019"/>
              <a:ext cx="1847875" cy="45719"/>
            </a:xfrm>
            <a:prstGeom prst="rect"/>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sp>
          <p:nvSpPr>
            <p:cNvPr id="1048773" name="PA_矩形 11"/>
            <p:cNvSpPr/>
            <p:nvPr>
              <p:custDataLst>
                <p:tags r:id="rId4"/>
              </p:custDataLst>
            </p:nvPr>
          </p:nvSpPr>
          <p:spPr>
            <a:xfrm>
              <a:off x="3182554" y="3904019"/>
              <a:ext cx="1847875" cy="45719"/>
            </a:xfrm>
            <a:prstGeom prst="rect"/>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cs typeface="+mn-ea"/>
                <a:sym typeface="+mn-lt"/>
              </a:endParaRPr>
            </a:p>
          </p:txBody>
        </p:sp>
      </p:grpSp>
      <p:pic>
        <p:nvPicPr>
          <p:cNvPr id="2097188" name="图片 5" descr="图片包含 就坐, 黑色, 建筑物, 户外  已生成高可信度的说明"/>
          <p:cNvPicPr>
            <a:picLocks noChangeAspect="1"/>
          </p:cNvPicPr>
          <p:nvPr/>
        </p:nvPicPr>
        <p:blipFill rotWithShape="1">
          <a:blip xmlns:r="http://schemas.openxmlformats.org/officeDocument/2006/relationships" r:embed="rId5" cstate="screen"/>
          <a:srcRect/>
          <a:stretch>
            <a:fillRect/>
          </a:stretch>
        </p:blipFill>
        <p:spPr>
          <a:xfrm>
            <a:off x="0" y="188640"/>
            <a:ext cx="5974513" cy="6465124"/>
          </a:xfrm>
          <a:prstGeom prst="rect"/>
        </p:spPr>
      </p:pic>
    </p:spTree>
    <p:custDataLst>
      <p:tags r:id="rId6"/>
    </p:custDataLst>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blind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decel="100000" fill="hold" grpId="0" id="5" nodeType="withEffect" presetClass="entr" presetID="2" presetSubtype="2">
                                  <p:stCondLst>
                                    <p:cond delay="1500"/>
                                  </p:stCondLst>
                                  <p:iterate type="lt">
                                    <p:tmPct val="10000"/>
                                  </p:iterate>
                                  <p:childTnLst>
                                    <p:set>
                                      <p:cBhvr>
                                        <p:cTn dur="1" fill="hold" id="6">
                                          <p:stCondLst>
                                            <p:cond delay="0"/>
                                          </p:stCondLst>
                                        </p:cTn>
                                        <p:tgtEl>
                                          <p:spTgt spid="1048770">
                                            <p:txEl>
                                              <p:pRg st="0" end="0"/>
                                            </p:txEl>
                                          </p:spTgt>
                                        </p:tgtEl>
                                        <p:attrNameLst>
                                          <p:attrName>style.visibility</p:attrName>
                                        </p:attrNameLst>
                                      </p:cBhvr>
                                      <p:to>
                                        <p:strVal val="visible"/>
                                      </p:to>
                                    </p:set>
                                    <p:anim calcmode="lin" valueType="num">
                                      <p:cBhvr additive="base">
                                        <p:cTn dur="1000" fill="hold" id="7"/>
                                        <p:tgtEl>
                                          <p:spTgt spid="1048770">
                                            <p:txEl>
                                              <p:pRg st="0" end="0"/>
                                            </p:txEl>
                                          </p:spTgt>
                                        </p:tgtEl>
                                        <p:attrNameLst>
                                          <p:attrName>ppt_x</p:attrName>
                                        </p:attrNameLst>
                                      </p:cBhvr>
                                      <p:tavLst>
                                        <p:tav tm="0">
                                          <p:val>
                                            <p:strVal val="1+#ppt_w/2"/>
                                          </p:val>
                                        </p:tav>
                                        <p:tav tm="100000">
                                          <p:val>
                                            <p:strVal val="#ppt_x"/>
                                          </p:val>
                                        </p:tav>
                                      </p:tavLst>
                                    </p:anim>
                                    <p:anim calcmode="lin" valueType="num">
                                      <p:cBhvr additive="base">
                                        <p:cTn dur="1000" fill="hold" id="8"/>
                                        <p:tgtEl>
                                          <p:spTgt spid="104877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70" grpId="0" build="p"/>
    </p:bldLst>
  </p:timing>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ags/tag5.xml><?xml version="1.0" encoding="utf-8"?>
<p:tagLst xmlns:p="http://schemas.openxmlformats.org/presentationml/2006/main">
  <p:tag name="PA" val="v3.0.1"/>
</p:tagLst>
</file>

<file path=ppt/tags/tag6.xml><?xml version="1.0" encoding="utf-8"?>
<p:tagLst xmlns:p="http://schemas.openxmlformats.org/presentationml/2006/main">
  <p:tag name="TIMING" val="|0.9"/>
</p:tagLst>
</file>

<file path=ppt/tags/tag7.xml><?xml version="1.0" encoding="utf-8"?>
<p:tagLst xmlns:p="http://schemas.openxmlformats.org/presentationml/2006/main">
  <p:tag name="PA" val="v3.0.1"/>
</p:tagLst>
</file>

<file path=ppt/tags/tag8.xml><?xml version="1.0" encoding="utf-8"?>
<p:tagLst xmlns:p="http://schemas.openxmlformats.org/presentationml/2006/main">
  <p:tag name="PA" val="v3.0.1"/>
</p:tagLst>
</file>

<file path=ppt/tags/tag9.xml><?xml version="1.0" encoding="utf-8"?>
<p:tagLst xmlns:p="http://schemas.openxmlformats.org/presentationml/2006/main">
  <p:tag name="PA" val="v3.0.1"/>
</p:tagLst>
</file>

<file path=ppt/tags/tag10.xml><?xml version="1.0" encoding="utf-8"?>
<p:tagLst xmlns:p="http://schemas.openxmlformats.org/presentationml/2006/main">
  <p:tag name="TIMING" val="|0.4|0.9|0.9|0.7|0.5|0.7|0.8|0.6|0.8|0.8|0.9"/>
</p:tagLst>
</file>

<file path=ppt/tags/tag11.xml><?xml version="1.0" encoding="utf-8"?>
<p:tagLst xmlns:p="http://schemas.openxmlformats.org/presentationml/2006/main">
  <p:tag name="PA" val="v3.0.1"/>
</p:tagLst>
</file>

<file path=ppt/tags/tag12.xml><?xml version="1.0" encoding="utf-8"?>
<p:tagLst xmlns:p="http://schemas.openxmlformats.org/presentationml/2006/main">
  <p:tag name="PA" val="v3.0.1"/>
</p:tagLst>
</file>

<file path=ppt/tags/tag13.xml><?xml version="1.0" encoding="utf-8"?>
<p:tagLst xmlns:p="http://schemas.openxmlformats.org/presentationml/2006/main">
  <p:tag name="PA" val="v3.0.1"/>
</p:tagLst>
</file>

<file path=ppt/tags/tag14.xml><?xml version="1.0" encoding="utf-8"?>
<p:tagLst xmlns:p="http://schemas.openxmlformats.org/presentationml/2006/main">
  <p:tag name="TIMING" val="|0.4|0.9|0.9|0.7|0.5|0.7|0.8|0.6|0.8|0.8|0.9"/>
</p:tagLst>
</file>

<file path=ppt/tags/tag15.xml><?xml version="1.0" encoding="utf-8"?>
<p:tagLst xmlns:p="http://schemas.openxmlformats.org/presentationml/2006/main">
  <p:tag name="PA" val="v3.0.1"/>
</p:tagLst>
</file>

<file path=ppt/tags/tag16.xml><?xml version="1.0" encoding="utf-8"?>
<p:tagLst xmlns:p="http://schemas.openxmlformats.org/presentationml/2006/main">
  <p:tag name="PA" val="v3.0.1"/>
</p:tagLst>
</file>

<file path=ppt/tags/tag17.xml><?xml version="1.0" encoding="utf-8"?>
<p:tagLst xmlns:p="http://schemas.openxmlformats.org/presentationml/2006/main">
  <p:tag name="PA" val="v3.0.1"/>
</p:tagLst>
</file>

<file path=ppt/tags/tag18.xml><?xml version="1.0" encoding="utf-8"?>
<p:tagLst xmlns:p="http://schemas.openxmlformats.org/presentationml/2006/main">
  <p:tag name="TIMING" val="|0.4|0.9|0.9|0.7|0.5|0.7|0.8|0.6|0.8|0.8|0.9"/>
</p:tagLst>
</file>

<file path=ppt/tags/tag19.xml><?xml version="1.0" encoding="utf-8"?>
<p:tagLst xmlns:p="http://schemas.openxmlformats.org/presentationml/2006/main">
  <p:tag name="PA" val="v3.0.1"/>
</p:tagLst>
</file>

<file path=ppt/tags/tag20.xml><?xml version="1.0" encoding="utf-8"?>
<p:tagLst xmlns:p="http://schemas.openxmlformats.org/presentationml/2006/main">
  <p:tag name="PA" val="v3.0.1"/>
</p:tagLst>
</file>

<file path=ppt/tags/tag21.xml><?xml version="1.0" encoding="utf-8"?>
<p:tagLst xmlns:p="http://schemas.openxmlformats.org/presentationml/2006/main">
  <p:tag name="PA" val="v3.0.1"/>
</p:tagLst>
</file>

<file path=ppt/tags/tag22.xml><?xml version="1.0" encoding="utf-8"?>
<p:tagLst xmlns:p="http://schemas.openxmlformats.org/presentationml/2006/main">
  <p:tag name="TIMING" val="|0.4|0.9|0.9|0.7|0.5|0.7|0.8|0.6|0.8|0.8|0.9"/>
</p:tagLst>
</file>

<file path=ppt/tags/tag23.xml><?xml version="1.0" encoding="utf-8"?>
<p:tagLst xmlns:p="http://schemas.openxmlformats.org/presentationml/2006/main">
  <p:tag name="PA" val="v3.0.1"/>
</p:tagLst>
</file>

<file path=ppt/tags/tag24.xml><?xml version="1.0" encoding="utf-8"?>
<p:tagLst xmlns:p="http://schemas.openxmlformats.org/presentationml/2006/main">
  <p:tag name="PA" val="v3.0.1"/>
</p:tagLst>
</file>

<file path=ppt/tags/tag25.xml><?xml version="1.0" encoding="utf-8"?>
<p:tagLst xmlns:p="http://schemas.openxmlformats.org/presentationml/2006/main">
  <p:tag name="PA" val="v3.0.1"/>
</p:tagLst>
</file>

<file path=ppt/tags/tag26.xml><?xml version="1.0" encoding="utf-8"?>
<p:tagLst xmlns:p="http://schemas.openxmlformats.org/presentationml/2006/main">
  <p:tag name="TIMING" val="|0.4|0.9|0.9|0.7|0.5|0.7|0.8|0.6|0.8|0.8|0.9"/>
</p:tagLst>
</file>

<file path=ppt/tags/tag27.xml><?xml version="1.0" encoding="utf-8"?>
<p:tagLst xmlns:p="http://schemas.openxmlformats.org/presentationml/2006/main">
  <p:tag name="PA" val="v3.0.1"/>
</p:tagLst>
</file>

<file path=ppt/tags/tag28.xml><?xml version="1.0" encoding="utf-8"?>
<p:tagLst xmlns:p="http://schemas.openxmlformats.org/presentationml/2006/main">
  <p:tag name="PA" val="v3.0.1"/>
</p:tagLst>
</file>

<file path=ppt/tags/tag29.xml><?xml version="1.0" encoding="utf-8"?>
<p:tagLst xmlns:p="http://schemas.openxmlformats.org/presentationml/2006/main">
  <p:tag name="PA" val="v3.0.1"/>
</p:tagLst>
</file>

<file path=ppt/tags/tag30.xml><?xml version="1.0" encoding="utf-8"?>
<p:tagLst xmlns:p="http://schemas.openxmlformats.org/presentationml/2006/main">
  <p:tag name="TIMING" val="|0.4|0.9|0.9|0.7|0.5|0.7|0.8|0.6|0.8|0.8|0.9"/>
</p:tagLst>
</file>

<file path=ppt/tags/tag31.xml><?xml version="1.0" encoding="utf-8"?>
<p:tagLst xmlns:p="http://schemas.openxmlformats.org/presentationml/2006/main">
  <p:tag name="PA" val="v3.0.1"/>
</p:tagLst>
</file>

<file path=ppt/tags/tag32.xml><?xml version="1.0" encoding="utf-8"?>
<p:tagLst xmlns:p="http://schemas.openxmlformats.org/presentationml/2006/main">
  <p:tag name="PA" val="v3.0.1"/>
</p:tagLst>
</file>

<file path=ppt/tags/tag33.xml><?xml version="1.0" encoding="utf-8"?>
<p:tagLst xmlns:p="http://schemas.openxmlformats.org/presentationml/2006/main">
  <p:tag name="PA" val="v3.0.1"/>
</p:tagLst>
</file>

<file path=ppt/tags/tag34.xml><?xml version="1.0" encoding="utf-8"?>
<p:tagLst xmlns:p="http://schemas.openxmlformats.org/presentationml/2006/main">
  <p:tag name="TIMING" val="|0.4|0.9|0.9|0.7|0.5|0.7|0.8|0.6|0.8|0.8|0.9"/>
</p:tagLst>
</file>

<file path=ppt/tags/tag35.xml><?xml version="1.0" encoding="utf-8"?>
<p:tagLst xmlns:p="http://schemas.openxmlformats.org/presentationml/2006/main">
  <p:tag name="PA" val="v3.0.1"/>
</p:tagLst>
</file>

<file path=ppt/tags/tag36.xml><?xml version="1.0" encoding="utf-8"?>
<p:tagLst xmlns:p="http://schemas.openxmlformats.org/presentationml/2006/main">
  <p:tag name="PA" val="v3.0.1"/>
</p:tagLst>
</file>

<file path=ppt/tags/tag37.xml><?xml version="1.0" encoding="utf-8"?>
<p:tagLst xmlns:p="http://schemas.openxmlformats.org/presentationml/2006/main">
  <p:tag name="PA" val="v3.0.1"/>
</p:tagLst>
</file>

<file path=ppt/tags/tag38.xml><?xml version="1.0" encoding="utf-8"?>
<p:tagLst xmlns:p="http://schemas.openxmlformats.org/presentationml/2006/main">
  <p:tag name="TIMING" val="|0.4|0.9|0.9|0.7|0.5|0.7|0.8|0.6|0.8|0.8|0.9"/>
</p:tagLst>
</file>

<file path=ppt/tags/tag39.xml><?xml version="1.0" encoding="utf-8"?>
<p:tagLst xmlns:p="http://schemas.openxmlformats.org/presentationml/2006/main">
  <p:tag name="PA" val="v3.0.1"/>
</p:tagLst>
</file>

<file path=ppt/tags/tag40.xml><?xml version="1.0" encoding="utf-8"?>
<p:tagLst xmlns:p="http://schemas.openxmlformats.org/presentationml/2006/main">
  <p:tag name="PA" val="v3.0.1"/>
</p:tagLst>
</file>

<file path=ppt/tags/tag41.xml><?xml version="1.0" encoding="utf-8"?>
<p:tagLst xmlns:p="http://schemas.openxmlformats.org/presentationml/2006/main">
  <p:tag name="PA" val="v3.0.1"/>
</p:tagLst>
</file>

<file path=ppt/tags/tag42.xml><?xml version="1.0" encoding="utf-8"?>
<p:tagLst xmlns:p="http://schemas.openxmlformats.org/presentationml/2006/main">
  <p:tag name="TIMING" val="|0.4|0.9|0.9|0.7|0.5|0.7|0.8|0.6|0.8|0.8|0.9"/>
</p:tagLst>
</file>

<file path=ppt/tags/tag43.xml><?xml version="1.0" encoding="utf-8"?>
<p:tagLst xmlns:p="http://schemas.openxmlformats.org/presentationml/2006/main">
  <p:tag name="PA" val="v3.0.1"/>
</p:tagLst>
</file>

<file path=ppt/tags/tag44.xml><?xml version="1.0" encoding="utf-8"?>
<p:tagLst xmlns:p="http://schemas.openxmlformats.org/presentationml/2006/main">
  <p:tag name="PA" val="v3.0.1"/>
</p:tagLst>
</file>

<file path=ppt/tags/tag45.xml><?xml version="1.0" encoding="utf-8"?>
<p:tagLst xmlns:p="http://schemas.openxmlformats.org/presentationml/2006/main">
  <p:tag name="PA" val="v3.0.1"/>
</p:tagLst>
</file>

<file path=ppt/tags/tag46.xml><?xml version="1.0" encoding="utf-8"?>
<p:tagLst xmlns:p="http://schemas.openxmlformats.org/presentationml/2006/main">
  <p:tag name="TIMING" val="|0.4|0.9|0.9|0.7|0.5|0.7|0.8|0.6|0.8|0.8|0.9"/>
</p:tagLst>
</file>

<file path=ppt/tags/tag47.xml><?xml version="1.0" encoding="utf-8"?>
<p:tagLst xmlns:p="http://schemas.openxmlformats.org/presentationml/2006/main">
  <p:tag name="PA" val="v3.0.1"/>
</p:tagLst>
</file>

<file path=ppt/tags/tag48.xml><?xml version="1.0" encoding="utf-8"?>
<p:tagLst xmlns:p="http://schemas.openxmlformats.org/presentationml/2006/main">
  <p:tag name="PA" val="v3.0.1"/>
</p:tagLst>
</file>

<file path=ppt/tags/tag49.xml><?xml version="1.0" encoding="utf-8"?>
<p:tagLst xmlns:p="http://schemas.openxmlformats.org/presentationml/2006/main">
  <p:tag name="PA" val="v3.0.1"/>
</p:tagLst>
</file>

<file path=ppt/tags/tag50.xml><?xml version="1.0" encoding="utf-8"?>
<p:tagLst xmlns:p="http://schemas.openxmlformats.org/presentationml/2006/main">
  <p:tag name="TIMING" val="|0.4|0.9|0.9|0.7|0.5|0.7|0.8|0.6|0.8|0.8|0.9"/>
</p:tagLst>
</file>

<file path=ppt/tags/tag51.xml><?xml version="1.0" encoding="utf-8"?>
<p:tagLst xmlns:p="http://schemas.openxmlformats.org/presentationml/2006/main">
  <p:tag name="PA" val="v3.0.1"/>
</p:tagLst>
</file>

<file path=ppt/tags/tag52.xml><?xml version="1.0" encoding="utf-8"?>
<p:tagLst xmlns:p="http://schemas.openxmlformats.org/presentationml/2006/main">
  <p:tag name="PA" val="v3.0.1"/>
</p:tagLst>
</file>

<file path=ppt/tags/tag53.xml><?xml version="1.0" encoding="utf-8"?>
<p:tagLst xmlns:p="http://schemas.openxmlformats.org/presentationml/2006/main">
  <p:tag name="PA" val="v3.0.1"/>
</p:tagLst>
</file>

<file path=ppt/tags/tag54.xml><?xml version="1.0" encoding="utf-8"?>
<p:tagLst xmlns:p="http://schemas.openxmlformats.org/presentationml/2006/main">
  <p:tag name="TIMING" val="|0.4|0.9|0.9|0.7|0.5|0.7|0.8|0.6|0.8|0.8|0.9"/>
</p:tagLst>
</file>

<file path=ppt/tags/tag55.xml><?xml version="1.0" encoding="utf-8"?>
<p:tagLst xmlns:p="http://schemas.openxmlformats.org/presentationml/2006/main">
  <p:tag name="PA" val="v3.0.1"/>
</p:tagLst>
</file>

<file path=ppt/tags/tag56.xml><?xml version="1.0" encoding="utf-8"?>
<p:tagLst xmlns:p="http://schemas.openxmlformats.org/presentationml/2006/main">
  <p:tag name="PA" val="v3.0.1"/>
</p:tagLst>
</file>

<file path=ppt/tags/tag57.xml><?xml version="1.0" encoding="utf-8"?>
<p:tagLst xmlns:p="http://schemas.openxmlformats.org/presentationml/2006/main">
  <p:tag name="PA" val="v3.0.1"/>
</p:tagLst>
</file>

<file path=ppt/tags/tag58.xml><?xml version="1.0" encoding="utf-8"?>
<p:tagLst xmlns:p="http://schemas.openxmlformats.org/presentationml/2006/main">
  <p:tag name="TIMING" val="|0.4|0.9|0.9|0.7|0.5|0.7|0.8|0.6|0.8|0.8|0.9"/>
</p:tagLst>
</file>

<file path=ppt/tags/tag59.xml><?xml version="1.0" encoding="utf-8"?>
<p:tagLst xmlns:p="http://schemas.openxmlformats.org/presentationml/2006/main">
  <p:tag name="PA" val="v3.0.1"/>
</p:tagLst>
</file>

<file path=ppt/tags/tag60.xml><?xml version="1.0" encoding="utf-8"?>
<p:tagLst xmlns:p="http://schemas.openxmlformats.org/presentationml/2006/main">
  <p:tag name="PA" val="v3.0.1"/>
</p:tagLst>
</file>

<file path=ppt/tags/tag61.xml><?xml version="1.0" encoding="utf-8"?>
<p:tagLst xmlns:p="http://schemas.openxmlformats.org/presentationml/2006/main">
  <p:tag name="PA" val="v3.0.1"/>
</p:tagLst>
</file>

<file path=ppt/tags/tag62.xml><?xml version="1.0" encoding="utf-8"?>
<p:tagLst xmlns:p="http://schemas.openxmlformats.org/presentationml/2006/main">
  <p:tag name="TIMING" val="|0.4|0.9|0.9|0.7|0.5|0.7|0.8|0.6|0.8|0.8|0.9"/>
</p:tagLst>
</file>

<file path=ppt/tags/tag63.xml><?xml version="1.0" encoding="utf-8"?>
<p:tagLst xmlns:p="http://schemas.openxmlformats.org/presentationml/2006/main">
  <p:tag name="PA" val="v3.0.1"/>
</p:tagLst>
</file>

<file path=ppt/tags/tag64.xml><?xml version="1.0" encoding="utf-8"?>
<p:tagLst xmlns:p="http://schemas.openxmlformats.org/presentationml/2006/main">
  <p:tag name="PA" val="v3.0.1"/>
</p:tagLst>
</file>

<file path=ppt/tags/tag65.xml><?xml version="1.0" encoding="utf-8"?>
<p:tagLst xmlns:p="http://schemas.openxmlformats.org/presentationml/2006/main">
  <p:tag name="PA" val="v3.0.1"/>
</p:tagLst>
</file>

<file path=ppt/tags/tag66.xml><?xml version="1.0" encoding="utf-8"?>
<p:tagLst xmlns:p="http://schemas.openxmlformats.org/presentationml/2006/main">
  <p:tag name="TIMING" val="|0.4|0.9|0.9|0.7|0.5|0.7|0.8|0.6|0.8|0.8|0.9"/>
</p:tagLst>
</file>

<file path=ppt/tags/tag67.xml><?xml version="1.0" encoding="utf-8"?>
<p:tagLst xmlns:p="http://schemas.openxmlformats.org/presentationml/2006/main">
  <p:tag name="PA" val="v3.0.1"/>
</p:tagLst>
</file>

<file path=ppt/tags/tag68.xml><?xml version="1.0" encoding="utf-8"?>
<p:tagLst xmlns:p="http://schemas.openxmlformats.org/presentationml/2006/main">
  <p:tag name="PA" val="v3.0.1"/>
</p:tagLst>
</file>

<file path=ppt/tags/tag69.xml><?xml version="1.0" encoding="utf-8"?>
<p:tagLst xmlns:p="http://schemas.openxmlformats.org/presentationml/2006/main">
  <p:tag name="PA" val="v3.0.1"/>
</p:tagLst>
</file>

<file path=ppt/tags/tag70.xml><?xml version="1.0" encoding="utf-8"?>
<p:tagLst xmlns:p="http://schemas.openxmlformats.org/presentationml/2006/main">
  <p:tag name="TIMING" val="|0.4|0.9|0.9|0.7|0.5|0.7|0.8|0.6|0.8|0.8|0.9"/>
</p:tagLst>
</file>

<file path=ppt/tags/tag71.xml><?xml version="1.0" encoding="utf-8"?>
<p:tagLst xmlns:p="http://schemas.openxmlformats.org/presentationml/2006/main">
  <p:tag name="PA" val="v3.0.1"/>
</p:tagLst>
</file>

<file path=ppt/tags/tag72.xml><?xml version="1.0" encoding="utf-8"?>
<p:tagLst xmlns:p="http://schemas.openxmlformats.org/presentationml/2006/main">
  <p:tag name="PA" val="v3.0.1"/>
</p:tagLst>
</file>

<file path=ppt/tags/tag73.xml><?xml version="1.0" encoding="utf-8"?>
<p:tagLst xmlns:p="http://schemas.openxmlformats.org/presentationml/2006/main">
  <p:tag name="PA" val="v3.0.1"/>
</p:tagLst>
</file>

<file path=ppt/tags/tag74.xml><?xml version="1.0" encoding="utf-8"?>
<p:tagLst xmlns:p="http://schemas.openxmlformats.org/presentationml/2006/main">
  <p:tag name="TIMING" val="|0.4|0.9|0.9|0.7|0.5|0.7|0.8|0.6|0.8|0.8|0.9"/>
</p:tagLst>
</file>

<file path=ppt/tags/tag75.xml><?xml version="1.0" encoding="utf-8"?>
<p:tagLst xmlns:p="http://schemas.openxmlformats.org/presentationml/2006/main">
  <p:tag name="PA" val="v3.0.1"/>
</p:tagLst>
</file>

<file path=ppt/tags/tag76.xml><?xml version="1.0" encoding="utf-8"?>
<p:tagLst xmlns:p="http://schemas.openxmlformats.org/presentationml/2006/main">
  <p:tag name="PA" val="v3.0.1"/>
</p:tagLst>
</file>

<file path=ppt/tags/tag77.xml><?xml version="1.0" encoding="utf-8"?>
<p:tagLst xmlns:p="http://schemas.openxmlformats.org/presentationml/2006/main">
  <p:tag name="PA" val="v3.0.1"/>
</p:tagLst>
</file>

<file path=ppt/tags/tag78.xml><?xml version="1.0" encoding="utf-8"?>
<p:tagLst xmlns:p="http://schemas.openxmlformats.org/presentationml/2006/main">
  <p:tag name="PA" val="v3.0.1"/>
</p:tagLst>
</file>

<file path=ppt/tags/tag79.xml><?xml version="1.0" encoding="utf-8"?>
<p:tagLst xmlns:p="http://schemas.openxmlformats.org/presentationml/2006/main">
  <p:tag name="TIMING" val="|0.2"/>
</p:tagLst>
</file>

<file path=ppt/theme/theme1.xml><?xml version="1.0" encoding="utf-8"?>
<a:theme xmlns:a="http://schemas.openxmlformats.org/drawingml/2006/main" name="第一PPT，www.1ppt.com">
  <a:themeElements>
    <a:clrScheme name="自定义 657">
      <a:dk1>
        <a:srgbClr val="5F5F5F"/>
      </a:dk1>
      <a:lt1>
        <a:srgbClr val="FFFFFF"/>
      </a:lt1>
      <a:dk2>
        <a:srgbClr val="FFFFFF"/>
      </a:dk2>
      <a:lt2>
        <a:srgbClr val="5F5F5F"/>
      </a:lt2>
      <a:accent1>
        <a:srgbClr val="67B58C"/>
      </a:accent1>
      <a:accent2>
        <a:srgbClr val="9DB670"/>
      </a:accent2>
      <a:accent3>
        <a:srgbClr val="4AAED2"/>
      </a:accent3>
      <a:accent4>
        <a:srgbClr val="6494B4"/>
      </a:accent4>
      <a:accent5>
        <a:srgbClr val="FFC000"/>
      </a:accent5>
      <a:accent6>
        <a:srgbClr val="FF3737"/>
      </a:accent6>
      <a:hlink>
        <a:srgbClr val="55C4F8"/>
      </a:hlink>
      <a:folHlink>
        <a:srgbClr val="C6EBFC"/>
      </a:folHlink>
    </a:clrScheme>
    <a:fontScheme name="4x1x00fv">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anchor="ctr" rtlCol="0"/>
      <a:lstStyle>
        <a:defPPr algn="ctr"/>
      </a:lstStyle>
      <a:style>
        <a:lnRef idx="2">
          <a:schemeClr val="accent1">
            <a:shade val="50000"/>
          </a:schemeClr>
        </a:lnRef>
        <a:fillRef idx="1">
          <a:schemeClr val="accent1"/>
        </a:fillRef>
        <a:effectRef idx="0">
          <a:schemeClr val="accent1"/>
        </a:effectRef>
        <a:fontRef idx="minor">
          <a:schemeClr val="lt1"/>
        </a:fontRef>
      </a:style>
    </a:spDef>
    <a:txDef>
      <a:spPr>
        <a:noFill/>
      </a:spPr>
      <a:bodyPr rtlCol="0" wrap="none">
        <a:spAutoFit/>
      </a:bodyPr>
      <a:lstStyle>
        <a:defPPr>
          <a:lnSpc>
            <a:spcPct val="130000"/>
          </a:lnSpc>
          <a:defRPr dirty="0" sz="1400" smtClean="0">
            <a:latin typeface="Arial" panose="020B0604020202020204" pitchFamily="34" charset="0"/>
            <a:ea typeface="微软雅黑" panose="020B0503020204020204" pitchFamily="34" charset="-122"/>
          </a:defRPr>
        </a:defPPr>
      </a:lstStyle>
    </a:txDef>
  </a:objectDefaults>
</a:theme>
</file>

<file path=ppt/theme/theme2.xml><?xml version="1.0" encoding="utf-8"?>
<a:theme xmlns:a="http://schemas.openxmlformats.org/drawingml/2006/main" name="自定义设计方案">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演示</Application>
  <ScaleCrop>0</ScaleCrop>
  <Manager>第一PPT</Manager>
  <Company>第一PPT，www.1ppt.com</Company>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互联网大数据</dc:title>
  <dc:creator>第一PPT</dc:creator>
  <cp:lastModifiedBy>～～</cp:lastModifiedBy>
  <dcterms:created xsi:type="dcterms:W3CDTF">2017-02-19T17:50:00Z</dcterms:created>
  <dcterms:modified xsi:type="dcterms:W3CDTF">2022-10-17T13:31:23Z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6029c2d714824e94bdd691c8d0c3e273</vt:lpwstr>
  </property>
  <property fmtid="{D5CDD505-2E9C-101B-9397-08002B2CF9AE}" pid="3" name="KSOProductBuildVer">
    <vt:lpwstr>2052-11.1.0.12598</vt:lpwstr>
  </property>
</Properties>
</file>