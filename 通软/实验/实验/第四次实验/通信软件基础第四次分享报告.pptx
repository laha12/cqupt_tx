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0.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1.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3.xml" ContentType="application/vnd.openxmlformats-officedocument.presentationml.notesSlide+xml"/>
  <Override PartName="/ppt/theme/themeOverride1.xml" ContentType="application/vnd.openxmlformats-officedocument.themeOverr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4.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5.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7.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8.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2"/>
  </p:sldMasterIdLst>
  <p:notesMasterIdLst>
    <p:notesMasterId r:id="rId22"/>
  </p:notesMasterIdLst>
  <p:sldIdLst>
    <p:sldId id="257" r:id="rId3"/>
    <p:sldId id="258" r:id="rId4"/>
    <p:sldId id="259" r:id="rId5"/>
    <p:sldId id="310" r:id="rId6"/>
    <p:sldId id="261" r:id="rId7"/>
    <p:sldId id="296" r:id="rId8"/>
    <p:sldId id="311" r:id="rId9"/>
    <p:sldId id="262" r:id="rId10"/>
    <p:sldId id="263" r:id="rId11"/>
    <p:sldId id="264" r:id="rId12"/>
    <p:sldId id="265" r:id="rId13"/>
    <p:sldId id="327" r:id="rId14"/>
    <p:sldId id="266" r:id="rId15"/>
    <p:sldId id="328" r:id="rId16"/>
    <p:sldId id="329" r:id="rId17"/>
    <p:sldId id="330" r:id="rId18"/>
    <p:sldId id="273" r:id="rId19"/>
    <p:sldId id="274" r:id="rId20"/>
    <p:sldId id="275" r:id="rId21"/>
  </p:sldIdLst>
  <p:sldSz cx="12192000" cy="6858000"/>
  <p:notesSz cx="6858000" cy="9144000"/>
  <p:embeddedFontLst>
    <p:embeddedFont>
      <p:font typeface="Calibri" panose="020F050202020403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等线" panose="02010600030101010101" pitchFamily="2" charset="-122"/>
      <p:regular r:id="rId31"/>
      <p:bold r:id="rId32"/>
    </p:embeddedFont>
    <p:embeddedFont>
      <p:font typeface="微软雅黑" panose="020B0503020204020204" pitchFamily="34" charset="-122"/>
      <p:regular r:id="rId33"/>
      <p:bold r:id="rId34"/>
    </p:embeddedFont>
    <p:embeddedFont>
      <p:font typeface="幼圆" panose="02010509060101010101" pitchFamily="49" charset="-122"/>
      <p:regular r:id="rId35"/>
    </p:embeddedFont>
  </p:embeddedFontLst>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0">
          <p15:clr>
            <a:srgbClr val="A4A3A4"/>
          </p15:clr>
        </p15:guide>
        <p15:guide id="2" pos="39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BBED"/>
    <a:srgbClr val="585BA4"/>
    <a:srgbClr val="52CBCE"/>
    <a:srgbClr val="00BCE7"/>
    <a:srgbClr val="4CD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4660"/>
  </p:normalViewPr>
  <p:slideViewPr>
    <p:cSldViewPr showGuides="1">
      <p:cViewPr varScale="1">
        <p:scale>
          <a:sx n="85" d="100"/>
          <a:sy n="85" d="100"/>
        </p:scale>
        <p:origin x="542" y="341"/>
      </p:cViewPr>
      <p:guideLst>
        <p:guide orient="horz" pos="2110"/>
        <p:guide pos="39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1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5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5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9ACE91-96EA-4495-BA13-44CA1395CF77}" type="datetimeFigureOut">
              <a:rPr lang="zh-CN" altLang="en-US" smtClean="0"/>
              <a:t>2022/10/24</a:t>
            </a:fld>
            <a:endParaRPr lang="zh-CN" altLang="en-US"/>
          </a:p>
        </p:txBody>
      </p:sp>
      <p:sp>
        <p:nvSpPr>
          <p:cNvPr id="104885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5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5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5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037BA2-8C0A-4455-8AAA-7F610C054BA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幻灯片图像占位符 1"/>
          <p:cNvSpPr>
            <a:spLocks noGrp="1" noRot="1" noChangeAspect="1"/>
          </p:cNvSpPr>
          <p:nvPr>
            <p:ph type="sldImg"/>
          </p:nvPr>
        </p:nvSpPr>
        <p:spPr/>
      </p:sp>
      <p:sp>
        <p:nvSpPr>
          <p:cNvPr id="1048669" name="备注占位符 2"/>
          <p:cNvSpPr>
            <a:spLocks noGrp="1"/>
          </p:cNvSpPr>
          <p:nvPr>
            <p:ph type="body" idx="1"/>
          </p:nvPr>
        </p:nvSpPr>
        <p:spPr/>
        <p:txBody>
          <a:bodyPr/>
          <a:lstStyle/>
          <a:p>
            <a:endParaRPr lang="zh-CN" altLang="en-US"/>
          </a:p>
        </p:txBody>
      </p:sp>
      <p:sp>
        <p:nvSpPr>
          <p:cNvPr id="1048670" name="灯片编号占位符 3"/>
          <p:cNvSpPr>
            <a:spLocks noGrp="1"/>
          </p:cNvSpPr>
          <p:nvPr>
            <p:ph type="sldNum" sz="quarter" idx="10"/>
          </p:nvPr>
        </p:nvSpPr>
        <p:spPr/>
        <p:txBody>
          <a:bodyPr/>
          <a:lstStyle/>
          <a:p>
            <a:fld id="{37037BA2-8C0A-4455-8AAA-7F610C054BA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幻灯片图像占位符 1"/>
          <p:cNvSpPr>
            <a:spLocks noGrp="1" noRot="1" noChangeAspect="1"/>
          </p:cNvSpPr>
          <p:nvPr>
            <p:ph type="sldImg"/>
          </p:nvPr>
        </p:nvSpPr>
        <p:spPr/>
      </p:sp>
      <p:sp>
        <p:nvSpPr>
          <p:cNvPr id="1048689" name="备注占位符 2"/>
          <p:cNvSpPr>
            <a:spLocks noGrp="1"/>
          </p:cNvSpPr>
          <p:nvPr>
            <p:ph type="body" idx="1"/>
          </p:nvPr>
        </p:nvSpPr>
        <p:spPr/>
        <p:txBody>
          <a:bodyPr/>
          <a:lstStyle/>
          <a:p>
            <a:endParaRPr lang="zh-CN" altLang="en-US"/>
          </a:p>
        </p:txBody>
      </p:sp>
      <p:sp>
        <p:nvSpPr>
          <p:cNvPr id="1048690" name="灯片编号占位符 3"/>
          <p:cNvSpPr>
            <a:spLocks noGrp="1"/>
          </p:cNvSpPr>
          <p:nvPr>
            <p:ph type="sldNum" sz="quarter" idx="10"/>
          </p:nvPr>
        </p:nvSpPr>
        <p:spPr/>
        <p:txBody>
          <a:bodyPr/>
          <a:lstStyle/>
          <a:p>
            <a:fld id="{37037BA2-8C0A-4455-8AAA-7F610C054BA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幻灯片图像占位符 1"/>
          <p:cNvSpPr>
            <a:spLocks noGrp="1" noRot="1" noChangeAspect="1"/>
          </p:cNvSpPr>
          <p:nvPr>
            <p:ph type="sldImg"/>
          </p:nvPr>
        </p:nvSpPr>
        <p:spPr/>
      </p:sp>
      <p:sp>
        <p:nvSpPr>
          <p:cNvPr id="1048709" name="备注占位符 2"/>
          <p:cNvSpPr>
            <a:spLocks noGrp="1"/>
          </p:cNvSpPr>
          <p:nvPr>
            <p:ph type="body" idx="1"/>
          </p:nvPr>
        </p:nvSpPr>
        <p:spPr/>
        <p:txBody>
          <a:bodyPr/>
          <a:lstStyle/>
          <a:p>
            <a:endParaRPr lang="zh-CN" altLang="en-US"/>
          </a:p>
        </p:txBody>
      </p:sp>
      <p:sp>
        <p:nvSpPr>
          <p:cNvPr id="1048710" name="灯片编号占位符 3"/>
          <p:cNvSpPr>
            <a:spLocks noGrp="1"/>
          </p:cNvSpPr>
          <p:nvPr>
            <p:ph type="sldNum" sz="quarter" idx="10"/>
          </p:nvPr>
        </p:nvSpPr>
        <p:spPr/>
        <p:txBody>
          <a:bodyPr/>
          <a:lstStyle/>
          <a:p>
            <a:fld id="{37037BA2-8C0A-4455-8AAA-7F610C054BA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幻灯片图像占位符 1"/>
          <p:cNvSpPr>
            <a:spLocks noGrp="1" noRot="1" noChangeAspect="1"/>
          </p:cNvSpPr>
          <p:nvPr>
            <p:ph type="sldImg"/>
          </p:nvPr>
        </p:nvSpPr>
        <p:spPr/>
      </p:sp>
      <p:sp>
        <p:nvSpPr>
          <p:cNvPr id="1048661" name="备注占位符 2"/>
          <p:cNvSpPr>
            <a:spLocks noGrp="1"/>
          </p:cNvSpPr>
          <p:nvPr>
            <p:ph type="body" idx="1"/>
          </p:nvPr>
        </p:nvSpPr>
        <p:spPr/>
        <p:txBody>
          <a:bodyPr/>
          <a:lstStyle/>
          <a:p>
            <a:endParaRPr lang="zh-CN" altLang="en-US"/>
          </a:p>
        </p:txBody>
      </p:sp>
      <p:sp>
        <p:nvSpPr>
          <p:cNvPr id="1048662" name="灯片编号占位符 3"/>
          <p:cNvSpPr>
            <a:spLocks noGrp="1"/>
          </p:cNvSpPr>
          <p:nvPr>
            <p:ph type="sldNum" sz="quarter" idx="10"/>
          </p:nvPr>
        </p:nvSpPr>
        <p:spPr/>
        <p:txBody>
          <a:bodyPr/>
          <a:lstStyle/>
          <a:p>
            <a:fld id="{37037BA2-8C0A-4455-8AAA-7F610C054BA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幻灯片图像占位符 1"/>
          <p:cNvSpPr>
            <a:spLocks noGrp="1" noRot="1" noChangeAspect="1"/>
          </p:cNvSpPr>
          <p:nvPr>
            <p:ph type="sldImg"/>
          </p:nvPr>
        </p:nvSpPr>
        <p:spPr/>
      </p:sp>
      <p:sp>
        <p:nvSpPr>
          <p:cNvPr id="1048643" name="备注占位符 2"/>
          <p:cNvSpPr>
            <a:spLocks noGrp="1"/>
          </p:cNvSpPr>
          <p:nvPr>
            <p:ph type="body" idx="1"/>
          </p:nvPr>
        </p:nvSpPr>
        <p:spPr/>
        <p:txBody>
          <a:bodyPr/>
          <a:lstStyle/>
          <a:p>
            <a:endParaRPr lang="zh-CN" altLang="en-US"/>
          </a:p>
        </p:txBody>
      </p:sp>
      <p:sp>
        <p:nvSpPr>
          <p:cNvPr id="1048644" name="灯片编号占位符 3"/>
          <p:cNvSpPr>
            <a:spLocks noGrp="1"/>
          </p:cNvSpPr>
          <p:nvPr>
            <p:ph type="sldNum" sz="quarter" idx="10"/>
          </p:nvPr>
        </p:nvSpPr>
        <p:spPr/>
        <p:txBody>
          <a:bodyPr/>
          <a:lstStyle/>
          <a:p>
            <a:fld id="{37037BA2-8C0A-4455-8AAA-7F610C054BA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1" name="幻灯片图像占位符 1"/>
          <p:cNvSpPr>
            <a:spLocks noGrp="1" noRot="1" noChangeAspect="1"/>
          </p:cNvSpPr>
          <p:nvPr>
            <p:ph type="sldImg"/>
          </p:nvPr>
        </p:nvSpPr>
        <p:spPr/>
      </p:sp>
      <p:sp>
        <p:nvSpPr>
          <p:cNvPr id="1048872" name="备注占位符 2"/>
          <p:cNvSpPr>
            <a:spLocks noGrp="1"/>
          </p:cNvSpPr>
          <p:nvPr>
            <p:ph type="body" idx="1"/>
          </p:nvPr>
        </p:nvSpPr>
        <p:spPr/>
        <p:txBody>
          <a:bodyPr/>
          <a:lstStyle/>
          <a:p>
            <a:endParaRPr lang="zh-CN" altLang="en-US"/>
          </a:p>
        </p:txBody>
      </p:sp>
      <p:sp>
        <p:nvSpPr>
          <p:cNvPr id="1048873" name="灯片编号占位符 3"/>
          <p:cNvSpPr>
            <a:spLocks noGrp="1"/>
          </p:cNvSpPr>
          <p:nvPr>
            <p:ph type="sldNum" sz="quarter" idx="10"/>
          </p:nvPr>
        </p:nvSpPr>
        <p:spPr/>
        <p:txBody>
          <a:bodyPr/>
          <a:lstStyle/>
          <a:p>
            <a:fld id="{37037BA2-8C0A-4455-8AAA-7F610C054BA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1" name="幻灯片图像占位符 1"/>
          <p:cNvSpPr>
            <a:spLocks noGrp="1" noRot="1" noChangeAspect="1"/>
          </p:cNvSpPr>
          <p:nvPr>
            <p:ph type="sldImg"/>
          </p:nvPr>
        </p:nvSpPr>
        <p:spPr/>
      </p:sp>
      <p:sp>
        <p:nvSpPr>
          <p:cNvPr id="1048872" name="备注占位符 2"/>
          <p:cNvSpPr>
            <a:spLocks noGrp="1"/>
          </p:cNvSpPr>
          <p:nvPr>
            <p:ph type="body" idx="1"/>
          </p:nvPr>
        </p:nvSpPr>
        <p:spPr/>
        <p:txBody>
          <a:bodyPr/>
          <a:lstStyle/>
          <a:p>
            <a:endParaRPr lang="zh-CN" altLang="en-US"/>
          </a:p>
        </p:txBody>
      </p:sp>
      <p:sp>
        <p:nvSpPr>
          <p:cNvPr id="1048873" name="灯片编号占位符 3"/>
          <p:cNvSpPr>
            <a:spLocks noGrp="1"/>
          </p:cNvSpPr>
          <p:nvPr>
            <p:ph type="sldNum" sz="quarter" idx="10"/>
          </p:nvPr>
        </p:nvSpPr>
        <p:spPr/>
        <p:txBody>
          <a:bodyPr/>
          <a:lstStyle/>
          <a:p>
            <a:fld id="{37037BA2-8C0A-4455-8AAA-7F610C054BA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幻灯片图像占位符 1"/>
          <p:cNvSpPr>
            <a:spLocks noGrp="1" noRot="1" noChangeAspect="1"/>
          </p:cNvSpPr>
          <p:nvPr>
            <p:ph type="sldImg"/>
          </p:nvPr>
        </p:nvSpPr>
        <p:spPr/>
      </p:sp>
      <p:sp>
        <p:nvSpPr>
          <p:cNvPr id="1048626" name="备注占位符 2"/>
          <p:cNvSpPr>
            <a:spLocks noGrp="1"/>
          </p:cNvSpPr>
          <p:nvPr>
            <p:ph type="body" idx="1"/>
          </p:nvPr>
        </p:nvSpPr>
        <p:spPr/>
        <p:txBody>
          <a:bodyPr/>
          <a:lstStyle/>
          <a:p>
            <a:endParaRPr lang="zh-CN" altLang="en-US"/>
          </a:p>
        </p:txBody>
      </p:sp>
      <p:sp>
        <p:nvSpPr>
          <p:cNvPr id="1048627" name="灯片编号占位符 3"/>
          <p:cNvSpPr>
            <a:spLocks noGrp="1"/>
          </p:cNvSpPr>
          <p:nvPr>
            <p:ph type="sldNum" sz="quarter" idx="10"/>
          </p:nvPr>
        </p:nvSpPr>
        <p:spPr/>
        <p:txBody>
          <a:bodyPr/>
          <a:lstStyle/>
          <a:p>
            <a:fld id="{37037BA2-8C0A-4455-8AAA-7F610C054BA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幻灯片图像占位符 1"/>
          <p:cNvSpPr>
            <a:spLocks noGrp="1" noRot="1" noChangeAspect="1"/>
          </p:cNvSpPr>
          <p:nvPr>
            <p:ph type="sldImg"/>
          </p:nvPr>
        </p:nvSpPr>
        <p:spPr/>
      </p:sp>
      <p:sp>
        <p:nvSpPr>
          <p:cNvPr id="1048591" name="备注占位符 2"/>
          <p:cNvSpPr>
            <a:spLocks noGrp="1"/>
          </p:cNvSpPr>
          <p:nvPr>
            <p:ph type="body" idx="1"/>
          </p:nvPr>
        </p:nvSpPr>
        <p:spPr/>
        <p:txBody>
          <a:bodyPr/>
          <a:lstStyle/>
          <a:p>
            <a:endParaRPr lang="zh-CN" altLang="en-US"/>
          </a:p>
        </p:txBody>
      </p:sp>
      <p:sp>
        <p:nvSpPr>
          <p:cNvPr id="1048592" name="灯片编号占位符 3"/>
          <p:cNvSpPr>
            <a:spLocks noGrp="1"/>
          </p:cNvSpPr>
          <p:nvPr>
            <p:ph type="sldNum" sz="quarter" idx="10"/>
          </p:nvPr>
        </p:nvSpPr>
        <p:spPr/>
        <p:txBody>
          <a:bodyPr/>
          <a:lstStyle/>
          <a:p>
            <a:fld id="{37037BA2-8C0A-4455-8AAA-7F610C054BA5}"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幻灯片图像占位符 1"/>
          <p:cNvSpPr>
            <a:spLocks noGrp="1" noRot="1" noChangeAspect="1"/>
          </p:cNvSpPr>
          <p:nvPr>
            <p:ph type="sldImg"/>
          </p:nvPr>
        </p:nvSpPr>
        <p:spPr/>
      </p:sp>
      <p:sp>
        <p:nvSpPr>
          <p:cNvPr id="1048599" name="备注占位符 2"/>
          <p:cNvSpPr>
            <a:spLocks noGrp="1"/>
          </p:cNvSpPr>
          <p:nvPr>
            <p:ph type="body" idx="1"/>
          </p:nvPr>
        </p:nvSpPr>
        <p:spPr/>
        <p:txBody>
          <a:bodyPr/>
          <a:lstStyle/>
          <a:p>
            <a:endParaRPr lang="zh-CN" altLang="en-US"/>
          </a:p>
        </p:txBody>
      </p:sp>
      <p:sp>
        <p:nvSpPr>
          <p:cNvPr id="1048600" name="灯片编号占位符 3"/>
          <p:cNvSpPr>
            <a:spLocks noGrp="1"/>
          </p:cNvSpPr>
          <p:nvPr>
            <p:ph type="sldNum" sz="quarter" idx="10"/>
          </p:nvPr>
        </p:nvSpPr>
        <p:spPr/>
        <p:txBody>
          <a:bodyPr/>
          <a:lstStyle/>
          <a:p>
            <a:fld id="{37037BA2-8C0A-4455-8AAA-7F610C054BA5}"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endParaRPr lang="zh-CN" altLang="en-US"/>
          </a:p>
        </p:txBody>
      </p:sp>
      <p:sp>
        <p:nvSpPr>
          <p:cNvPr id="1048635" name="灯片编号占位符 3"/>
          <p:cNvSpPr>
            <a:spLocks noGrp="1"/>
          </p:cNvSpPr>
          <p:nvPr>
            <p:ph type="sldNum" sz="quarter" idx="10"/>
          </p:nvPr>
        </p:nvSpPr>
        <p:spPr/>
        <p:txBody>
          <a:bodyPr/>
          <a:lstStyle/>
          <a:p>
            <a:fld id="{37037BA2-8C0A-4455-8AAA-7F610C054BA5}"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幻灯片图像占位符 1"/>
          <p:cNvSpPr>
            <a:spLocks noGrp="1" noRot="1" noChangeAspect="1"/>
          </p:cNvSpPr>
          <p:nvPr>
            <p:ph type="sldImg"/>
          </p:nvPr>
        </p:nvSpPr>
        <p:spPr/>
      </p:sp>
      <p:sp>
        <p:nvSpPr>
          <p:cNvPr id="1048634" name="备注占位符 2"/>
          <p:cNvSpPr>
            <a:spLocks noGrp="1"/>
          </p:cNvSpPr>
          <p:nvPr>
            <p:ph type="body" idx="1"/>
          </p:nvPr>
        </p:nvSpPr>
        <p:spPr/>
        <p:txBody>
          <a:bodyPr/>
          <a:lstStyle/>
          <a:p>
            <a:endParaRPr lang="zh-CN" altLang="en-US"/>
          </a:p>
        </p:txBody>
      </p:sp>
      <p:sp>
        <p:nvSpPr>
          <p:cNvPr id="1048635" name="灯片编号占位符 3"/>
          <p:cNvSpPr>
            <a:spLocks noGrp="1"/>
          </p:cNvSpPr>
          <p:nvPr>
            <p:ph type="sldNum" sz="quarter" idx="10"/>
          </p:nvPr>
        </p:nvSpPr>
        <p:spPr/>
        <p:txBody>
          <a:bodyPr/>
          <a:lstStyle/>
          <a:p>
            <a:fld id="{37037BA2-8C0A-4455-8AAA-7F610C054BA5}"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幻灯片图像占位符 1"/>
          <p:cNvSpPr>
            <a:spLocks noGrp="1" noRot="1" noChangeAspect="1"/>
          </p:cNvSpPr>
          <p:nvPr>
            <p:ph type="sldImg"/>
          </p:nvPr>
        </p:nvSpPr>
        <p:spPr/>
      </p:sp>
      <p:sp>
        <p:nvSpPr>
          <p:cNvPr id="1048652" name="备注占位符 2"/>
          <p:cNvSpPr>
            <a:spLocks noGrp="1"/>
          </p:cNvSpPr>
          <p:nvPr>
            <p:ph type="body" idx="1"/>
          </p:nvPr>
        </p:nvSpPr>
        <p:spPr/>
        <p:txBody>
          <a:bodyPr/>
          <a:lstStyle/>
          <a:p>
            <a:endParaRPr lang="zh-CN" altLang="en-US"/>
          </a:p>
        </p:txBody>
      </p:sp>
      <p:sp>
        <p:nvSpPr>
          <p:cNvPr id="1048653" name="灯片编号占位符 3"/>
          <p:cNvSpPr>
            <a:spLocks noGrp="1"/>
          </p:cNvSpPr>
          <p:nvPr>
            <p:ph type="sldNum" sz="quarter" idx="10"/>
          </p:nvPr>
        </p:nvSpPr>
        <p:spPr/>
        <p:txBody>
          <a:bodyPr/>
          <a:lstStyle/>
          <a:p>
            <a:fld id="{37037BA2-8C0A-4455-8AAA-7F610C054BA5}"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幻灯片图像占位符 1"/>
          <p:cNvSpPr>
            <a:spLocks noGrp="1" noRot="1" noChangeAspect="1"/>
          </p:cNvSpPr>
          <p:nvPr>
            <p:ph type="sldImg"/>
          </p:nvPr>
        </p:nvSpPr>
        <p:spPr/>
      </p:sp>
      <p:sp>
        <p:nvSpPr>
          <p:cNvPr id="1048759" name="备注占位符 2"/>
          <p:cNvSpPr>
            <a:spLocks noGrp="1"/>
          </p:cNvSpPr>
          <p:nvPr>
            <p:ph type="body" idx="1"/>
          </p:nvPr>
        </p:nvSpPr>
        <p:spPr/>
        <p:txBody>
          <a:bodyPr/>
          <a:lstStyle/>
          <a:p>
            <a:endParaRPr lang="zh-CN" altLang="en-US"/>
          </a:p>
        </p:txBody>
      </p:sp>
      <p:sp>
        <p:nvSpPr>
          <p:cNvPr id="1048760" name="灯片编号占位符 3"/>
          <p:cNvSpPr>
            <a:spLocks noGrp="1"/>
          </p:cNvSpPr>
          <p:nvPr>
            <p:ph type="sldNum" sz="quarter" idx="10"/>
          </p:nvPr>
        </p:nvSpPr>
        <p:spPr/>
        <p:txBody>
          <a:bodyPr/>
          <a:lstStyle/>
          <a:p>
            <a:fld id="{37037BA2-8C0A-4455-8AAA-7F610C054BA5}"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幻灯片图像占位符 1"/>
          <p:cNvSpPr>
            <a:spLocks noGrp="1" noRot="1" noChangeAspect="1"/>
          </p:cNvSpPr>
          <p:nvPr>
            <p:ph type="sldImg"/>
          </p:nvPr>
        </p:nvSpPr>
        <p:spPr/>
      </p:sp>
      <p:sp>
        <p:nvSpPr>
          <p:cNvPr id="1048768" name="备注占位符 2"/>
          <p:cNvSpPr>
            <a:spLocks noGrp="1"/>
          </p:cNvSpPr>
          <p:nvPr>
            <p:ph type="body" idx="1"/>
          </p:nvPr>
        </p:nvSpPr>
        <p:spPr/>
        <p:txBody>
          <a:bodyPr/>
          <a:lstStyle/>
          <a:p>
            <a:endParaRPr lang="zh-CN" altLang="en-US"/>
          </a:p>
        </p:txBody>
      </p:sp>
      <p:sp>
        <p:nvSpPr>
          <p:cNvPr id="1048769" name="灯片编号占位符 3"/>
          <p:cNvSpPr>
            <a:spLocks noGrp="1"/>
          </p:cNvSpPr>
          <p:nvPr>
            <p:ph type="sldNum" sz="quarter" idx="10"/>
          </p:nvPr>
        </p:nvSpPr>
        <p:spPr/>
        <p:txBody>
          <a:bodyPr/>
          <a:lstStyle/>
          <a:p>
            <a:fld id="{37037BA2-8C0A-4455-8AAA-7F610C054BA5}"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p:cNvSpPr>
          <p:nvPr>
            <p:ph type="sldImg"/>
          </p:nvPr>
        </p:nvSpPr>
        <p:spPr/>
      </p:sp>
      <p:sp>
        <p:nvSpPr>
          <p:cNvPr id="1048775" name="备注占位符 2"/>
          <p:cNvSpPr>
            <a:spLocks noGrp="1"/>
          </p:cNvSpPr>
          <p:nvPr>
            <p:ph type="body" idx="1"/>
          </p:nvPr>
        </p:nvSpPr>
        <p:spPr/>
        <p:txBody>
          <a:bodyPr/>
          <a:lstStyle/>
          <a:p>
            <a:endParaRPr lang="zh-CN" altLang="en-US"/>
          </a:p>
        </p:txBody>
      </p:sp>
      <p:sp>
        <p:nvSpPr>
          <p:cNvPr id="1048776" name="灯片编号占位符 3"/>
          <p:cNvSpPr>
            <a:spLocks noGrp="1"/>
          </p:cNvSpPr>
          <p:nvPr>
            <p:ph type="sldNum" sz="quarter" idx="10"/>
          </p:nvPr>
        </p:nvSpPr>
        <p:spPr/>
        <p:txBody>
          <a:bodyPr/>
          <a:lstStyle/>
          <a:p>
            <a:fld id="{37037BA2-8C0A-4455-8AAA-7F610C054BA5}"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sp>
        <p:nvSpPr>
          <p:cNvPr id="1048787"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788" name="KSO_FT"/>
          <p:cNvSpPr>
            <a:spLocks noGrp="1"/>
          </p:cNvSpPr>
          <p:nvPr>
            <p:ph type="ftr" sz="quarter" idx="11"/>
          </p:nvPr>
        </p:nvSpPr>
        <p:spPr/>
        <p:txBody>
          <a:bodyPr/>
          <a:lstStyle/>
          <a:p>
            <a:endParaRPr lang="zh-CN" altLang="en-US"/>
          </a:p>
        </p:txBody>
      </p:sp>
      <p:sp>
        <p:nvSpPr>
          <p:cNvPr id="1048789"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
        <p:nvSpPr>
          <p:cNvPr id="1048790" name="KSO_CT2"/>
          <p:cNvSpPr>
            <a:spLocks noGrp="1"/>
          </p:cNvSpPr>
          <p:nvPr>
            <p:ph type="subTitle" idx="1" hasCustomPrompt="1"/>
          </p:nvPr>
        </p:nvSpPr>
        <p:spPr>
          <a:xfrm>
            <a:off x="3321170" y="3943325"/>
            <a:ext cx="5572662" cy="467211"/>
          </a:xfrm>
          <a:noFill/>
        </p:spPr>
        <p:txBody>
          <a:bodyPr>
            <a:noAutofit/>
          </a:bodyPr>
          <a:lstStyle>
            <a:lvl1pPr marL="0" indent="0" algn="ctr">
              <a:buNone/>
              <a:defRPr sz="1800">
                <a:solidFill>
                  <a:srgbClr val="807352"/>
                </a:solidFill>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单击此处添加您的副标题</a:t>
            </a:r>
          </a:p>
        </p:txBody>
      </p:sp>
      <p:sp>
        <p:nvSpPr>
          <p:cNvPr id="1048791" name="KSO_CT1"/>
          <p:cNvSpPr>
            <a:spLocks noGrp="1"/>
          </p:cNvSpPr>
          <p:nvPr>
            <p:ph type="title" hasCustomPrompt="1"/>
          </p:nvPr>
        </p:nvSpPr>
        <p:spPr>
          <a:xfrm>
            <a:off x="3321170" y="2030959"/>
            <a:ext cx="5572663" cy="1720077"/>
          </a:xfrm>
        </p:spPr>
        <p:txBody>
          <a:bodyPr>
            <a:noAutofit/>
          </a:bodyPr>
          <a:lstStyle>
            <a:lvl1pPr algn="ctr">
              <a:defRPr sz="4000" baseline="0">
                <a:solidFill>
                  <a:schemeClr val="tx2"/>
                </a:solidFill>
                <a:effectLst/>
                <a:latin typeface="+mj-lt"/>
              </a:defRPr>
            </a:lvl1pPr>
          </a:lstStyle>
          <a:p>
            <a:r>
              <a:rPr lang="zh-CN" altLang="en-US" dirty="0"/>
              <a:t>单击此处</a:t>
            </a:r>
            <a:br>
              <a:rPr lang="en-US" altLang="zh-CN" dirty="0"/>
            </a:br>
            <a:r>
              <a:rPr lang="zh-CN" altLang="en-US" dirty="0"/>
              <a:t>添加您的标题文字</a:t>
            </a:r>
          </a:p>
        </p:txBody>
      </p:sp>
      <p:sp>
        <p:nvSpPr>
          <p:cNvPr id="1048792" name="图文框 8"/>
          <p:cNvSpPr/>
          <p:nvPr/>
        </p:nvSpPr>
        <p:spPr>
          <a:xfrm>
            <a:off x="3200400" y="1881552"/>
            <a:ext cx="5823877" cy="2926080"/>
          </a:xfrm>
          <a:prstGeom prst="frame">
            <a:avLst>
              <a:gd name="adj1" fmla="val 42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1048812" name="KSO_BT1"/>
          <p:cNvSpPr>
            <a:spLocks noGrp="1"/>
          </p:cNvSpPr>
          <p:nvPr>
            <p:ph type="title"/>
          </p:nvPr>
        </p:nvSpPr>
        <p:spPr/>
        <p:txBody>
          <a:bodyPr/>
          <a:lstStyle/>
          <a:p>
            <a:r>
              <a:rPr lang="zh-CN" altLang="en-US"/>
              <a:t>单击此处编辑母版标题样式</a:t>
            </a:r>
            <a:endParaRPr lang="en-US" dirty="0"/>
          </a:p>
        </p:txBody>
      </p:sp>
      <p:sp>
        <p:nvSpPr>
          <p:cNvPr id="1048813" name="KSO_BC1"/>
          <p:cNvSpPr>
            <a:spLocks noGrp="1"/>
          </p:cNvSpPr>
          <p:nvPr>
            <p:ph idx="1"/>
          </p:nvPr>
        </p:nvSpPr>
        <p:spPr/>
        <p:txBody>
          <a:bodyPr/>
          <a:lstStyle/>
          <a:p>
            <a:pPr lvl="0"/>
            <a:r>
              <a:rPr lang="zh-CN" altLang="en-US"/>
              <a:t>单击此处编辑母版文本样式</a:t>
            </a:r>
          </a:p>
          <a:p>
            <a:pPr lvl="1"/>
            <a:r>
              <a:rPr lang="zh-CN" altLang="en-US"/>
              <a:t>第二级</a:t>
            </a:r>
          </a:p>
        </p:txBody>
      </p:sp>
      <p:sp>
        <p:nvSpPr>
          <p:cNvPr id="1048814"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15" name="KSO_FT"/>
          <p:cNvSpPr>
            <a:spLocks noGrp="1"/>
          </p:cNvSpPr>
          <p:nvPr>
            <p:ph type="ftr" sz="quarter" idx="11"/>
          </p:nvPr>
        </p:nvSpPr>
        <p:spPr/>
        <p:txBody>
          <a:bodyPr/>
          <a:lstStyle/>
          <a:p>
            <a:endParaRPr lang="zh-CN" altLang="en-US"/>
          </a:p>
        </p:txBody>
      </p:sp>
      <p:sp>
        <p:nvSpPr>
          <p:cNvPr id="1048816"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048829" name="KSO_ST1"/>
          <p:cNvSpPr>
            <a:spLocks noGrp="1"/>
          </p:cNvSpPr>
          <p:nvPr>
            <p:ph type="title" hasCustomPrompt="1"/>
          </p:nvPr>
        </p:nvSpPr>
        <p:spPr>
          <a:xfrm>
            <a:off x="3366052" y="2464108"/>
            <a:ext cx="5446644" cy="1235075"/>
          </a:xfrm>
          <a:ln w="57150">
            <a:solidFill>
              <a:schemeClr val="bg1"/>
            </a:solidFill>
          </a:ln>
        </p:spPr>
        <p:txBody>
          <a:bodyPr anchor="ctr">
            <a:normAutofit/>
          </a:bodyPr>
          <a:lstStyle>
            <a:lvl1pPr algn="ctr">
              <a:defRPr sz="4000">
                <a:solidFill>
                  <a:schemeClr val="bg1"/>
                </a:solidFill>
                <a:effectLst/>
              </a:defRPr>
            </a:lvl1pPr>
          </a:lstStyle>
          <a:p>
            <a:r>
              <a:rPr lang="zh-CN" altLang="en-US" dirty="0"/>
              <a:t>此处添加您的标题</a:t>
            </a:r>
            <a:endParaRPr lang="en-US" dirty="0"/>
          </a:p>
        </p:txBody>
      </p:sp>
      <p:sp>
        <p:nvSpPr>
          <p:cNvPr id="1048830" name="KSO_ST2"/>
          <p:cNvSpPr>
            <a:spLocks noGrp="1"/>
          </p:cNvSpPr>
          <p:nvPr>
            <p:ph type="body" idx="1" hasCustomPrompt="1"/>
          </p:nvPr>
        </p:nvSpPr>
        <p:spPr>
          <a:xfrm>
            <a:off x="3371849" y="4108757"/>
            <a:ext cx="5440847" cy="453718"/>
          </a:xfrm>
          <a:prstGeom prst="rect">
            <a:avLst/>
          </a:prstGeom>
          <a:noFill/>
        </p:spPr>
        <p:txBody>
          <a:bodyPr anchor="ctr">
            <a:normAutofit/>
          </a:bodyPr>
          <a:lstStyle>
            <a:lvl1pPr marL="0" indent="0" algn="ctr">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a:t>单击此处添加您的副标题</a:t>
            </a:r>
            <a:endParaRPr lang="en-US" altLang="zh-CN" dirty="0"/>
          </a:p>
        </p:txBody>
      </p:sp>
      <p:sp>
        <p:nvSpPr>
          <p:cNvPr id="1048831"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32" name="KSO_FT"/>
          <p:cNvSpPr>
            <a:spLocks noGrp="1"/>
          </p:cNvSpPr>
          <p:nvPr>
            <p:ph type="ftr" sz="quarter" idx="11"/>
          </p:nvPr>
        </p:nvSpPr>
        <p:spPr/>
        <p:txBody>
          <a:bodyPr/>
          <a:lstStyle/>
          <a:p>
            <a:endParaRPr lang="zh-CN" altLang="en-US"/>
          </a:p>
        </p:txBody>
      </p:sp>
      <p:sp>
        <p:nvSpPr>
          <p:cNvPr id="1048833"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1048834" name="KSO_BT1"/>
          <p:cNvSpPr>
            <a:spLocks noGrp="1"/>
          </p:cNvSpPr>
          <p:nvPr>
            <p:ph type="title"/>
          </p:nvPr>
        </p:nvSpPr>
        <p:spPr/>
        <p:txBody>
          <a:bodyPr/>
          <a:lstStyle/>
          <a:p>
            <a:r>
              <a:rPr lang="zh-CN" altLang="en-US"/>
              <a:t>单击此处编辑母版标题样式</a:t>
            </a:r>
            <a:endParaRPr lang="en-US" dirty="0"/>
          </a:p>
        </p:txBody>
      </p:sp>
      <p:sp>
        <p:nvSpPr>
          <p:cNvPr id="1048835" name="KSO_BC1"/>
          <p:cNvSpPr>
            <a:spLocks noGrp="1"/>
          </p:cNvSpPr>
          <p:nvPr>
            <p:ph sz="half" idx="1"/>
          </p:nvPr>
        </p:nvSpPr>
        <p:spPr>
          <a:xfrm>
            <a:off x="558801" y="1423990"/>
            <a:ext cx="5080000" cy="4932363"/>
          </a:xfrm>
        </p:spPr>
        <p:txBody>
          <a:bodyPr/>
          <a:lstStyle/>
          <a:p>
            <a:pPr lvl="0"/>
            <a:r>
              <a:rPr lang="zh-CN" altLang="en-US"/>
              <a:t>单击此处编辑母版文本样式</a:t>
            </a:r>
          </a:p>
          <a:p>
            <a:pPr lvl="1"/>
            <a:r>
              <a:rPr lang="zh-CN" altLang="en-US"/>
              <a:t>第二级</a:t>
            </a:r>
          </a:p>
        </p:txBody>
      </p:sp>
      <p:sp>
        <p:nvSpPr>
          <p:cNvPr id="1048836" name="KSO_BC2"/>
          <p:cNvSpPr>
            <a:spLocks noGrp="1"/>
          </p:cNvSpPr>
          <p:nvPr>
            <p:ph sz="half" idx="2"/>
          </p:nvPr>
        </p:nvSpPr>
        <p:spPr>
          <a:xfrm>
            <a:off x="6520745" y="1423990"/>
            <a:ext cx="5094116" cy="4932363"/>
          </a:xfrm>
        </p:spPr>
        <p:txBody>
          <a:bodyPr/>
          <a:lstStyle/>
          <a:p>
            <a:pPr lvl="0"/>
            <a:r>
              <a:rPr lang="zh-CN" altLang="en-US"/>
              <a:t>单击此处编辑母版文本样式</a:t>
            </a:r>
          </a:p>
          <a:p>
            <a:pPr lvl="1"/>
            <a:r>
              <a:rPr lang="zh-CN" altLang="en-US"/>
              <a:t>第二级</a:t>
            </a:r>
          </a:p>
        </p:txBody>
      </p:sp>
      <p:sp>
        <p:nvSpPr>
          <p:cNvPr id="1048837"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38" name="KSO_FT"/>
          <p:cNvSpPr>
            <a:spLocks noGrp="1"/>
          </p:cNvSpPr>
          <p:nvPr>
            <p:ph type="ftr" sz="quarter" idx="11"/>
          </p:nvPr>
        </p:nvSpPr>
        <p:spPr/>
        <p:txBody>
          <a:bodyPr/>
          <a:lstStyle/>
          <a:p>
            <a:endParaRPr lang="zh-CN" altLang="en-US"/>
          </a:p>
        </p:txBody>
      </p:sp>
      <p:sp>
        <p:nvSpPr>
          <p:cNvPr id="1048839"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1048840" name="KSO_BT1"/>
          <p:cNvSpPr>
            <a:spLocks noGrp="1"/>
          </p:cNvSpPr>
          <p:nvPr>
            <p:ph type="title"/>
          </p:nvPr>
        </p:nvSpPr>
        <p:spPr>
          <a:xfrm>
            <a:off x="1099435" y="546361"/>
            <a:ext cx="9312101" cy="717023"/>
          </a:xfrm>
        </p:spPr>
        <p:txBody>
          <a:bodyPr/>
          <a:lstStyle/>
          <a:p>
            <a:r>
              <a:rPr lang="zh-CN" altLang="en-US"/>
              <a:t>单击此处编辑母版标题样式</a:t>
            </a:r>
            <a:endParaRPr lang="en-US" dirty="0"/>
          </a:p>
        </p:txBody>
      </p:sp>
      <p:sp>
        <p:nvSpPr>
          <p:cNvPr id="1048841" name="Text Placeholder 2"/>
          <p:cNvSpPr>
            <a:spLocks noGrp="1"/>
          </p:cNvSpPr>
          <p:nvPr>
            <p:ph type="body" idx="1"/>
          </p:nvPr>
        </p:nvSpPr>
        <p:spPr>
          <a:xfrm>
            <a:off x="1099435" y="1376363"/>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1048842" name="KSO_BC1"/>
          <p:cNvSpPr>
            <a:spLocks noGrp="1"/>
          </p:cNvSpPr>
          <p:nvPr>
            <p:ph sz="half" idx="2"/>
          </p:nvPr>
        </p:nvSpPr>
        <p:spPr>
          <a:xfrm>
            <a:off x="1099435" y="2200275"/>
            <a:ext cx="5157787" cy="3684588"/>
          </a:xfrm>
        </p:spPr>
        <p:txBody>
          <a:bodyPr/>
          <a:lstStyle/>
          <a:p>
            <a:pPr lvl="0"/>
            <a:r>
              <a:rPr lang="zh-CN" altLang="en-US"/>
              <a:t>单击此处编辑母版文本样式</a:t>
            </a:r>
          </a:p>
          <a:p>
            <a:pPr lvl="1"/>
            <a:r>
              <a:rPr lang="zh-CN" altLang="en-US"/>
              <a:t>第二级</a:t>
            </a:r>
          </a:p>
        </p:txBody>
      </p:sp>
      <p:sp>
        <p:nvSpPr>
          <p:cNvPr id="1048843" name="Text Placeholder 4"/>
          <p:cNvSpPr>
            <a:spLocks noGrp="1"/>
          </p:cNvSpPr>
          <p:nvPr>
            <p:ph type="body" sz="quarter" idx="3"/>
          </p:nvPr>
        </p:nvSpPr>
        <p:spPr>
          <a:xfrm>
            <a:off x="6431849" y="1376363"/>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1048844" name="KSO_BC2"/>
          <p:cNvSpPr>
            <a:spLocks noGrp="1"/>
          </p:cNvSpPr>
          <p:nvPr>
            <p:ph sz="quarter" idx="4"/>
          </p:nvPr>
        </p:nvSpPr>
        <p:spPr>
          <a:xfrm>
            <a:off x="6431849" y="2200275"/>
            <a:ext cx="5183188" cy="3684588"/>
          </a:xfrm>
        </p:spPr>
        <p:txBody>
          <a:bodyPr/>
          <a:lstStyle/>
          <a:p>
            <a:pPr lvl="0"/>
            <a:r>
              <a:rPr lang="zh-CN" altLang="en-US"/>
              <a:t>单击此处编辑母版文本样式</a:t>
            </a:r>
          </a:p>
          <a:p>
            <a:pPr lvl="1"/>
            <a:r>
              <a:rPr lang="zh-CN" altLang="en-US"/>
              <a:t>第二级</a:t>
            </a:r>
          </a:p>
        </p:txBody>
      </p:sp>
      <p:sp>
        <p:nvSpPr>
          <p:cNvPr id="1048845"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46" name="KSO_FT"/>
          <p:cNvSpPr>
            <a:spLocks noGrp="1"/>
          </p:cNvSpPr>
          <p:nvPr>
            <p:ph type="ftr" sz="quarter" idx="11"/>
          </p:nvPr>
        </p:nvSpPr>
        <p:spPr/>
        <p:txBody>
          <a:bodyPr/>
          <a:lstStyle/>
          <a:p>
            <a:endParaRPr lang="zh-CN" altLang="en-US"/>
          </a:p>
        </p:txBody>
      </p:sp>
      <p:sp>
        <p:nvSpPr>
          <p:cNvPr id="1048847"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1_比较">
    <p:spTree>
      <p:nvGrpSpPr>
        <p:cNvPr id="1" name=""/>
        <p:cNvGrpSpPr/>
        <p:nvPr/>
      </p:nvGrpSpPr>
      <p:grpSpPr>
        <a:xfrm>
          <a:off x="0" y="0"/>
          <a:ext cx="0" cy="0"/>
          <a:chOff x="0" y="0"/>
          <a:chExt cx="0" cy="0"/>
        </a:xfrm>
      </p:grpSpPr>
      <p:sp>
        <p:nvSpPr>
          <p:cNvPr id="1048793" name="KSO_BT1"/>
          <p:cNvSpPr>
            <a:spLocks noGrp="1"/>
          </p:cNvSpPr>
          <p:nvPr>
            <p:ph type="title"/>
          </p:nvPr>
        </p:nvSpPr>
        <p:spPr>
          <a:xfrm>
            <a:off x="1099435" y="546361"/>
            <a:ext cx="9312101" cy="717023"/>
          </a:xfrm>
        </p:spPr>
        <p:txBody>
          <a:bodyPr/>
          <a:lstStyle/>
          <a:p>
            <a:r>
              <a:rPr lang="zh-CN" altLang="en-US"/>
              <a:t>单击此处编辑母版标题样式</a:t>
            </a:r>
            <a:endParaRPr lang="en-US" dirty="0"/>
          </a:p>
        </p:txBody>
      </p:sp>
      <p:sp>
        <p:nvSpPr>
          <p:cNvPr id="1048794" name="Text Placeholder 2"/>
          <p:cNvSpPr>
            <a:spLocks noGrp="1"/>
          </p:cNvSpPr>
          <p:nvPr>
            <p:ph type="body" idx="1"/>
          </p:nvPr>
        </p:nvSpPr>
        <p:spPr>
          <a:xfrm>
            <a:off x="1099435" y="1376363"/>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1048795" name="KSO_BC1"/>
          <p:cNvSpPr>
            <a:spLocks noGrp="1"/>
          </p:cNvSpPr>
          <p:nvPr>
            <p:ph sz="half" idx="2"/>
          </p:nvPr>
        </p:nvSpPr>
        <p:spPr>
          <a:xfrm>
            <a:off x="1099435" y="2200275"/>
            <a:ext cx="5157787" cy="3684588"/>
          </a:xfrm>
        </p:spPr>
        <p:txBody>
          <a:bodyPr/>
          <a:lstStyle/>
          <a:p>
            <a:pPr lvl="0"/>
            <a:r>
              <a:rPr lang="zh-CN" altLang="en-US"/>
              <a:t>单击此处编辑母版文本样式</a:t>
            </a:r>
          </a:p>
          <a:p>
            <a:pPr lvl="1"/>
            <a:r>
              <a:rPr lang="zh-CN" altLang="en-US"/>
              <a:t>第二级</a:t>
            </a:r>
          </a:p>
        </p:txBody>
      </p:sp>
      <p:sp>
        <p:nvSpPr>
          <p:cNvPr id="1048796" name="Text Placeholder 4"/>
          <p:cNvSpPr>
            <a:spLocks noGrp="1"/>
          </p:cNvSpPr>
          <p:nvPr>
            <p:ph type="body" sz="quarter" idx="3"/>
          </p:nvPr>
        </p:nvSpPr>
        <p:spPr>
          <a:xfrm>
            <a:off x="6431849" y="1376363"/>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1048797" name="KSO_BC2"/>
          <p:cNvSpPr>
            <a:spLocks noGrp="1"/>
          </p:cNvSpPr>
          <p:nvPr>
            <p:ph sz="quarter" idx="4"/>
          </p:nvPr>
        </p:nvSpPr>
        <p:spPr>
          <a:xfrm>
            <a:off x="6431849" y="2200275"/>
            <a:ext cx="5183188" cy="3684588"/>
          </a:xfrm>
        </p:spPr>
        <p:txBody>
          <a:bodyPr/>
          <a:lstStyle/>
          <a:p>
            <a:pPr lvl="0"/>
            <a:r>
              <a:rPr lang="zh-CN" altLang="en-US"/>
              <a:t>单击此处编辑母版文本样式</a:t>
            </a:r>
          </a:p>
          <a:p>
            <a:pPr lvl="1"/>
            <a:r>
              <a:rPr lang="zh-CN" altLang="en-US"/>
              <a:t>第二级</a:t>
            </a:r>
          </a:p>
        </p:txBody>
      </p:sp>
      <p:sp>
        <p:nvSpPr>
          <p:cNvPr id="1048798"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799" name="KSO_FT"/>
          <p:cNvSpPr>
            <a:spLocks noGrp="1"/>
          </p:cNvSpPr>
          <p:nvPr>
            <p:ph type="ftr" sz="quarter" idx="11"/>
          </p:nvPr>
        </p:nvSpPr>
        <p:spPr/>
        <p:txBody>
          <a:bodyPr/>
          <a:lstStyle/>
          <a:p>
            <a:endParaRPr lang="zh-CN" altLang="en-US"/>
          </a:p>
        </p:txBody>
      </p:sp>
      <p:sp>
        <p:nvSpPr>
          <p:cNvPr id="1048800"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
        <p:nvSpPr>
          <p:cNvPr id="1048801" name="TextBox 10"/>
          <p:cNvSpPr txBox="1"/>
          <p:nvPr userDrawn="1"/>
        </p:nvSpPr>
        <p:spPr>
          <a:xfrm>
            <a:off x="1703512" y="6725449"/>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pPr>
            <a:r>
              <a:rPr kumimoji="0" lang="zh-CN" altLang="en-US" sz="100" b="0" i="0" u="none" strike="noStrike" kern="0" cap="none" spc="0" normalizeH="0" baseline="0" noProof="0" dirty="0">
                <a:ln>
                  <a:noFill/>
                </a:ln>
                <a:solidFill>
                  <a:prstClr val="black"/>
                </a:solidFill>
                <a:effectLst/>
                <a:uLnTx/>
                <a:uFillTx/>
                <a:hlinkClick r:id="rId2"/>
              </a:rPr>
              <a:t>行业</a:t>
            </a: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en-US" altLang="zh-CN" sz="100" b="0" i="0" u="none" strike="noStrike" kern="0" cap="none" spc="0" normalizeH="0" baseline="0" noProof="0" dirty="0">
                <a:ln>
                  <a:noFill/>
                </a:ln>
                <a:solidFill>
                  <a:prstClr val="black"/>
                </a:solidFill>
                <a:effectLst/>
                <a:uLnTx/>
                <a:uFillTx/>
              </a:rPr>
              <a:t>http://www.1ppt.com/hangye/</a:t>
            </a: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1048848" name="KSO_BT1"/>
          <p:cNvSpPr>
            <a:spLocks noGrp="1"/>
          </p:cNvSpPr>
          <p:nvPr>
            <p:ph type="title"/>
          </p:nvPr>
        </p:nvSpPr>
        <p:spPr/>
        <p:txBody>
          <a:bodyPr/>
          <a:lstStyle/>
          <a:p>
            <a:r>
              <a:rPr lang="zh-CN" altLang="en-US"/>
              <a:t>单击此处编辑母版标题样式</a:t>
            </a:r>
            <a:endParaRPr lang="en-US" dirty="0"/>
          </a:p>
        </p:txBody>
      </p:sp>
      <p:sp>
        <p:nvSpPr>
          <p:cNvPr id="1048849"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50" name="KSO_FT"/>
          <p:cNvSpPr>
            <a:spLocks noGrp="1"/>
          </p:cNvSpPr>
          <p:nvPr>
            <p:ph type="ftr" sz="quarter" idx="11"/>
          </p:nvPr>
        </p:nvSpPr>
        <p:spPr/>
        <p:txBody>
          <a:bodyPr/>
          <a:lstStyle/>
          <a:p>
            <a:endParaRPr lang="zh-CN" altLang="en-US"/>
          </a:p>
        </p:txBody>
      </p:sp>
      <p:sp>
        <p:nvSpPr>
          <p:cNvPr id="1048851"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048581"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582" name="KSO_FT"/>
          <p:cNvSpPr>
            <a:spLocks noGrp="1"/>
          </p:cNvSpPr>
          <p:nvPr>
            <p:ph type="ftr" sz="quarter" idx="11"/>
          </p:nvPr>
        </p:nvSpPr>
        <p:spPr/>
        <p:txBody>
          <a:bodyPr/>
          <a:lstStyle/>
          <a:p>
            <a:endParaRPr lang="zh-CN" altLang="en-US"/>
          </a:p>
        </p:txBody>
      </p:sp>
      <p:sp>
        <p:nvSpPr>
          <p:cNvPr id="1048583"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048817" name="KSO_BT1"/>
          <p:cNvSpPr>
            <a:spLocks noGrp="1"/>
          </p:cNvSpPr>
          <p:nvPr>
            <p:ph type="title"/>
          </p:nvPr>
        </p:nvSpPr>
        <p:spPr>
          <a:xfrm>
            <a:off x="1144590" y="533403"/>
            <a:ext cx="3932237" cy="1600200"/>
          </a:xfrm>
        </p:spPr>
        <p:txBody>
          <a:bodyPr anchor="b"/>
          <a:lstStyle>
            <a:lvl1pPr>
              <a:defRPr sz="2400"/>
            </a:lvl1pPr>
          </a:lstStyle>
          <a:p>
            <a:r>
              <a:rPr lang="zh-CN" altLang="en-US" dirty="0"/>
              <a:t>单击此处编辑母版标题样式</a:t>
            </a:r>
            <a:endParaRPr lang="en-US" dirty="0"/>
          </a:p>
        </p:txBody>
      </p:sp>
      <p:sp>
        <p:nvSpPr>
          <p:cNvPr id="1048818" name="KSO_BC1"/>
          <p:cNvSpPr>
            <a:spLocks noGrp="1"/>
          </p:cNvSpPr>
          <p:nvPr>
            <p:ph idx="1"/>
          </p:nvPr>
        </p:nvSpPr>
        <p:spPr>
          <a:xfrm>
            <a:off x="5487989" y="1063630"/>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p:txBody>
      </p:sp>
      <p:sp>
        <p:nvSpPr>
          <p:cNvPr id="1048819" name="KSO_BC2"/>
          <p:cNvSpPr>
            <a:spLocks noGrp="1"/>
          </p:cNvSpPr>
          <p:nvPr>
            <p:ph type="body" sz="half" idx="2"/>
          </p:nvPr>
        </p:nvSpPr>
        <p:spPr>
          <a:xfrm>
            <a:off x="1144590" y="2133603"/>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1048820"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21" name="KSO_FT"/>
          <p:cNvSpPr>
            <a:spLocks noGrp="1"/>
          </p:cNvSpPr>
          <p:nvPr>
            <p:ph type="ftr" sz="quarter" idx="11"/>
          </p:nvPr>
        </p:nvSpPr>
        <p:spPr/>
        <p:txBody>
          <a:bodyPr/>
          <a:lstStyle/>
          <a:p>
            <a:endParaRPr lang="zh-CN" altLang="en-US"/>
          </a:p>
        </p:txBody>
      </p:sp>
      <p:sp>
        <p:nvSpPr>
          <p:cNvPr id="1048822"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048823" name="KSO_BT1"/>
          <p:cNvSpPr>
            <a:spLocks noGrp="1"/>
          </p:cNvSpPr>
          <p:nvPr>
            <p:ph type="title"/>
          </p:nvPr>
        </p:nvSpPr>
        <p:spPr>
          <a:xfrm>
            <a:off x="1246192" y="457200"/>
            <a:ext cx="3932237" cy="1600200"/>
          </a:xfrm>
        </p:spPr>
        <p:txBody>
          <a:bodyPr anchor="b"/>
          <a:lstStyle>
            <a:lvl1pPr>
              <a:defRPr sz="2400"/>
            </a:lvl1pPr>
          </a:lstStyle>
          <a:p>
            <a:r>
              <a:rPr lang="zh-CN" altLang="en-US"/>
              <a:t>单击此处编辑母版标题样式</a:t>
            </a:r>
            <a:endParaRPr lang="en-US" dirty="0"/>
          </a:p>
        </p:txBody>
      </p:sp>
      <p:sp>
        <p:nvSpPr>
          <p:cNvPr id="1048824"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1048825" name="KSO_BC2"/>
          <p:cNvSpPr>
            <a:spLocks noGrp="1"/>
          </p:cNvSpPr>
          <p:nvPr>
            <p:ph type="body" sz="half" idx="2"/>
          </p:nvPr>
        </p:nvSpPr>
        <p:spPr>
          <a:xfrm>
            <a:off x="1246192" y="2057401"/>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1048826"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27" name="KSO_FT"/>
          <p:cNvSpPr>
            <a:spLocks noGrp="1"/>
          </p:cNvSpPr>
          <p:nvPr>
            <p:ph type="ftr" sz="quarter" idx="11"/>
          </p:nvPr>
        </p:nvSpPr>
        <p:spPr/>
        <p:txBody>
          <a:bodyPr/>
          <a:lstStyle/>
          <a:p>
            <a:endParaRPr lang="zh-CN" altLang="en-US"/>
          </a:p>
        </p:txBody>
      </p:sp>
      <p:sp>
        <p:nvSpPr>
          <p:cNvPr id="1048828"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1048807" name="KSO_BT1"/>
          <p:cNvSpPr>
            <a:spLocks noGrp="1"/>
          </p:cNvSpPr>
          <p:nvPr>
            <p:ph type="title"/>
          </p:nvPr>
        </p:nvSpPr>
        <p:spPr/>
        <p:txBody>
          <a:bodyPr/>
          <a:lstStyle/>
          <a:p>
            <a:r>
              <a:rPr lang="zh-CN" altLang="en-US"/>
              <a:t>单击此处编辑母版标题样式</a:t>
            </a:r>
            <a:endParaRPr lang="en-US" dirty="0"/>
          </a:p>
        </p:txBody>
      </p:sp>
      <p:sp>
        <p:nvSpPr>
          <p:cNvPr id="1048808"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1048809"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10" name="KSO_FT"/>
          <p:cNvSpPr>
            <a:spLocks noGrp="1"/>
          </p:cNvSpPr>
          <p:nvPr>
            <p:ph type="ftr" sz="quarter" idx="11"/>
          </p:nvPr>
        </p:nvSpPr>
        <p:spPr/>
        <p:txBody>
          <a:bodyPr/>
          <a:lstStyle/>
          <a:p>
            <a:endParaRPr lang="zh-CN" altLang="en-US"/>
          </a:p>
        </p:txBody>
      </p:sp>
      <p:sp>
        <p:nvSpPr>
          <p:cNvPr id="1048811"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1048802" name="KSO_BT1"/>
          <p:cNvSpPr>
            <a:spLocks noGrp="1"/>
          </p:cNvSpPr>
          <p:nvPr>
            <p:ph type="title" orient="vert"/>
          </p:nvPr>
        </p:nvSpPr>
        <p:spPr>
          <a:xfrm>
            <a:off x="10171290" y="365127"/>
            <a:ext cx="1182511" cy="5811839"/>
          </a:xfrm>
        </p:spPr>
        <p:txBody>
          <a:bodyPr vert="eaVert"/>
          <a:lstStyle/>
          <a:p>
            <a:r>
              <a:rPr lang="zh-CN" altLang="en-US"/>
              <a:t>单击此处编辑母版标题样式</a:t>
            </a:r>
            <a:endParaRPr lang="en-US" dirty="0"/>
          </a:p>
        </p:txBody>
      </p:sp>
      <p:sp>
        <p:nvSpPr>
          <p:cNvPr id="1048803" name="KSO_BC1"/>
          <p:cNvSpPr>
            <a:spLocks noGrp="1"/>
          </p:cNvSpPr>
          <p:nvPr>
            <p:ph type="body" orient="vert" idx="1"/>
          </p:nvPr>
        </p:nvSpPr>
        <p:spPr>
          <a:xfrm>
            <a:off x="2113842" y="365127"/>
            <a:ext cx="7933269" cy="5811839"/>
          </a:xfrm>
        </p:spPr>
        <p:txBody>
          <a:bodyPr vert="eaVert"/>
          <a:lstStyle/>
          <a:p>
            <a:pPr lvl="0"/>
            <a:r>
              <a:rPr lang="zh-CN" altLang="en-US"/>
              <a:t>单击此处编辑母版文本样式</a:t>
            </a:r>
          </a:p>
          <a:p>
            <a:pPr lvl="1"/>
            <a:r>
              <a:rPr lang="zh-CN" altLang="en-US"/>
              <a:t>第二级</a:t>
            </a:r>
          </a:p>
        </p:txBody>
      </p:sp>
      <p:sp>
        <p:nvSpPr>
          <p:cNvPr id="1048804" name="KSO_FD"/>
          <p:cNvSpPr>
            <a:spLocks noGrp="1"/>
          </p:cNvSpPr>
          <p:nvPr>
            <p:ph type="dt" sz="half" idx="10"/>
          </p:nvPr>
        </p:nvSpPr>
        <p:spPr/>
        <p:txBody>
          <a:bodyPr/>
          <a:lstStyle/>
          <a:p>
            <a:fld id="{C3358779-6271-4AF0-842B-711B53DA69BA}" type="datetimeFigureOut">
              <a:rPr lang="zh-CN" altLang="en-US" smtClean="0"/>
              <a:t>2022/10/24</a:t>
            </a:fld>
            <a:endParaRPr lang="zh-CN" altLang="en-US"/>
          </a:p>
        </p:txBody>
      </p:sp>
      <p:sp>
        <p:nvSpPr>
          <p:cNvPr id="1048805" name="KSO_FT"/>
          <p:cNvSpPr>
            <a:spLocks noGrp="1"/>
          </p:cNvSpPr>
          <p:nvPr>
            <p:ph type="ftr" sz="quarter" idx="11"/>
          </p:nvPr>
        </p:nvSpPr>
        <p:spPr/>
        <p:txBody>
          <a:bodyPr/>
          <a:lstStyle/>
          <a:p>
            <a:endParaRPr lang="zh-CN" altLang="en-US"/>
          </a:p>
        </p:txBody>
      </p:sp>
      <p:sp>
        <p:nvSpPr>
          <p:cNvPr id="1048806" name="KSO_FN"/>
          <p:cNvSpPr>
            <a:spLocks noGrp="1"/>
          </p:cNvSpPr>
          <p:nvPr>
            <p:ph type="sldNum" sz="quarter" idx="12"/>
          </p:nvPr>
        </p:nvSpPr>
        <p:spPr/>
        <p:txBody>
          <a:bodyPr/>
          <a:lstStyle/>
          <a:p>
            <a:fld id="{A9501C2D-6494-48CE-A525-4839469969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1048777"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1048778"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9"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2022/10/24</a:t>
            </a:fld>
            <a:endParaRPr lang="zh-CN" altLang="en-US">
              <a:solidFill>
                <a:prstClr val="black"/>
              </a:solidFill>
            </a:endParaRPr>
          </a:p>
        </p:txBody>
      </p:sp>
      <p:sp>
        <p:nvSpPr>
          <p:cNvPr id="1048780"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1048781"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104878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104878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8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2022/10/24</a:t>
            </a:fld>
            <a:endParaRPr lang="zh-CN" altLang="en-US">
              <a:solidFill>
                <a:prstClr val="black"/>
              </a:solidFill>
            </a:endParaRPr>
          </a:p>
        </p:txBody>
      </p:sp>
      <p:sp>
        <p:nvSpPr>
          <p:cNvPr id="104878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104878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screen"/>
          <a:srcRect/>
          <a:stretch>
            <a:fillRect/>
          </a:stretch>
        </a:blipFill>
        <a:effectLst/>
      </p:bgPr>
    </p:bg>
    <p:spTree>
      <p:nvGrpSpPr>
        <p:cNvPr id="1" name=""/>
        <p:cNvGrpSpPr/>
        <p:nvPr/>
      </p:nvGrpSpPr>
      <p:grpSpPr>
        <a:xfrm>
          <a:off x="0" y="0"/>
          <a:ext cx="0" cy="0"/>
          <a:chOff x="0" y="0"/>
          <a:chExt cx="0" cy="0"/>
        </a:xfrm>
      </p:grpSpPr>
      <p:sp>
        <p:nvSpPr>
          <p:cNvPr id="1048576" name="KSO_BT1"/>
          <p:cNvSpPr>
            <a:spLocks noGrp="1"/>
          </p:cNvSpPr>
          <p:nvPr>
            <p:ph type="title"/>
          </p:nvPr>
        </p:nvSpPr>
        <p:spPr>
          <a:xfrm>
            <a:off x="715991" y="376039"/>
            <a:ext cx="10739887" cy="699595"/>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1048577" name="KSO_FD"/>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D0CE79-49FB-443D-BEF8-6B709DE8FD0C}" type="datetimeFigureOut">
              <a:rPr lang="zh-CN" altLang="en-US" smtClean="0"/>
              <a:t>2022/10/24</a:t>
            </a:fld>
            <a:endParaRPr lang="zh-CN" altLang="en-US"/>
          </a:p>
        </p:txBody>
      </p:sp>
      <p:sp>
        <p:nvSpPr>
          <p:cNvPr id="1048578" name="KSO_FT"/>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1048579" name="KSO_FN"/>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F906490-237C-474C-BA2E-D98840BC1F8F}" type="slidenum">
              <a:rPr lang="zh-CN" altLang="en-US" smtClean="0"/>
              <a:t>‹#›</a:t>
            </a:fld>
            <a:endParaRPr lang="zh-CN" altLang="en-US"/>
          </a:p>
        </p:txBody>
      </p:sp>
      <p:sp>
        <p:nvSpPr>
          <p:cNvPr id="1048580" name="KSO_BC1"/>
          <p:cNvSpPr>
            <a:spLocks noGrp="1"/>
          </p:cNvSpPr>
          <p:nvPr>
            <p:ph type="body" idx="1"/>
          </p:nvPr>
        </p:nvSpPr>
        <p:spPr>
          <a:xfrm>
            <a:off x="715992" y="1344974"/>
            <a:ext cx="10739887" cy="492511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3200" b="1" i="0" kern="1200" baseline="0">
          <a:solidFill>
            <a:schemeClr val="accent1">
              <a:lumMod val="75000"/>
            </a:schemeClr>
          </a:solidFill>
          <a:effectLst/>
          <a:latin typeface="+mj-ea"/>
          <a:ea typeface="+mj-ea"/>
          <a:cs typeface="+mj-cs"/>
        </a:defRPr>
      </a:lvl1pPr>
    </p:titleStyle>
    <p:bodyStyle>
      <a:lvl1pPr marL="267970" indent="-267970" algn="just" defTabSz="685800" rtl="0" eaLnBrk="1" latinLnBrk="0" hangingPunct="1">
        <a:lnSpc>
          <a:spcPct val="110000"/>
        </a:lnSpc>
        <a:spcBef>
          <a:spcPts val="1800"/>
        </a:spcBef>
        <a:spcAft>
          <a:spcPts val="0"/>
        </a:spcAft>
        <a:buClr>
          <a:schemeClr val="accent1"/>
        </a:buClr>
        <a:buSzPct val="80000"/>
        <a:buFont typeface="Wingdings" panose="05000000000000000000" pitchFamily="2" charset="2"/>
        <a:buChar char="l"/>
        <a:defRPr sz="2400" kern="1200" baseline="0">
          <a:solidFill>
            <a:schemeClr val="accent2">
              <a:lumMod val="75000"/>
            </a:schemeClr>
          </a:solidFill>
          <a:latin typeface="+mj-ea"/>
          <a:ea typeface="+mj-ea"/>
          <a:cs typeface="+mn-cs"/>
        </a:defRPr>
      </a:lvl1pPr>
      <a:lvl2pPr marL="267970" indent="-267970" algn="just" defTabSz="685800" rtl="0" eaLnBrk="1" latinLnBrk="0" hangingPunct="1">
        <a:lnSpc>
          <a:spcPct val="130000"/>
        </a:lnSpc>
        <a:spcBef>
          <a:spcPts val="0"/>
        </a:spcBef>
        <a:spcAft>
          <a:spcPts val="45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cstate="screen"/>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3.png"/><Relationship Id="rId4" Type="http://schemas.openxmlformats.org/officeDocument/2006/relationships/tags" Target="../tags/tag5.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tags" Target="../tags/tag10.xml"/><Relationship Id="rId7" Type="http://schemas.openxmlformats.org/officeDocument/2006/relationships/image" Target="../media/image4.png"/><Relationship Id="rId12"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notesSlide" Target="../notesSlides/notesSlide2.xml"/><Relationship Id="rId11" Type="http://schemas.openxmlformats.org/officeDocument/2006/relationships/slide" Target="slide18.xml"/><Relationship Id="rId5" Type="http://schemas.openxmlformats.org/officeDocument/2006/relationships/slideLayout" Target="../slideLayouts/slideLayout8.xml"/><Relationship Id="rId10" Type="http://schemas.openxmlformats.org/officeDocument/2006/relationships/slide" Target="slide10.xml"/><Relationship Id="rId4" Type="http://schemas.openxmlformats.org/officeDocument/2006/relationships/tags" Target="../tags/tag11.xml"/><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4.xml"/><Relationship Id="rId7" Type="http://schemas.openxmlformats.org/officeDocument/2006/relationships/image" Target="../media/image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notesSlide" Target="../notesSlides/notesSlide3.xml"/><Relationship Id="rId5" Type="http://schemas.openxmlformats.org/officeDocument/2006/relationships/slideLayout" Target="../slideLayouts/slideLayout8.xml"/><Relationship Id="rId4" Type="http://schemas.openxmlformats.org/officeDocument/2006/relationships/tags" Target="../tags/tag15.xml"/><Relationship Id="rId9" Type="http://schemas.openxmlformats.org/officeDocument/2006/relationships/slide" Target="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8.xml"/><Relationship Id="rId7" Type="http://schemas.openxmlformats.org/officeDocument/2006/relationships/image" Target="../media/image6.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notesSlide" Target="../notesSlides/notesSlide4.xml"/><Relationship Id="rId5" Type="http://schemas.openxmlformats.org/officeDocument/2006/relationships/slideLayout" Target="../slideLayouts/slideLayout8.xml"/><Relationship Id="rId10" Type="http://schemas.openxmlformats.org/officeDocument/2006/relationships/image" Target="../media/image8.png"/><Relationship Id="rId4" Type="http://schemas.openxmlformats.org/officeDocument/2006/relationships/tags" Target="../tags/tag19.xml"/><Relationship Id="rId9"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2.xml"/><Relationship Id="rId7" Type="http://schemas.openxmlformats.org/officeDocument/2006/relationships/image" Target="../media/image6.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5.xml"/><Relationship Id="rId5" Type="http://schemas.openxmlformats.org/officeDocument/2006/relationships/slideLayout" Target="../slideLayouts/slideLayout8.xml"/><Relationship Id="rId4" Type="http://schemas.openxmlformats.org/officeDocument/2006/relationships/tags" Target="../tags/tag23.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6.xml"/><Relationship Id="rId7" Type="http://schemas.openxmlformats.org/officeDocument/2006/relationships/image" Target="../media/image6.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notesSlide" Target="../notesSlides/notesSlide6.xml"/><Relationship Id="rId5" Type="http://schemas.openxmlformats.org/officeDocument/2006/relationships/slideLayout" Target="../slideLayouts/slideLayout8.xml"/><Relationship Id="rId4" Type="http://schemas.openxmlformats.org/officeDocument/2006/relationships/tags" Target="../tags/tag27.xml"/><Relationship Id="rId9" Type="http://schemas.openxmlformats.org/officeDocument/2006/relationships/image" Target="../media/image9.GIF"/></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0.xml"/><Relationship Id="rId7" Type="http://schemas.openxmlformats.org/officeDocument/2006/relationships/image" Target="../media/image6.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notesSlide" Target="../notesSlides/notesSlide7.xml"/><Relationship Id="rId5" Type="http://schemas.openxmlformats.org/officeDocument/2006/relationships/slideLayout" Target="../slideLayouts/slideLayout8.xml"/><Relationship Id="rId4" Type="http://schemas.openxmlformats.org/officeDocument/2006/relationships/tags" Target="../tags/tag31.xml"/><Relationship Id="rId9" Type="http://schemas.openxmlformats.org/officeDocument/2006/relationships/image" Target="../media/image10.GIF"/></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4.xml"/><Relationship Id="rId7" Type="http://schemas.openxmlformats.org/officeDocument/2006/relationships/image" Target="../media/image6.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notesSlide" Target="../notesSlides/notesSlide8.xml"/><Relationship Id="rId5" Type="http://schemas.openxmlformats.org/officeDocument/2006/relationships/slideLayout" Target="../slideLayouts/slideLayout8.xml"/><Relationship Id="rId4" Type="http://schemas.openxmlformats.org/officeDocument/2006/relationships/tags" Target="../tags/tag35.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8.xml"/><Relationship Id="rId7" Type="http://schemas.openxmlformats.org/officeDocument/2006/relationships/image" Target="../media/image6.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9.xml"/><Relationship Id="rId5" Type="http://schemas.openxmlformats.org/officeDocument/2006/relationships/slideLayout" Target="../slideLayouts/slideLayout8.xml"/><Relationship Id="rId4" Type="http://schemas.openxmlformats.org/officeDocument/2006/relationships/tags" Target="../tags/tag39.xml"/><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2.xml"/><Relationship Id="rId7" Type="http://schemas.openxmlformats.org/officeDocument/2006/relationships/image" Target="../media/image6.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10.xml"/><Relationship Id="rId5" Type="http://schemas.openxmlformats.org/officeDocument/2006/relationships/slideLayout" Target="../slideLayouts/slideLayout8.xml"/><Relationship Id="rId4" Type="http://schemas.openxmlformats.org/officeDocument/2006/relationships/tags" Target="../tags/tag43.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6.xml"/><Relationship Id="rId7" Type="http://schemas.openxmlformats.org/officeDocument/2006/relationships/image" Target="../media/image6.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11.xml"/><Relationship Id="rId5" Type="http://schemas.openxmlformats.org/officeDocument/2006/relationships/slideLayout" Target="../slideLayouts/slideLayout8.xml"/><Relationship Id="rId4" Type="http://schemas.openxmlformats.org/officeDocument/2006/relationships/tags" Target="../tags/tag47.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50.xml"/><Relationship Id="rId7" Type="http://schemas.openxmlformats.org/officeDocument/2006/relationships/image" Target="../media/image6.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12.xml"/><Relationship Id="rId5" Type="http://schemas.openxmlformats.org/officeDocument/2006/relationships/slideLayout" Target="../slideLayouts/slideLayout8.xml"/><Relationship Id="rId4" Type="http://schemas.openxmlformats.org/officeDocument/2006/relationships/tags" Target="../tags/tag51.xml"/></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54.xml"/><Relationship Id="rId7" Type="http://schemas.openxmlformats.org/officeDocument/2006/relationships/image" Target="../media/image6.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13.xml"/><Relationship Id="rId5" Type="http://schemas.openxmlformats.org/officeDocument/2006/relationships/slideLayout" Target="../slideLayouts/slideLayout8.xml"/><Relationship Id="rId4" Type="http://schemas.openxmlformats.org/officeDocument/2006/relationships/tags" Target="../tags/tag55.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57.xml"/><Relationship Id="rId7" Type="http://schemas.openxmlformats.org/officeDocument/2006/relationships/notesSlide" Target="../notesSlides/notesSlide14.xml"/><Relationship Id="rId2" Type="http://schemas.openxmlformats.org/officeDocument/2006/relationships/tags" Target="../tags/tag56.xml"/><Relationship Id="rId1" Type="http://schemas.openxmlformats.org/officeDocument/2006/relationships/themeOverride" Target="../theme/themeOverride1.xml"/><Relationship Id="rId6" Type="http://schemas.openxmlformats.org/officeDocument/2006/relationships/slideLayout" Target="../slideLayouts/slideLayout8.xml"/><Relationship Id="rId5" Type="http://schemas.openxmlformats.org/officeDocument/2006/relationships/tags" Target="../tags/tag59.xml"/><Relationship Id="rId4" Type="http://schemas.openxmlformats.org/officeDocument/2006/relationships/tags" Target="../tags/tag58.xml"/><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62.xml"/><Relationship Id="rId7" Type="http://schemas.openxmlformats.org/officeDocument/2006/relationships/image" Target="../media/image6.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notesSlide" Target="../notesSlides/notesSlide15.xml"/><Relationship Id="rId5" Type="http://schemas.openxmlformats.org/officeDocument/2006/relationships/slideLayout" Target="../slideLayouts/slideLayout8.xml"/><Relationship Id="rId4" Type="http://schemas.openxmlformats.org/officeDocument/2006/relationships/tags" Target="../tags/tag63.xml"/></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66.xml"/><Relationship Id="rId7"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notesSlide" Target="../notesSlides/notesSlide16.xml"/><Relationship Id="rId5" Type="http://schemas.openxmlformats.org/officeDocument/2006/relationships/slideLayout" Target="../slideLayouts/slideLayout8.xml"/><Relationship Id="rId4" Type="http://schemas.openxmlformats.org/officeDocument/2006/relationships/tags" Target="../tags/tag67.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3" Type="http://schemas.openxmlformats.org/officeDocument/2006/relationships/tags" Target="../tags/tag70.xml"/><Relationship Id="rId7" Type="http://schemas.openxmlformats.org/officeDocument/2006/relationships/slideLayout" Target="../slideLayouts/slideLayout8.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12.png"/><Relationship Id="rId5" Type="http://schemas.openxmlformats.org/officeDocument/2006/relationships/tags" Target="../tags/tag72.xml"/><Relationship Id="rId10" Type="http://schemas.openxmlformats.org/officeDocument/2006/relationships/image" Target="../media/image7.png"/><Relationship Id="rId4" Type="http://schemas.openxmlformats.org/officeDocument/2006/relationships/tags" Target="../tags/tag71.xml"/><Relationship Id="rId9"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6.xml"/><Relationship Id="rId7" Type="http://schemas.openxmlformats.org/officeDocument/2006/relationships/image" Target="../media/image6.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notesSlide" Target="../notesSlides/notesSlide18.xml"/><Relationship Id="rId5" Type="http://schemas.openxmlformats.org/officeDocument/2006/relationships/slideLayout" Target="../slideLayouts/slideLayout8.xml"/><Relationship Id="rId4" Type="http://schemas.openxmlformats.org/officeDocument/2006/relationships/tags" Target="../tags/tag77.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0.xml"/><Relationship Id="rId7" Type="http://schemas.openxmlformats.org/officeDocument/2006/relationships/notesSlide" Target="../notesSlides/notesSlide19.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Layout" Target="../slideLayouts/slideLayout8.xml"/><Relationship Id="rId5" Type="http://schemas.openxmlformats.org/officeDocument/2006/relationships/tags" Target="../tags/tag82.xml"/><Relationship Id="rId4" Type="http://schemas.openxmlformats.org/officeDocument/2006/relationships/tags" Target="../tags/tag8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63" name="PA_文本框 8"/>
          <p:cNvSpPr txBox="1"/>
          <p:nvPr>
            <p:custDataLst>
              <p:tags r:id="rId2"/>
            </p:custDataLst>
          </p:nvPr>
        </p:nvSpPr>
        <p:spPr>
          <a:xfrm>
            <a:off x="3210895" y="2484475"/>
            <a:ext cx="8244205" cy="1014730"/>
          </a:xfrm>
          <a:prstGeom prst="rect">
            <a:avLst/>
          </a:prstGeom>
          <a:noFill/>
        </p:spPr>
        <p:txBody>
          <a:bodyPr wrap="none" rtlCol="0">
            <a:spAutoFit/>
          </a:bodyPr>
          <a:lstStyle/>
          <a:p>
            <a:pPr algn="ct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实验四：</a:t>
            </a:r>
            <a:r>
              <a:rPr lang="en-US" altLang="zh-CN" sz="6000" dirty="0">
                <a:solidFill>
                  <a:schemeClr val="bg1">
                    <a:lumMod val="85000"/>
                  </a:schemeClr>
                </a:solidFill>
                <a:effectLst>
                  <a:outerShdw blurRad="38100" dist="38100" dir="2700000" algn="tl">
                    <a:srgbClr val="000000">
                      <a:alpha val="43137"/>
                    </a:srgbClr>
                  </a:outerShdw>
                </a:effectLst>
                <a:cs typeface="+mn-ea"/>
                <a:sym typeface="+mn-lt"/>
              </a:rPr>
              <a:t>DFS</a:t>
            </a: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和</a:t>
            </a:r>
            <a:r>
              <a:rPr lang="en-US" altLang="zh-CN" sz="6000" dirty="0">
                <a:solidFill>
                  <a:schemeClr val="bg1">
                    <a:lumMod val="85000"/>
                  </a:schemeClr>
                </a:solidFill>
                <a:effectLst>
                  <a:outerShdw blurRad="38100" dist="38100" dir="2700000" algn="tl">
                    <a:srgbClr val="000000">
                      <a:alpha val="43137"/>
                    </a:srgbClr>
                  </a:outerShdw>
                </a:effectLst>
                <a:cs typeface="+mn-ea"/>
                <a:sym typeface="+mn-lt"/>
              </a:rPr>
              <a:t>BFS</a:t>
            </a: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算法</a:t>
            </a:r>
          </a:p>
        </p:txBody>
      </p:sp>
      <p:sp>
        <p:nvSpPr>
          <p:cNvPr id="1048664" name="PA_矩形 12"/>
          <p:cNvSpPr/>
          <p:nvPr>
            <p:custDataLst>
              <p:tags r:id="rId3"/>
            </p:custDataLst>
          </p:nvPr>
        </p:nvSpPr>
        <p:spPr>
          <a:xfrm>
            <a:off x="4295775" y="4149090"/>
            <a:ext cx="6453505" cy="337185"/>
          </a:xfrm>
          <a:prstGeom prst="rect">
            <a:avLst/>
          </a:prstGeom>
        </p:spPr>
        <p:txBody>
          <a:bodyPr wrap="square">
            <a:spAutoFit/>
          </a:bodyPr>
          <a:lstStyle/>
          <a:p>
            <a:pPr algn="ctr">
              <a:buClrTx/>
              <a:buSzTx/>
              <a:buFontTx/>
            </a:pPr>
            <a:r>
              <a:rPr lang="zh-CN" altLang="en-US" sz="1600" dirty="0">
                <a:solidFill>
                  <a:schemeClr val="bg1">
                    <a:lumMod val="85000"/>
                  </a:schemeClr>
                </a:solidFill>
                <a:cs typeface="+mn-ea"/>
                <a:sym typeface="+mn-lt"/>
              </a:rPr>
              <a:t>汇报小组成员名称：</a:t>
            </a:r>
            <a:r>
              <a:rPr lang="zh-CN" altLang="en-US" sz="1600" dirty="0">
                <a:solidFill>
                  <a:schemeClr val="bg1">
                    <a:lumMod val="85000"/>
                  </a:schemeClr>
                </a:solidFill>
                <a:cs typeface="+mn-ea"/>
                <a:sym typeface="+mn-ea"/>
              </a:rPr>
              <a:t>郭佳鑫，丁海涛，黄天赐，胡跃辉，符琪博</a:t>
            </a:r>
          </a:p>
        </p:txBody>
      </p:sp>
      <p:grpSp>
        <p:nvGrpSpPr>
          <p:cNvPr id="75" name="组合 12"/>
          <p:cNvGrpSpPr/>
          <p:nvPr/>
        </p:nvGrpSpPr>
        <p:grpSpPr>
          <a:xfrm>
            <a:off x="4750714" y="4079789"/>
            <a:ext cx="5543625" cy="45719"/>
            <a:chOff x="3182554" y="3904019"/>
            <a:chExt cx="5543625" cy="45719"/>
          </a:xfrm>
        </p:grpSpPr>
        <p:sp>
          <p:nvSpPr>
            <p:cNvPr id="1048665" name="PA_矩形 11"/>
            <p:cNvSpPr/>
            <p:nvPr>
              <p:custDataLst>
                <p:tags r:id="rId4"/>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66" name="PA_矩形 11"/>
            <p:cNvSpPr/>
            <p:nvPr>
              <p:custDataLst>
                <p:tags r:id="rId5"/>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67" name="PA_矩形 11"/>
            <p:cNvSpPr/>
            <p:nvPr>
              <p:custDataLst>
                <p:tags r:id="rId6"/>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7" name="图片 16" descr="图片包含 就坐, 黑色, 建筑物, 户外&#10;&#10;已生成高可信度的说明"/>
          <p:cNvPicPr>
            <a:picLocks noChangeAspect="1"/>
          </p:cNvPicPr>
          <p:nvPr/>
        </p:nvPicPr>
        <p:blipFill rotWithShape="1">
          <a:blip r:embed="rId9" cstate="screen"/>
          <a:srcRect/>
          <a:stretch>
            <a:fillRect/>
          </a:stretch>
        </p:blipFill>
        <p:spPr>
          <a:xfrm>
            <a:off x="-24680" y="116632"/>
            <a:ext cx="5974513" cy="6465124"/>
          </a:xfrm>
          <a:prstGeom prst="rect">
            <a:avLst/>
          </a:prstGeom>
        </p:spPr>
      </p:pic>
      <p:pic>
        <p:nvPicPr>
          <p:cNvPr id="2097168" name="图片 17" descr="图片包含 就坐, 黑色, 建筑物, 户外&#10;&#10;已生成高可信度的说明"/>
          <p:cNvPicPr>
            <a:picLocks noChangeAspect="1"/>
          </p:cNvPicPr>
          <p:nvPr/>
        </p:nvPicPr>
        <p:blipFill rotWithShape="1">
          <a:blip r:embed="rId10" cstate="screen"/>
          <a:srcRect/>
          <a:stretch>
            <a:fillRect/>
          </a:stretch>
        </p:blipFill>
        <p:spPr>
          <a:xfrm flipH="1">
            <a:off x="10310355" y="3933838"/>
            <a:ext cx="1849735" cy="2082420"/>
          </a:xfrm>
          <a:prstGeom prst="rect">
            <a:avLst/>
          </a:prstGeom>
        </p:spPr>
      </p:pic>
      <p:sp>
        <p:nvSpPr>
          <p:cNvPr id="3" name="文本框 2"/>
          <p:cNvSpPr txBox="1"/>
          <p:nvPr/>
        </p:nvSpPr>
        <p:spPr>
          <a:xfrm>
            <a:off x="7604125" y="619760"/>
            <a:ext cx="309880" cy="370840"/>
          </a:xfrm>
          <a:prstGeom prst="rect">
            <a:avLst/>
          </a:prstGeom>
          <a:noFill/>
        </p:spPr>
        <p:txBody>
          <a:bodyPr wrap="none" rtlCol="0">
            <a:spAutoFit/>
          </a:bodyPr>
          <a:lstStyle/>
          <a:p>
            <a:pPr>
              <a:lnSpc>
                <a:spcPct val="130000"/>
              </a:lnSpc>
            </a:pPr>
            <a:endParaRPr lang="zh-CN" altLang="en-US" sz="1400" dirty="0">
              <a:latin typeface="Arial" panose="020B0604020202020204" pitchFamily="34" charset="0"/>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heel spokes="8"/>
      </p:transition>
    </mc:Choice>
    <mc:Fallback xmlns="">
      <p:transition spd="slow">
        <p:wheel spokes="8"/>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97167"/>
                                        </p:tgtEl>
                                        <p:attrNameLst>
                                          <p:attrName>style.visibility</p:attrName>
                                        </p:attrNameLst>
                                      </p:cBhvr>
                                      <p:to>
                                        <p:strVal val="visible"/>
                                      </p:to>
                                    </p:set>
                                    <p:anim calcmode="lin" valueType="num">
                                      <p:cBhvr>
                                        <p:cTn id="7" dur="500" fill="hold"/>
                                        <p:tgtEl>
                                          <p:spTgt spid="2097167"/>
                                        </p:tgtEl>
                                        <p:attrNameLst>
                                          <p:attrName>ppt_w</p:attrName>
                                        </p:attrNameLst>
                                      </p:cBhvr>
                                      <p:tavLst>
                                        <p:tav tm="0">
                                          <p:val>
                                            <p:fltVal val="0"/>
                                          </p:val>
                                        </p:tav>
                                        <p:tav tm="100000">
                                          <p:val>
                                            <p:strVal val="#ppt_w"/>
                                          </p:val>
                                        </p:tav>
                                      </p:tavLst>
                                    </p:anim>
                                    <p:anim calcmode="lin" valueType="num">
                                      <p:cBhvr>
                                        <p:cTn id="8" dur="500" fill="hold"/>
                                        <p:tgtEl>
                                          <p:spTgt spid="2097167"/>
                                        </p:tgtEl>
                                        <p:attrNameLst>
                                          <p:attrName>ppt_h</p:attrName>
                                        </p:attrNameLst>
                                      </p:cBhvr>
                                      <p:tavLst>
                                        <p:tav tm="0">
                                          <p:val>
                                            <p:fltVal val="0"/>
                                          </p:val>
                                        </p:tav>
                                        <p:tav tm="100000">
                                          <p:val>
                                            <p:strVal val="#ppt_h"/>
                                          </p:val>
                                        </p:tav>
                                      </p:tavLst>
                                    </p:anim>
                                    <p:animEffect transition="in" filter="fade">
                                      <p:cBhvr>
                                        <p:cTn id="9" dur="500"/>
                                        <p:tgtEl>
                                          <p:spTgt spid="209716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097168"/>
                                        </p:tgtEl>
                                        <p:attrNameLst>
                                          <p:attrName>style.visibility</p:attrName>
                                        </p:attrNameLst>
                                      </p:cBhvr>
                                      <p:to>
                                        <p:strVal val="visible"/>
                                      </p:to>
                                    </p:set>
                                    <p:anim calcmode="lin" valueType="num">
                                      <p:cBhvr>
                                        <p:cTn id="14" dur="500" fill="hold"/>
                                        <p:tgtEl>
                                          <p:spTgt spid="2097168"/>
                                        </p:tgtEl>
                                        <p:attrNameLst>
                                          <p:attrName>ppt_w</p:attrName>
                                        </p:attrNameLst>
                                      </p:cBhvr>
                                      <p:tavLst>
                                        <p:tav tm="0">
                                          <p:val>
                                            <p:fltVal val="0"/>
                                          </p:val>
                                        </p:tav>
                                        <p:tav tm="100000">
                                          <p:val>
                                            <p:strVal val="#ppt_w"/>
                                          </p:val>
                                        </p:tav>
                                      </p:tavLst>
                                    </p:anim>
                                    <p:anim calcmode="lin" valueType="num">
                                      <p:cBhvr>
                                        <p:cTn id="15" dur="500" fill="hold"/>
                                        <p:tgtEl>
                                          <p:spTgt spid="2097168"/>
                                        </p:tgtEl>
                                        <p:attrNameLst>
                                          <p:attrName>ppt_h</p:attrName>
                                        </p:attrNameLst>
                                      </p:cBhvr>
                                      <p:tavLst>
                                        <p:tav tm="0">
                                          <p:val>
                                            <p:fltVal val="0"/>
                                          </p:val>
                                        </p:tav>
                                        <p:tav tm="100000">
                                          <p:val>
                                            <p:strVal val="#ppt_h"/>
                                          </p:val>
                                        </p:tav>
                                      </p:tavLst>
                                    </p:anim>
                                    <p:animEffect transition="in" filter="fade">
                                      <p:cBhvr>
                                        <p:cTn id="16" dur="500"/>
                                        <p:tgtEl>
                                          <p:spTgt spid="2097168"/>
                                        </p:tgtEl>
                                      </p:cBhvr>
                                    </p:animEffect>
                                  </p:childTnLst>
                                </p:cTn>
                              </p:par>
                              <p:par>
                                <p:cTn id="17" presetID="2" presetClass="entr" presetSubtype="2" decel="100000" fill="hold" grpId="0" nodeType="withEffect">
                                  <p:stCondLst>
                                    <p:cond delay="1500"/>
                                  </p:stCondLst>
                                  <p:iterate type="lt">
                                    <p:tmPct val="10000"/>
                                  </p:iterate>
                                  <p:childTnLst>
                                    <p:set>
                                      <p:cBhvr>
                                        <p:cTn id="18" dur="1" fill="hold">
                                          <p:stCondLst>
                                            <p:cond delay="0"/>
                                          </p:stCondLst>
                                        </p:cTn>
                                        <p:tgtEl>
                                          <p:spTgt spid="1048663">
                                            <p:txEl>
                                              <p:pRg st="0" end="0"/>
                                            </p:txEl>
                                          </p:spTgt>
                                        </p:tgtEl>
                                        <p:attrNameLst>
                                          <p:attrName>style.visibility</p:attrName>
                                        </p:attrNameLst>
                                      </p:cBhvr>
                                      <p:to>
                                        <p:strVal val="visible"/>
                                      </p:to>
                                    </p:set>
                                    <p:anim calcmode="lin" valueType="num">
                                      <p:cBhvr additive="base">
                                        <p:cTn id="19" dur="1000" fill="hold"/>
                                        <p:tgtEl>
                                          <p:spTgt spid="1048663">
                                            <p:txEl>
                                              <p:pRg st="0" end="0"/>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10486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barn(inVertical)">
                                      <p:cBhvr>
                                        <p:cTn id="25" dur="500"/>
                                        <p:tgtEl>
                                          <p:spTgt spid="75"/>
                                        </p:tgtEl>
                                      </p:cBhvr>
                                    </p:animEffect>
                                  </p:childTnLst>
                                </p:cTn>
                              </p:par>
                              <p:par>
                                <p:cTn id="26" presetID="2" presetClass="entr" presetSubtype="2" decel="100000" fill="hold" grpId="0" nodeType="withEffect">
                                  <p:stCondLst>
                                    <p:cond delay="2000"/>
                                  </p:stCondLst>
                                  <p:iterate type="lt">
                                    <p:tmPct val="10000"/>
                                  </p:iterate>
                                  <p:childTnLst>
                                    <p:set>
                                      <p:cBhvr>
                                        <p:cTn id="27" dur="1" fill="hold">
                                          <p:stCondLst>
                                            <p:cond delay="0"/>
                                          </p:stCondLst>
                                        </p:cTn>
                                        <p:tgtEl>
                                          <p:spTgt spid="1048664"/>
                                        </p:tgtEl>
                                        <p:attrNameLst>
                                          <p:attrName>style.visibility</p:attrName>
                                        </p:attrNameLst>
                                      </p:cBhvr>
                                      <p:to>
                                        <p:strVal val="visible"/>
                                      </p:to>
                                    </p:set>
                                    <p:anim calcmode="lin" valueType="num">
                                      <p:cBhvr additive="base">
                                        <p:cTn id="28" dur="500" fill="hold"/>
                                        <p:tgtEl>
                                          <p:spTgt spid="1048664"/>
                                        </p:tgtEl>
                                        <p:attrNameLst>
                                          <p:attrName>ppt_x</p:attrName>
                                        </p:attrNameLst>
                                      </p:cBhvr>
                                      <p:tavLst>
                                        <p:tav tm="0">
                                          <p:val>
                                            <p:strVal val="1+#ppt_w/2"/>
                                          </p:val>
                                        </p:tav>
                                        <p:tav tm="100000">
                                          <p:val>
                                            <p:strVal val="#ppt_x"/>
                                          </p:val>
                                        </p:tav>
                                      </p:tavLst>
                                    </p:anim>
                                    <p:anim calcmode="lin" valueType="num">
                                      <p:cBhvr additive="base">
                                        <p:cTn id="29" dur="500" fill="hold"/>
                                        <p:tgtEl>
                                          <p:spTgt spid="1048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3" grpId="0" build="p"/>
      <p:bldP spid="104866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97169" name="图片 27" descr="图片包含 就坐, 黑色, 建筑物, 户外&#10;&#10;已生成高可信度的说明"/>
          <p:cNvPicPr>
            <a:picLocks noChangeAspect="1"/>
          </p:cNvPicPr>
          <p:nvPr/>
        </p:nvPicPr>
        <p:blipFill rotWithShape="1">
          <a:blip r:embed="rId7" cstate="screen"/>
          <a:srcRect l="21947"/>
          <a:stretch>
            <a:fillRect/>
          </a:stretch>
        </p:blipFill>
        <p:spPr>
          <a:xfrm rot="15300000">
            <a:off x="3241471" y="208967"/>
            <a:ext cx="3763210" cy="4072236"/>
          </a:xfrm>
          <a:prstGeom prst="rect">
            <a:avLst/>
          </a:prstGeom>
        </p:spPr>
      </p:pic>
      <p:grpSp>
        <p:nvGrpSpPr>
          <p:cNvPr id="79" name="组合 44"/>
          <p:cNvGrpSpPr/>
          <p:nvPr/>
        </p:nvGrpSpPr>
        <p:grpSpPr>
          <a:xfrm>
            <a:off x="930271" y="3724109"/>
            <a:ext cx="2226992" cy="851420"/>
            <a:chOff x="5292478" y="838789"/>
            <a:chExt cx="2226992" cy="851420"/>
          </a:xfrm>
        </p:grpSpPr>
        <p:sp>
          <p:nvSpPr>
            <p:cNvPr id="1048671" name="文本框 8"/>
            <p:cNvSpPr txBox="1"/>
            <p:nvPr/>
          </p:nvSpPr>
          <p:spPr>
            <a:xfrm>
              <a:off x="5306454" y="838789"/>
              <a:ext cx="1800493" cy="369332"/>
            </a:xfrm>
            <a:prstGeom prst="rect">
              <a:avLst/>
            </a:prstGeom>
            <a:noFill/>
          </p:spPr>
          <p:txBody>
            <a:bodyPr wrap="none" rtlCol="0">
              <a:spAutoFit/>
            </a:bodyPr>
            <a:lstStyle/>
            <a:p>
              <a:r>
                <a:rPr lang="zh-CN" altLang="en-US" b="1" dirty="0">
                  <a:solidFill>
                    <a:schemeClr val="bg1"/>
                  </a:solidFill>
                  <a:cs typeface="+mn-ea"/>
                  <a:sym typeface="+mn-lt"/>
                  <a:hlinkClick r:id="rId8" action="ppaction://hlinksldjump"/>
                </a:rPr>
                <a:t>实验介绍及要求</a:t>
              </a:r>
              <a:endParaRPr lang="zh-CN" altLang="en-US" b="1" dirty="0">
                <a:solidFill>
                  <a:schemeClr val="bg1"/>
                </a:solidFill>
                <a:cs typeface="+mn-ea"/>
                <a:sym typeface="+mn-lt"/>
              </a:endParaRPr>
            </a:p>
          </p:txBody>
        </p:sp>
        <p:sp>
          <p:nvSpPr>
            <p:cNvPr id="1048672" name="矩形 9"/>
            <p:cNvSpPr/>
            <p:nvPr/>
          </p:nvSpPr>
          <p:spPr>
            <a:xfrm>
              <a:off x="5292478" y="1141569"/>
              <a:ext cx="2226992" cy="548640"/>
            </a:xfrm>
            <a:prstGeom prst="rect">
              <a:avLst/>
            </a:prstGeom>
          </p:spPr>
          <p:txBody>
            <a:bodyPr wrap="square">
              <a:spAutoFit/>
            </a:bodyPr>
            <a:lstStyle/>
            <a:p>
              <a:r>
                <a:rPr lang="en-US" altLang="zh-CN" sz="1600" dirty="0">
                  <a:solidFill>
                    <a:schemeClr val="bg1"/>
                  </a:solidFill>
                  <a:cs typeface="+mn-ea"/>
                  <a:sym typeface="+mn-lt"/>
                </a:rPr>
                <a:t>Experiment introduction and requirements</a:t>
              </a:r>
            </a:p>
          </p:txBody>
        </p:sp>
      </p:grpSp>
      <p:grpSp>
        <p:nvGrpSpPr>
          <p:cNvPr id="80" name="组合 45"/>
          <p:cNvGrpSpPr/>
          <p:nvPr/>
        </p:nvGrpSpPr>
        <p:grpSpPr>
          <a:xfrm>
            <a:off x="3826638" y="3724109"/>
            <a:ext cx="1173480" cy="622820"/>
            <a:chOff x="6021094" y="2540233"/>
            <a:chExt cx="1173480" cy="622820"/>
          </a:xfrm>
        </p:grpSpPr>
        <p:sp>
          <p:nvSpPr>
            <p:cNvPr id="1048673" name="文本框 14"/>
            <p:cNvSpPr txBox="1"/>
            <p:nvPr/>
          </p:nvSpPr>
          <p:spPr>
            <a:xfrm>
              <a:off x="6035070" y="2540233"/>
              <a:ext cx="1117614" cy="369332"/>
            </a:xfrm>
            <a:prstGeom prst="rect">
              <a:avLst/>
            </a:prstGeom>
            <a:noFill/>
          </p:spPr>
          <p:txBody>
            <a:bodyPr wrap="none" rtlCol="0">
              <a:spAutoFit/>
            </a:bodyPr>
            <a:lstStyle/>
            <a:p>
              <a:r>
                <a:rPr lang="zh-CN" altLang="en-US" b="1" dirty="0">
                  <a:solidFill>
                    <a:schemeClr val="bg1"/>
                  </a:solidFill>
                  <a:cs typeface="+mn-ea"/>
                  <a:sym typeface="+mn-lt"/>
                  <a:hlinkClick r:id="rId9" action="ppaction://hlinksldjump"/>
                </a:rPr>
                <a:t>设计思路</a:t>
              </a:r>
              <a:endParaRPr lang="zh-CN" altLang="en-US" b="1" dirty="0">
                <a:solidFill>
                  <a:schemeClr val="bg1"/>
                </a:solidFill>
                <a:cs typeface="+mn-ea"/>
                <a:sym typeface="+mn-lt"/>
              </a:endParaRPr>
            </a:p>
          </p:txBody>
        </p:sp>
        <p:sp>
          <p:nvSpPr>
            <p:cNvPr id="1048674" name="矩形 15"/>
            <p:cNvSpPr/>
            <p:nvPr/>
          </p:nvSpPr>
          <p:spPr>
            <a:xfrm>
              <a:off x="6021094" y="2843013"/>
              <a:ext cx="1173480" cy="320040"/>
            </a:xfrm>
            <a:prstGeom prst="rect">
              <a:avLst/>
            </a:prstGeom>
          </p:spPr>
          <p:txBody>
            <a:bodyPr wrap="none">
              <a:spAutoFit/>
            </a:bodyPr>
            <a:lstStyle/>
            <a:p>
              <a:r>
                <a:rPr lang="en-US" altLang="zh-CN" sz="1600" dirty="0">
                  <a:solidFill>
                    <a:schemeClr val="bg1"/>
                  </a:solidFill>
                  <a:cs typeface="+mn-ea"/>
                  <a:sym typeface="+mn-lt"/>
                </a:rPr>
                <a:t>Design ideas</a:t>
              </a:r>
            </a:p>
          </p:txBody>
        </p:sp>
      </p:grpSp>
      <p:grpSp>
        <p:nvGrpSpPr>
          <p:cNvPr id="81" name="组合 46"/>
          <p:cNvGrpSpPr/>
          <p:nvPr/>
        </p:nvGrpSpPr>
        <p:grpSpPr>
          <a:xfrm>
            <a:off x="6700334" y="3724109"/>
            <a:ext cx="1236980" cy="622820"/>
            <a:chOff x="6057662" y="4025643"/>
            <a:chExt cx="1236980" cy="622820"/>
          </a:xfrm>
        </p:grpSpPr>
        <p:sp>
          <p:nvSpPr>
            <p:cNvPr id="1048675" name="文本框 16"/>
            <p:cNvSpPr txBox="1"/>
            <p:nvPr/>
          </p:nvSpPr>
          <p:spPr>
            <a:xfrm>
              <a:off x="6071638" y="4025643"/>
              <a:ext cx="1107996" cy="369332"/>
            </a:xfrm>
            <a:prstGeom prst="rect">
              <a:avLst/>
            </a:prstGeom>
            <a:noFill/>
          </p:spPr>
          <p:txBody>
            <a:bodyPr wrap="none" rtlCol="0">
              <a:spAutoFit/>
            </a:bodyPr>
            <a:lstStyle/>
            <a:p>
              <a:r>
                <a:rPr lang="zh-CN" altLang="en-US" b="1" dirty="0">
                  <a:solidFill>
                    <a:schemeClr val="bg1"/>
                  </a:solidFill>
                  <a:cs typeface="+mn-ea"/>
                  <a:sym typeface="+mn-lt"/>
                  <a:hlinkClick r:id="rId10" action="ppaction://hlinksldjump"/>
                </a:rPr>
                <a:t>代码实现</a:t>
              </a:r>
              <a:endParaRPr lang="zh-CN" altLang="en-US" b="1" dirty="0">
                <a:solidFill>
                  <a:schemeClr val="bg1"/>
                </a:solidFill>
                <a:cs typeface="+mn-ea"/>
                <a:sym typeface="+mn-lt"/>
              </a:endParaRPr>
            </a:p>
          </p:txBody>
        </p:sp>
        <p:sp>
          <p:nvSpPr>
            <p:cNvPr id="1048676" name="矩形 17"/>
            <p:cNvSpPr/>
            <p:nvPr/>
          </p:nvSpPr>
          <p:spPr>
            <a:xfrm>
              <a:off x="6057662" y="4328423"/>
              <a:ext cx="1236980" cy="320040"/>
            </a:xfrm>
            <a:prstGeom prst="rect">
              <a:avLst/>
            </a:prstGeom>
          </p:spPr>
          <p:txBody>
            <a:bodyPr wrap="none">
              <a:spAutoFit/>
            </a:bodyPr>
            <a:lstStyle/>
            <a:p>
              <a:r>
                <a:rPr lang="en-US" altLang="zh-CN" sz="1600" dirty="0">
                  <a:solidFill>
                    <a:schemeClr val="bg1"/>
                  </a:solidFill>
                  <a:cs typeface="+mn-ea"/>
                  <a:sym typeface="+mn-lt"/>
                </a:rPr>
                <a:t>Code section</a:t>
              </a:r>
            </a:p>
          </p:txBody>
        </p:sp>
      </p:grpSp>
      <p:grpSp>
        <p:nvGrpSpPr>
          <p:cNvPr id="82" name="组合 47"/>
          <p:cNvGrpSpPr/>
          <p:nvPr/>
        </p:nvGrpSpPr>
        <p:grpSpPr>
          <a:xfrm>
            <a:off x="9730753" y="3724109"/>
            <a:ext cx="2461247" cy="622820"/>
            <a:chOff x="5266846" y="5730187"/>
            <a:chExt cx="2461247" cy="622820"/>
          </a:xfrm>
        </p:grpSpPr>
        <p:sp>
          <p:nvSpPr>
            <p:cNvPr id="1048677" name="文本框 18"/>
            <p:cNvSpPr txBox="1"/>
            <p:nvPr/>
          </p:nvSpPr>
          <p:spPr>
            <a:xfrm>
              <a:off x="5280822" y="5730187"/>
              <a:ext cx="1800493" cy="369332"/>
            </a:xfrm>
            <a:prstGeom prst="rect">
              <a:avLst/>
            </a:prstGeom>
            <a:noFill/>
          </p:spPr>
          <p:txBody>
            <a:bodyPr wrap="none" rtlCol="0">
              <a:spAutoFit/>
            </a:bodyPr>
            <a:lstStyle/>
            <a:p>
              <a:r>
                <a:rPr lang="zh-CN" altLang="en-US" b="1" dirty="0">
                  <a:solidFill>
                    <a:schemeClr val="bg1"/>
                  </a:solidFill>
                  <a:cs typeface="+mn-ea"/>
                  <a:sym typeface="+mn-lt"/>
                  <a:hlinkClick r:id="rId11" action="ppaction://hlinksldjump"/>
                </a:rPr>
                <a:t>调试与心得体会</a:t>
              </a:r>
              <a:endParaRPr lang="zh-CN" altLang="en-US" b="1" dirty="0">
                <a:solidFill>
                  <a:schemeClr val="bg1"/>
                </a:solidFill>
                <a:cs typeface="+mn-ea"/>
                <a:sym typeface="+mn-lt"/>
              </a:endParaRPr>
            </a:p>
          </p:txBody>
        </p:sp>
        <p:sp>
          <p:nvSpPr>
            <p:cNvPr id="1048678" name="矩形 19"/>
            <p:cNvSpPr/>
            <p:nvPr/>
          </p:nvSpPr>
          <p:spPr>
            <a:xfrm>
              <a:off x="5266846" y="6032967"/>
              <a:ext cx="2461247" cy="320040"/>
            </a:xfrm>
            <a:prstGeom prst="rect">
              <a:avLst/>
            </a:prstGeom>
          </p:spPr>
          <p:txBody>
            <a:bodyPr wrap="square">
              <a:spAutoFit/>
            </a:bodyPr>
            <a:lstStyle/>
            <a:p>
              <a:r>
                <a:rPr lang="en-US" altLang="zh-CN" sz="1600" dirty="0">
                  <a:solidFill>
                    <a:schemeClr val="bg1"/>
                  </a:solidFill>
                  <a:cs typeface="+mn-ea"/>
                  <a:sym typeface="+mn-lt"/>
                </a:rPr>
                <a:t>Debugging and experience</a:t>
              </a:r>
            </a:p>
          </p:txBody>
        </p:sp>
      </p:grpSp>
      <p:grpSp>
        <p:nvGrpSpPr>
          <p:cNvPr id="2" name="组合 1"/>
          <p:cNvGrpSpPr/>
          <p:nvPr/>
        </p:nvGrpSpPr>
        <p:grpSpPr>
          <a:xfrm>
            <a:off x="5017135" y="2204720"/>
            <a:ext cx="1363980" cy="919480"/>
            <a:chOff x="7901" y="3472"/>
            <a:chExt cx="2148" cy="1448"/>
          </a:xfrm>
        </p:grpSpPr>
        <p:sp>
          <p:nvSpPr>
            <p:cNvPr id="1048679" name="文本框 2"/>
            <p:cNvSpPr txBox="1"/>
            <p:nvPr/>
          </p:nvSpPr>
          <p:spPr>
            <a:xfrm>
              <a:off x="8126" y="3472"/>
              <a:ext cx="1728" cy="924"/>
            </a:xfrm>
            <a:prstGeom prst="rect">
              <a:avLst/>
            </a:prstGeom>
            <a:noFill/>
          </p:spPr>
          <p:txBody>
            <a:bodyPr wrap="none" rtlCol="0">
              <a:spAutoFit/>
            </a:bodyPr>
            <a:lstStyle/>
            <a:p>
              <a:pPr algn="ctr"/>
              <a:r>
                <a:rPr lang="zh-CN" altLang="en-US" sz="3600" b="1" dirty="0">
                  <a:solidFill>
                    <a:schemeClr val="bg1">
                      <a:lumMod val="85000"/>
                    </a:schemeClr>
                  </a:solidFill>
                  <a:cs typeface="+mn-ea"/>
                  <a:sym typeface="+mn-lt"/>
                </a:rPr>
                <a:t>目录</a:t>
              </a:r>
            </a:p>
          </p:txBody>
        </p:sp>
        <p:sp>
          <p:nvSpPr>
            <p:cNvPr id="1048680" name="文本框 23"/>
            <p:cNvSpPr txBox="1"/>
            <p:nvPr/>
          </p:nvSpPr>
          <p:spPr>
            <a:xfrm>
              <a:off x="7901" y="4376"/>
              <a:ext cx="2148" cy="544"/>
            </a:xfrm>
            <a:prstGeom prst="rect">
              <a:avLst/>
            </a:prstGeom>
            <a:noFill/>
          </p:spPr>
          <p:txBody>
            <a:bodyPr wrap="none" rtlCol="0">
              <a:spAutoFit/>
            </a:bodyPr>
            <a:lstStyle/>
            <a:p>
              <a:pPr algn="ctr"/>
              <a:r>
                <a:rPr lang="en-US" altLang="zh-CN" dirty="0">
                  <a:solidFill>
                    <a:schemeClr val="bg1">
                      <a:lumMod val="85000"/>
                    </a:schemeClr>
                  </a:solidFill>
                  <a:cs typeface="+mn-ea"/>
                  <a:sym typeface="+mn-lt"/>
                </a:rPr>
                <a:t>CONTENT</a:t>
              </a:r>
              <a:endParaRPr lang="zh-CN" altLang="en-US" dirty="0">
                <a:solidFill>
                  <a:schemeClr val="bg1">
                    <a:lumMod val="85000"/>
                  </a:schemeClr>
                </a:solidFill>
                <a:cs typeface="+mn-ea"/>
                <a:sym typeface="+mn-lt"/>
              </a:endParaRPr>
            </a:p>
          </p:txBody>
        </p:sp>
      </p:grpSp>
      <p:sp>
        <p:nvSpPr>
          <p:cNvPr id="1048681" name="文本框 7"/>
          <p:cNvSpPr txBox="1"/>
          <p:nvPr/>
        </p:nvSpPr>
        <p:spPr>
          <a:xfrm>
            <a:off x="272776" y="3798555"/>
            <a:ext cx="538480" cy="472440"/>
          </a:xfrm>
          <a:prstGeom prst="rect">
            <a:avLst/>
          </a:prstGeom>
          <a:noFill/>
          <a:ln>
            <a:solidFill>
              <a:srgbClr val="37BBED"/>
            </a:solidFill>
          </a:ln>
        </p:spPr>
        <p:txBody>
          <a:bodyPr wrap="none" rtlCol="0">
            <a:spAutoFit/>
          </a:bodyPr>
          <a:lstStyle/>
          <a:p>
            <a:r>
              <a:rPr lang="en-US" altLang="zh-CN" sz="2800" b="1" dirty="0">
                <a:solidFill>
                  <a:schemeClr val="bg1">
                    <a:lumMod val="85000"/>
                  </a:schemeClr>
                </a:solidFill>
                <a:cs typeface="+mn-ea"/>
                <a:sym typeface="+mn-lt"/>
              </a:rPr>
              <a:t>01</a:t>
            </a:r>
            <a:endParaRPr lang="zh-CN" altLang="en-US" sz="2800" b="1" dirty="0">
              <a:solidFill>
                <a:schemeClr val="bg1">
                  <a:lumMod val="85000"/>
                </a:schemeClr>
              </a:solidFill>
              <a:cs typeface="+mn-ea"/>
              <a:sym typeface="+mn-lt"/>
            </a:endParaRPr>
          </a:p>
        </p:txBody>
      </p:sp>
      <p:sp>
        <p:nvSpPr>
          <p:cNvPr id="1048682" name="文本框 11"/>
          <p:cNvSpPr txBox="1"/>
          <p:nvPr/>
        </p:nvSpPr>
        <p:spPr>
          <a:xfrm>
            <a:off x="3169143" y="3798555"/>
            <a:ext cx="538480" cy="472440"/>
          </a:xfrm>
          <a:prstGeom prst="rect">
            <a:avLst/>
          </a:prstGeom>
          <a:noFill/>
          <a:ln>
            <a:solidFill>
              <a:srgbClr val="37BBED"/>
            </a:solidFill>
          </a:ln>
        </p:spPr>
        <p:txBody>
          <a:bodyPr wrap="none" rtlCol="0">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b="1" dirty="0">
                <a:solidFill>
                  <a:schemeClr val="bg1">
                    <a:lumMod val="85000"/>
                  </a:schemeClr>
                </a:solidFill>
                <a:latin typeface="+mn-lt"/>
                <a:ea typeface="+mn-ea"/>
                <a:cs typeface="+mn-ea"/>
                <a:sym typeface="+mn-lt"/>
              </a:rPr>
              <a:t>02</a:t>
            </a:r>
            <a:endParaRPr lang="zh-CN" altLang="en-US" sz="2800" b="1" dirty="0">
              <a:solidFill>
                <a:schemeClr val="bg1">
                  <a:lumMod val="85000"/>
                </a:schemeClr>
              </a:solidFill>
              <a:latin typeface="+mn-lt"/>
              <a:ea typeface="+mn-ea"/>
              <a:cs typeface="+mn-ea"/>
              <a:sym typeface="+mn-lt"/>
            </a:endParaRPr>
          </a:p>
        </p:txBody>
      </p:sp>
      <p:sp>
        <p:nvSpPr>
          <p:cNvPr id="1048683" name="文本框 12"/>
          <p:cNvSpPr txBox="1"/>
          <p:nvPr/>
        </p:nvSpPr>
        <p:spPr>
          <a:xfrm>
            <a:off x="6042839" y="3798555"/>
            <a:ext cx="538480" cy="472440"/>
          </a:xfrm>
          <a:prstGeom prst="rect">
            <a:avLst/>
          </a:prstGeom>
          <a:noFill/>
          <a:ln>
            <a:solidFill>
              <a:srgbClr val="37BBED"/>
            </a:solidFill>
          </a:ln>
        </p:spPr>
        <p:txBody>
          <a:bodyPr wrap="none" rtlCol="0">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b="1" dirty="0">
                <a:solidFill>
                  <a:schemeClr val="bg1">
                    <a:lumMod val="85000"/>
                  </a:schemeClr>
                </a:solidFill>
                <a:latin typeface="+mn-lt"/>
                <a:ea typeface="+mn-ea"/>
                <a:cs typeface="+mn-ea"/>
                <a:sym typeface="+mn-lt"/>
              </a:rPr>
              <a:t>03</a:t>
            </a:r>
            <a:endParaRPr lang="zh-CN" altLang="en-US" sz="2800" b="1" dirty="0">
              <a:solidFill>
                <a:schemeClr val="bg1">
                  <a:lumMod val="85000"/>
                </a:schemeClr>
              </a:solidFill>
              <a:latin typeface="+mn-lt"/>
              <a:ea typeface="+mn-ea"/>
              <a:cs typeface="+mn-ea"/>
              <a:sym typeface="+mn-lt"/>
            </a:endParaRPr>
          </a:p>
        </p:txBody>
      </p:sp>
      <p:sp>
        <p:nvSpPr>
          <p:cNvPr id="1048684" name="文本框 13"/>
          <p:cNvSpPr txBox="1"/>
          <p:nvPr/>
        </p:nvSpPr>
        <p:spPr>
          <a:xfrm>
            <a:off x="9073258" y="3798555"/>
            <a:ext cx="538480" cy="472440"/>
          </a:xfrm>
          <a:prstGeom prst="rect">
            <a:avLst/>
          </a:prstGeom>
          <a:noFill/>
          <a:ln>
            <a:solidFill>
              <a:srgbClr val="37BBED"/>
            </a:solidFill>
          </a:ln>
        </p:spPr>
        <p:txBody>
          <a:bodyPr wrap="none" rtlCol="0">
            <a:spAutoFit/>
          </a:bodyPr>
          <a:lstStyle>
            <a:defPPr>
              <a:defRPr lang="zh-CN"/>
            </a:defPPr>
            <a:lvl1pPr>
              <a:defRPr sz="4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en-US" altLang="zh-CN" sz="2800" b="1" dirty="0">
                <a:solidFill>
                  <a:schemeClr val="bg1">
                    <a:lumMod val="85000"/>
                  </a:schemeClr>
                </a:solidFill>
                <a:latin typeface="+mn-lt"/>
                <a:ea typeface="+mn-ea"/>
                <a:cs typeface="+mn-ea"/>
                <a:sym typeface="+mn-lt"/>
              </a:rPr>
              <a:t>04</a:t>
            </a:r>
            <a:endParaRPr lang="zh-CN" altLang="en-US" sz="2800" b="1" dirty="0">
              <a:solidFill>
                <a:schemeClr val="bg1">
                  <a:lumMod val="85000"/>
                </a:schemeClr>
              </a:solidFill>
              <a:latin typeface="+mn-lt"/>
              <a:ea typeface="+mn-ea"/>
              <a:cs typeface="+mn-ea"/>
              <a:sym typeface="+mn-lt"/>
            </a:endParaRPr>
          </a:p>
        </p:txBody>
      </p:sp>
      <p:grpSp>
        <p:nvGrpSpPr>
          <p:cNvPr id="83" name="组合 40"/>
          <p:cNvGrpSpPr/>
          <p:nvPr/>
        </p:nvGrpSpPr>
        <p:grpSpPr>
          <a:xfrm rot="10800000" flipV="1">
            <a:off x="263352" y="3318349"/>
            <a:ext cx="11745783" cy="45719"/>
            <a:chOff x="3182554" y="3904019"/>
            <a:chExt cx="5543625" cy="45719"/>
          </a:xfrm>
        </p:grpSpPr>
        <p:sp>
          <p:nvSpPr>
            <p:cNvPr id="1048685"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86"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87"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70" name="图片 28" descr="图片包含 就坐, 黑色, 建筑物, 户外&#10;&#10;已生成高可信度的说明"/>
          <p:cNvPicPr>
            <a:picLocks noChangeAspect="1"/>
          </p:cNvPicPr>
          <p:nvPr/>
        </p:nvPicPr>
        <p:blipFill rotWithShape="1">
          <a:blip r:embed="rId12" cstate="screen"/>
          <a:srcRect/>
          <a:stretch>
            <a:fillRect/>
          </a:stretch>
        </p:blipFill>
        <p:spPr>
          <a:xfrm flipH="1">
            <a:off x="10658322" y="4857886"/>
            <a:ext cx="1341132" cy="1509838"/>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barn(outHorizontal)">
                                      <p:cBhvr>
                                        <p:cTn id="7" dur="5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48681"/>
                                        </p:tgtEl>
                                        <p:attrNameLst>
                                          <p:attrName>style.visibility</p:attrName>
                                        </p:attrNameLst>
                                      </p:cBhvr>
                                      <p:to>
                                        <p:strVal val="visible"/>
                                      </p:to>
                                    </p:set>
                                    <p:animEffect transition="in" filter="fade">
                                      <p:cBhvr>
                                        <p:cTn id="12" dur="1000"/>
                                        <p:tgtEl>
                                          <p:spTgt spid="1048681"/>
                                        </p:tgtEl>
                                      </p:cBhvr>
                                    </p:animEffect>
                                    <p:anim calcmode="lin" valueType="num">
                                      <p:cBhvr>
                                        <p:cTn id="13" dur="1000" fill="hold"/>
                                        <p:tgtEl>
                                          <p:spTgt spid="1048681"/>
                                        </p:tgtEl>
                                        <p:attrNameLst>
                                          <p:attrName>ppt_x</p:attrName>
                                        </p:attrNameLst>
                                      </p:cBhvr>
                                      <p:tavLst>
                                        <p:tav tm="0">
                                          <p:val>
                                            <p:strVal val="#ppt_x"/>
                                          </p:val>
                                        </p:tav>
                                        <p:tav tm="100000">
                                          <p:val>
                                            <p:strVal val="#ppt_x"/>
                                          </p:val>
                                        </p:tav>
                                      </p:tavLst>
                                    </p:anim>
                                    <p:anim calcmode="lin" valueType="num">
                                      <p:cBhvr>
                                        <p:cTn id="14" dur="1000" fill="hold"/>
                                        <p:tgtEl>
                                          <p:spTgt spid="104868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79"/>
                                        </p:tgtEl>
                                        <p:attrNameLst>
                                          <p:attrName>style.visibility</p:attrName>
                                        </p:attrNameLst>
                                      </p:cBhvr>
                                      <p:to>
                                        <p:strVal val="visible"/>
                                      </p:to>
                                    </p:set>
                                    <p:anim calcmode="lin" valueType="num">
                                      <p:cBhvr additive="base">
                                        <p:cTn id="19" dur="500" fill="hold"/>
                                        <p:tgtEl>
                                          <p:spTgt spid="79"/>
                                        </p:tgtEl>
                                        <p:attrNameLst>
                                          <p:attrName>ppt_x</p:attrName>
                                        </p:attrNameLst>
                                      </p:cBhvr>
                                      <p:tavLst>
                                        <p:tav tm="0">
                                          <p:val>
                                            <p:strVal val="1+#ppt_w/2"/>
                                          </p:val>
                                        </p:tav>
                                        <p:tav tm="100000">
                                          <p:val>
                                            <p:strVal val="#ppt_x"/>
                                          </p:val>
                                        </p:tav>
                                      </p:tavLst>
                                    </p:anim>
                                    <p:anim calcmode="lin" valueType="num">
                                      <p:cBhvr additive="base">
                                        <p:cTn id="20" dur="500" fill="hold"/>
                                        <p:tgtEl>
                                          <p:spTgt spid="7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48682"/>
                                        </p:tgtEl>
                                        <p:attrNameLst>
                                          <p:attrName>style.visibility</p:attrName>
                                        </p:attrNameLst>
                                      </p:cBhvr>
                                      <p:to>
                                        <p:strVal val="visible"/>
                                      </p:to>
                                    </p:set>
                                    <p:animEffect transition="in" filter="fade">
                                      <p:cBhvr>
                                        <p:cTn id="25" dur="1000"/>
                                        <p:tgtEl>
                                          <p:spTgt spid="1048682"/>
                                        </p:tgtEl>
                                      </p:cBhvr>
                                    </p:animEffect>
                                    <p:anim calcmode="lin" valueType="num">
                                      <p:cBhvr>
                                        <p:cTn id="26" dur="1000" fill="hold"/>
                                        <p:tgtEl>
                                          <p:spTgt spid="1048682"/>
                                        </p:tgtEl>
                                        <p:attrNameLst>
                                          <p:attrName>ppt_x</p:attrName>
                                        </p:attrNameLst>
                                      </p:cBhvr>
                                      <p:tavLst>
                                        <p:tav tm="0">
                                          <p:val>
                                            <p:strVal val="#ppt_x"/>
                                          </p:val>
                                        </p:tav>
                                        <p:tav tm="100000">
                                          <p:val>
                                            <p:strVal val="#ppt_x"/>
                                          </p:val>
                                        </p:tav>
                                      </p:tavLst>
                                    </p:anim>
                                    <p:anim calcmode="lin" valueType="num">
                                      <p:cBhvr>
                                        <p:cTn id="27" dur="1000" fill="hold"/>
                                        <p:tgtEl>
                                          <p:spTgt spid="104868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80"/>
                                        </p:tgtEl>
                                        <p:attrNameLst>
                                          <p:attrName>style.visibility</p:attrName>
                                        </p:attrNameLst>
                                      </p:cBhvr>
                                      <p:to>
                                        <p:strVal val="visible"/>
                                      </p:to>
                                    </p:set>
                                    <p:anim calcmode="lin" valueType="num">
                                      <p:cBhvr additive="base">
                                        <p:cTn id="32" dur="500" fill="hold"/>
                                        <p:tgtEl>
                                          <p:spTgt spid="80"/>
                                        </p:tgtEl>
                                        <p:attrNameLst>
                                          <p:attrName>ppt_x</p:attrName>
                                        </p:attrNameLst>
                                      </p:cBhvr>
                                      <p:tavLst>
                                        <p:tav tm="0">
                                          <p:val>
                                            <p:strVal val="1+#ppt_w/2"/>
                                          </p:val>
                                        </p:tav>
                                        <p:tav tm="100000">
                                          <p:val>
                                            <p:strVal val="#ppt_x"/>
                                          </p:val>
                                        </p:tav>
                                      </p:tavLst>
                                    </p:anim>
                                    <p:anim calcmode="lin" valueType="num">
                                      <p:cBhvr additive="base">
                                        <p:cTn id="33"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048683"/>
                                        </p:tgtEl>
                                        <p:attrNameLst>
                                          <p:attrName>style.visibility</p:attrName>
                                        </p:attrNameLst>
                                      </p:cBhvr>
                                      <p:to>
                                        <p:strVal val="visible"/>
                                      </p:to>
                                    </p:set>
                                    <p:animEffect transition="in" filter="fade">
                                      <p:cBhvr>
                                        <p:cTn id="38" dur="1000"/>
                                        <p:tgtEl>
                                          <p:spTgt spid="1048683"/>
                                        </p:tgtEl>
                                      </p:cBhvr>
                                    </p:animEffect>
                                    <p:anim calcmode="lin" valueType="num">
                                      <p:cBhvr>
                                        <p:cTn id="39" dur="1000" fill="hold"/>
                                        <p:tgtEl>
                                          <p:spTgt spid="1048683"/>
                                        </p:tgtEl>
                                        <p:attrNameLst>
                                          <p:attrName>ppt_x</p:attrName>
                                        </p:attrNameLst>
                                      </p:cBhvr>
                                      <p:tavLst>
                                        <p:tav tm="0">
                                          <p:val>
                                            <p:strVal val="#ppt_x"/>
                                          </p:val>
                                        </p:tav>
                                        <p:tav tm="100000">
                                          <p:val>
                                            <p:strVal val="#ppt_x"/>
                                          </p:val>
                                        </p:tav>
                                      </p:tavLst>
                                    </p:anim>
                                    <p:anim calcmode="lin" valueType="num">
                                      <p:cBhvr>
                                        <p:cTn id="40" dur="1000" fill="hold"/>
                                        <p:tgtEl>
                                          <p:spTgt spid="104868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81"/>
                                        </p:tgtEl>
                                        <p:attrNameLst>
                                          <p:attrName>style.visibility</p:attrName>
                                        </p:attrNameLst>
                                      </p:cBhvr>
                                      <p:to>
                                        <p:strVal val="visible"/>
                                      </p:to>
                                    </p:set>
                                    <p:anim calcmode="lin" valueType="num">
                                      <p:cBhvr additive="base">
                                        <p:cTn id="45" dur="500" fill="hold"/>
                                        <p:tgtEl>
                                          <p:spTgt spid="81"/>
                                        </p:tgtEl>
                                        <p:attrNameLst>
                                          <p:attrName>ppt_x</p:attrName>
                                        </p:attrNameLst>
                                      </p:cBhvr>
                                      <p:tavLst>
                                        <p:tav tm="0">
                                          <p:val>
                                            <p:strVal val="1+#ppt_w/2"/>
                                          </p:val>
                                        </p:tav>
                                        <p:tav tm="100000">
                                          <p:val>
                                            <p:strVal val="#ppt_x"/>
                                          </p:val>
                                        </p:tav>
                                      </p:tavLst>
                                    </p:anim>
                                    <p:anim calcmode="lin" valueType="num">
                                      <p:cBhvr additive="base">
                                        <p:cTn id="46"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048684"/>
                                        </p:tgtEl>
                                        <p:attrNameLst>
                                          <p:attrName>style.visibility</p:attrName>
                                        </p:attrNameLst>
                                      </p:cBhvr>
                                      <p:to>
                                        <p:strVal val="visible"/>
                                      </p:to>
                                    </p:set>
                                    <p:animEffect transition="in" filter="fade">
                                      <p:cBhvr>
                                        <p:cTn id="51" dur="1000"/>
                                        <p:tgtEl>
                                          <p:spTgt spid="1048684"/>
                                        </p:tgtEl>
                                      </p:cBhvr>
                                    </p:animEffect>
                                    <p:anim calcmode="lin" valueType="num">
                                      <p:cBhvr>
                                        <p:cTn id="52" dur="1000" fill="hold"/>
                                        <p:tgtEl>
                                          <p:spTgt spid="1048684"/>
                                        </p:tgtEl>
                                        <p:attrNameLst>
                                          <p:attrName>ppt_x</p:attrName>
                                        </p:attrNameLst>
                                      </p:cBhvr>
                                      <p:tavLst>
                                        <p:tav tm="0">
                                          <p:val>
                                            <p:strVal val="#ppt_x"/>
                                          </p:val>
                                        </p:tav>
                                        <p:tav tm="100000">
                                          <p:val>
                                            <p:strVal val="#ppt_x"/>
                                          </p:val>
                                        </p:tav>
                                      </p:tavLst>
                                    </p:anim>
                                    <p:anim calcmode="lin" valueType="num">
                                      <p:cBhvr>
                                        <p:cTn id="53" dur="1000" fill="hold"/>
                                        <p:tgtEl>
                                          <p:spTgt spid="1048684"/>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82"/>
                                        </p:tgtEl>
                                        <p:attrNameLst>
                                          <p:attrName>style.visibility</p:attrName>
                                        </p:attrNameLst>
                                      </p:cBhvr>
                                      <p:to>
                                        <p:strVal val="visible"/>
                                      </p:to>
                                    </p:set>
                                    <p:anim calcmode="lin" valueType="num">
                                      <p:cBhvr additive="base">
                                        <p:cTn id="58" dur="500" fill="hold"/>
                                        <p:tgtEl>
                                          <p:spTgt spid="82"/>
                                        </p:tgtEl>
                                        <p:attrNameLst>
                                          <p:attrName>ppt_x</p:attrName>
                                        </p:attrNameLst>
                                      </p:cBhvr>
                                      <p:tavLst>
                                        <p:tav tm="0">
                                          <p:val>
                                            <p:strVal val="1+#ppt_w/2"/>
                                          </p:val>
                                        </p:tav>
                                        <p:tav tm="100000">
                                          <p:val>
                                            <p:strVal val="#ppt_x"/>
                                          </p:val>
                                        </p:tav>
                                      </p:tavLst>
                                    </p:anim>
                                    <p:anim calcmode="lin" valueType="num">
                                      <p:cBhvr additive="base">
                                        <p:cTn id="59"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2097169"/>
                                        </p:tgtEl>
                                        <p:attrNameLst>
                                          <p:attrName>style.visibility</p:attrName>
                                        </p:attrNameLst>
                                      </p:cBhvr>
                                      <p:to>
                                        <p:strVal val="visible"/>
                                      </p:to>
                                    </p:set>
                                    <p:anim calcmode="lin" valueType="num">
                                      <p:cBhvr>
                                        <p:cTn id="64" dur="500" fill="hold"/>
                                        <p:tgtEl>
                                          <p:spTgt spid="2097169"/>
                                        </p:tgtEl>
                                        <p:attrNameLst>
                                          <p:attrName>ppt_w</p:attrName>
                                        </p:attrNameLst>
                                      </p:cBhvr>
                                      <p:tavLst>
                                        <p:tav tm="0">
                                          <p:val>
                                            <p:fltVal val="0"/>
                                          </p:val>
                                        </p:tav>
                                        <p:tav tm="100000">
                                          <p:val>
                                            <p:strVal val="#ppt_w"/>
                                          </p:val>
                                        </p:tav>
                                      </p:tavLst>
                                    </p:anim>
                                    <p:anim calcmode="lin" valueType="num">
                                      <p:cBhvr>
                                        <p:cTn id="65" dur="500" fill="hold"/>
                                        <p:tgtEl>
                                          <p:spTgt spid="2097169"/>
                                        </p:tgtEl>
                                        <p:attrNameLst>
                                          <p:attrName>ppt_h</p:attrName>
                                        </p:attrNameLst>
                                      </p:cBhvr>
                                      <p:tavLst>
                                        <p:tav tm="0">
                                          <p:val>
                                            <p:fltVal val="0"/>
                                          </p:val>
                                        </p:tav>
                                        <p:tav tm="100000">
                                          <p:val>
                                            <p:strVal val="#ppt_h"/>
                                          </p:val>
                                        </p:tav>
                                      </p:tavLst>
                                    </p:anim>
                                    <p:animEffect transition="in" filter="fade">
                                      <p:cBhvr>
                                        <p:cTn id="66" dur="500"/>
                                        <p:tgtEl>
                                          <p:spTgt spid="2097169"/>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2097170"/>
                                        </p:tgtEl>
                                        <p:attrNameLst>
                                          <p:attrName>style.visibility</p:attrName>
                                        </p:attrNameLst>
                                      </p:cBhvr>
                                      <p:to>
                                        <p:strVal val="visible"/>
                                      </p:to>
                                    </p:set>
                                    <p:anim calcmode="lin" valueType="num">
                                      <p:cBhvr>
                                        <p:cTn id="71" dur="500" fill="hold"/>
                                        <p:tgtEl>
                                          <p:spTgt spid="2097170"/>
                                        </p:tgtEl>
                                        <p:attrNameLst>
                                          <p:attrName>ppt_w</p:attrName>
                                        </p:attrNameLst>
                                      </p:cBhvr>
                                      <p:tavLst>
                                        <p:tav tm="0">
                                          <p:val>
                                            <p:fltVal val="0"/>
                                          </p:val>
                                        </p:tav>
                                        <p:tav tm="100000">
                                          <p:val>
                                            <p:strVal val="#ppt_w"/>
                                          </p:val>
                                        </p:tav>
                                      </p:tavLst>
                                    </p:anim>
                                    <p:anim calcmode="lin" valueType="num">
                                      <p:cBhvr>
                                        <p:cTn id="72" dur="500" fill="hold"/>
                                        <p:tgtEl>
                                          <p:spTgt spid="2097170"/>
                                        </p:tgtEl>
                                        <p:attrNameLst>
                                          <p:attrName>ppt_h</p:attrName>
                                        </p:attrNameLst>
                                      </p:cBhvr>
                                      <p:tavLst>
                                        <p:tav tm="0">
                                          <p:val>
                                            <p:fltVal val="0"/>
                                          </p:val>
                                        </p:tav>
                                        <p:tav tm="100000">
                                          <p:val>
                                            <p:strVal val="#ppt_h"/>
                                          </p:val>
                                        </p:tav>
                                      </p:tavLst>
                                    </p:anim>
                                    <p:animEffect transition="in" filter="fade">
                                      <p:cBhvr>
                                        <p:cTn id="73" dur="500"/>
                                        <p:tgtEl>
                                          <p:spTgt spid="209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81" grpId="0" animBg="1"/>
      <p:bldP spid="1048682" grpId="0" animBg="1"/>
      <p:bldP spid="1048683" grpId="0" animBg="1"/>
      <p:bldP spid="1048684"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7" name="组合 1"/>
          <p:cNvGrpSpPr/>
          <p:nvPr/>
        </p:nvGrpSpPr>
        <p:grpSpPr>
          <a:xfrm>
            <a:off x="263352" y="-315635"/>
            <a:ext cx="11928647" cy="7173635"/>
            <a:chOff x="263352" y="-315635"/>
            <a:chExt cx="11928647" cy="7173635"/>
          </a:xfrm>
        </p:grpSpPr>
        <p:pic>
          <p:nvPicPr>
            <p:cNvPr id="2097171"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91" name="文本框 2"/>
            <p:cNvSpPr txBox="1"/>
            <p:nvPr/>
          </p:nvSpPr>
          <p:spPr>
            <a:xfrm>
              <a:off x="476332" y="332656"/>
              <a:ext cx="2672080" cy="472440"/>
            </a:xfrm>
            <a:prstGeom prst="rect">
              <a:avLst/>
            </a:prstGeom>
            <a:noFill/>
          </p:spPr>
          <p:txBody>
            <a:bodyPr wrap="none" rtlCol="0">
              <a:spAutoFit/>
            </a:bodyPr>
            <a:lstStyle/>
            <a:p>
              <a:r>
                <a:rPr lang="zh-CN" altLang="en-US" sz="2800" b="1" dirty="0">
                  <a:solidFill>
                    <a:schemeClr val="bg1">
                      <a:lumMod val="85000"/>
                    </a:schemeClr>
                  </a:solidFill>
                  <a:cs typeface="+mn-ea"/>
                  <a:sym typeface="+mn-lt"/>
                </a:rPr>
                <a:t>实验介绍及要求</a:t>
              </a:r>
            </a:p>
          </p:txBody>
        </p:sp>
        <p:grpSp>
          <p:nvGrpSpPr>
            <p:cNvPr id="88" name="组合 40"/>
            <p:cNvGrpSpPr/>
            <p:nvPr/>
          </p:nvGrpSpPr>
          <p:grpSpPr>
            <a:xfrm rot="10800000" flipV="1">
              <a:off x="263352" y="984158"/>
              <a:ext cx="11745783" cy="45719"/>
              <a:chOff x="3182554" y="3904019"/>
              <a:chExt cx="5543625" cy="45719"/>
            </a:xfrm>
          </p:grpSpPr>
          <p:sp>
            <p:nvSpPr>
              <p:cNvPr id="1048692"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93"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94"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72"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grpSp>
        <p:nvGrpSpPr>
          <p:cNvPr id="89" name="组合 2"/>
          <p:cNvGrpSpPr/>
          <p:nvPr/>
        </p:nvGrpSpPr>
        <p:grpSpPr bwMode="auto">
          <a:xfrm>
            <a:off x="4811120" y="2708920"/>
            <a:ext cx="2520074" cy="2512514"/>
            <a:chOff x="0" y="0"/>
            <a:chExt cx="3704266" cy="3693405"/>
          </a:xfrm>
        </p:grpSpPr>
        <p:sp>
          <p:nvSpPr>
            <p:cNvPr id="1048695" name="菱形 1"/>
            <p:cNvSpPr>
              <a:spLocks noChangeArrowheads="1"/>
            </p:cNvSpPr>
            <p:nvPr/>
          </p:nvSpPr>
          <p:spPr bwMode="auto">
            <a:xfrm>
              <a:off x="969264" y="0"/>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sp>
          <p:nvSpPr>
            <p:cNvPr id="1048696" name="菱形 5"/>
            <p:cNvSpPr>
              <a:spLocks noChangeArrowheads="1"/>
            </p:cNvSpPr>
            <p:nvPr/>
          </p:nvSpPr>
          <p:spPr bwMode="auto">
            <a:xfrm>
              <a:off x="0" y="973643"/>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sp>
          <p:nvSpPr>
            <p:cNvPr id="1048697" name="菱形 6"/>
            <p:cNvSpPr>
              <a:spLocks noChangeArrowheads="1"/>
            </p:cNvSpPr>
            <p:nvPr/>
          </p:nvSpPr>
          <p:spPr bwMode="auto">
            <a:xfrm>
              <a:off x="969264" y="1947286"/>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sp>
          <p:nvSpPr>
            <p:cNvPr id="1048698" name="菱形 7"/>
            <p:cNvSpPr>
              <a:spLocks noChangeArrowheads="1"/>
            </p:cNvSpPr>
            <p:nvPr/>
          </p:nvSpPr>
          <p:spPr bwMode="auto">
            <a:xfrm>
              <a:off x="1958147" y="973643"/>
              <a:ext cx="1746119" cy="1746119"/>
            </a:xfrm>
            <a:prstGeom prst="diamond">
              <a:avLst/>
            </a:prstGeom>
            <a:noFill/>
            <a:ln w="9525">
              <a:solidFill>
                <a:srgbClr val="37BBED"/>
              </a:solidFill>
              <a:miter lim="800000"/>
            </a:ln>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31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chemeClr val="bg1">
                    <a:lumMod val="85000"/>
                  </a:schemeClr>
                </a:solidFill>
                <a:latin typeface="+mn-lt"/>
                <a:ea typeface="+mn-ea"/>
                <a:cs typeface="+mn-ea"/>
                <a:sym typeface="+mn-lt"/>
              </a:endParaRPr>
            </a:p>
          </p:txBody>
        </p:sp>
      </p:grpSp>
      <p:grpSp>
        <p:nvGrpSpPr>
          <p:cNvPr id="91" name="组合 21"/>
          <p:cNvGrpSpPr/>
          <p:nvPr/>
        </p:nvGrpSpPr>
        <p:grpSpPr bwMode="auto">
          <a:xfrm>
            <a:off x="4757125" y="1207697"/>
            <a:ext cx="3241675" cy="1285239"/>
            <a:chOff x="102599" y="0"/>
            <a:chExt cx="3241620" cy="1283888"/>
          </a:xfrm>
        </p:grpSpPr>
        <p:sp>
          <p:nvSpPr>
            <p:cNvPr id="1048700" name="矩形 13"/>
            <p:cNvSpPr>
              <a:spLocks noChangeArrowheads="1"/>
            </p:cNvSpPr>
            <p:nvPr/>
          </p:nvSpPr>
          <p:spPr bwMode="auto">
            <a:xfrm>
              <a:off x="102599" y="454816"/>
              <a:ext cx="3241620" cy="829072"/>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600" dirty="0">
                  <a:solidFill>
                    <a:schemeClr val="bg1">
                      <a:lumMod val="85000"/>
                    </a:schemeClr>
                  </a:solidFill>
                  <a:latin typeface="+mn-lt"/>
                  <a:ea typeface="+mn-ea"/>
                  <a:cs typeface="+mn-ea"/>
                  <a:sym typeface="+mn-lt"/>
                </a:rPr>
                <a:t>通信网算法-深度优先算法和广度优先算法</a:t>
              </a:r>
            </a:p>
          </p:txBody>
        </p:sp>
        <p:sp>
          <p:nvSpPr>
            <p:cNvPr id="1048701" name="文本框 83"/>
            <p:cNvSpPr txBox="1">
              <a:spLocks noChangeArrowheads="1"/>
            </p:cNvSpPr>
            <p:nvPr/>
          </p:nvSpPr>
          <p:spPr bwMode="auto">
            <a:xfrm>
              <a:off x="103869" y="0"/>
              <a:ext cx="1356337" cy="367913"/>
            </a:xfrm>
            <a:prstGeom prst="rect">
              <a:avLst/>
            </a:prstGeom>
            <a:noFill/>
            <a:ln>
              <a:noFill/>
            </a:ln>
          </p:spPr>
          <p:txBody>
            <a:bodyPr wrap="squar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bg1">
                      <a:lumMod val="85000"/>
                    </a:schemeClr>
                  </a:solidFill>
                  <a:latin typeface="+mn-lt"/>
                  <a:ea typeface="+mn-ea"/>
                  <a:cs typeface="+mn-ea"/>
                  <a:sym typeface="+mn-lt"/>
                </a:rPr>
                <a:t>1.</a:t>
              </a:r>
              <a:r>
                <a:rPr lang="zh-CN" altLang="en-US" b="1" dirty="0">
                  <a:solidFill>
                    <a:schemeClr val="bg1">
                      <a:lumMod val="85000"/>
                    </a:schemeClr>
                  </a:solidFill>
                  <a:latin typeface="+mn-lt"/>
                  <a:ea typeface="+mn-ea"/>
                  <a:cs typeface="+mn-ea"/>
                  <a:sym typeface="+mn-lt"/>
                </a:rPr>
                <a:t>实验名称</a:t>
              </a:r>
            </a:p>
          </p:txBody>
        </p:sp>
        <p:cxnSp>
          <p:nvCxnSpPr>
            <p:cNvPr id="3145729" name="直接连接符 120"/>
            <p:cNvCxnSpPr>
              <a:cxnSpLocks noChangeShapeType="1"/>
            </p:cNvCxnSpPr>
            <p:nvPr/>
          </p:nvCxnSpPr>
          <p:spPr bwMode="auto">
            <a:xfrm>
              <a:off x="103604" y="45691"/>
              <a:ext cx="0" cy="170228"/>
            </a:xfrm>
            <a:prstGeom prst="line">
              <a:avLst/>
            </a:prstGeom>
            <a:noFill/>
            <a:ln w="9525">
              <a:solidFill>
                <a:srgbClr val="1C2E48"/>
              </a:solidFill>
              <a:round/>
            </a:ln>
          </p:spPr>
        </p:cxnSp>
      </p:grpSp>
      <p:sp>
        <p:nvSpPr>
          <p:cNvPr id="1048702" name="文本框 83"/>
          <p:cNvSpPr txBox="1">
            <a:spLocks noChangeArrowheads="1"/>
          </p:cNvSpPr>
          <p:nvPr/>
        </p:nvSpPr>
        <p:spPr bwMode="auto">
          <a:xfrm>
            <a:off x="1074100" y="2825518"/>
            <a:ext cx="1275080" cy="345441"/>
          </a:xfrm>
          <a:prstGeom prst="rect">
            <a:avLst/>
          </a:prstGeom>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bg1">
                    <a:lumMod val="85000"/>
                  </a:schemeClr>
                </a:solidFill>
                <a:latin typeface="+mn-lt"/>
                <a:ea typeface="+mn-ea"/>
                <a:cs typeface="+mn-ea"/>
                <a:sym typeface="+mn-lt"/>
              </a:rPr>
              <a:t>2.</a:t>
            </a:r>
            <a:r>
              <a:rPr lang="zh-CN" altLang="en-US" b="1" dirty="0">
                <a:solidFill>
                  <a:schemeClr val="bg1">
                    <a:lumMod val="85000"/>
                  </a:schemeClr>
                </a:solidFill>
                <a:latin typeface="+mn-lt"/>
                <a:ea typeface="+mn-ea"/>
                <a:cs typeface="+mn-ea"/>
                <a:sym typeface="+mn-lt"/>
              </a:rPr>
              <a:t>实验要求</a:t>
            </a:r>
          </a:p>
        </p:txBody>
      </p:sp>
      <p:sp>
        <p:nvSpPr>
          <p:cNvPr id="1048703" name="文本框 83"/>
          <p:cNvSpPr txBox="1">
            <a:spLocks noChangeArrowheads="1"/>
          </p:cNvSpPr>
          <p:nvPr/>
        </p:nvSpPr>
        <p:spPr bwMode="auto">
          <a:xfrm>
            <a:off x="8377210" y="2825518"/>
            <a:ext cx="1732281" cy="345441"/>
          </a:xfrm>
          <a:prstGeom prst="rect">
            <a:avLst/>
          </a:prstGeom>
          <a:noFill/>
          <a:ln>
            <a:noFill/>
          </a:ln>
        </p:spPr>
        <p:txBody>
          <a:bodyPr wrap="none">
            <a:spAutoFit/>
          </a:bodyPr>
          <a:lstStyle>
            <a:lvl1pPr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51308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51308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solidFill>
                  <a:schemeClr val="bg1">
                    <a:lumMod val="85000"/>
                  </a:schemeClr>
                </a:solidFill>
                <a:latin typeface="+mn-lt"/>
                <a:ea typeface="+mn-ea"/>
                <a:cs typeface="+mn-ea"/>
                <a:sym typeface="+mn-lt"/>
              </a:rPr>
              <a:t>3.</a:t>
            </a:r>
            <a:r>
              <a:rPr lang="zh-CN" altLang="en-US" b="1" dirty="0">
                <a:solidFill>
                  <a:schemeClr val="bg1">
                    <a:lumMod val="85000"/>
                  </a:schemeClr>
                </a:solidFill>
                <a:latin typeface="+mn-lt"/>
                <a:ea typeface="+mn-ea"/>
                <a:cs typeface="+mn-ea"/>
                <a:sym typeface="+mn-lt"/>
              </a:rPr>
              <a:t>打印显示要求</a:t>
            </a:r>
          </a:p>
        </p:txBody>
      </p:sp>
      <p:sp>
        <p:nvSpPr>
          <p:cNvPr id="1048704" name="矩形 13"/>
          <p:cNvSpPr>
            <a:spLocks noChangeArrowheads="1"/>
          </p:cNvSpPr>
          <p:nvPr/>
        </p:nvSpPr>
        <p:spPr bwMode="auto">
          <a:xfrm>
            <a:off x="1063761" y="3225307"/>
            <a:ext cx="3046413" cy="2306955"/>
          </a:xfrm>
          <a:prstGeom prst="rect">
            <a:avLst/>
          </a:prstGeom>
          <a:noFill/>
          <a:ln>
            <a:noFill/>
          </a:ln>
        </p:spPr>
        <p:txBody>
          <a:bodyPr>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600" dirty="0">
                <a:solidFill>
                  <a:schemeClr val="bg1">
                    <a:lumMod val="85000"/>
                  </a:schemeClr>
                </a:solidFill>
                <a:latin typeface="+mn-lt"/>
                <a:ea typeface="+mn-ea"/>
                <a:cs typeface="+mn-ea"/>
                <a:sym typeface="+mn-lt"/>
              </a:rPr>
              <a:t>1、以任意节点为起点，利用深度优先搜索算法，计算附图的遍历顺序并打印输出；</a:t>
            </a:r>
          </a:p>
          <a:p>
            <a:pPr eaLnBrk="1" hangingPunct="1">
              <a:lnSpc>
                <a:spcPct val="150000"/>
              </a:lnSpc>
            </a:pPr>
            <a:r>
              <a:rPr sz="1600" dirty="0">
                <a:solidFill>
                  <a:schemeClr val="bg1">
                    <a:lumMod val="85000"/>
                  </a:schemeClr>
                </a:solidFill>
                <a:latin typeface="+mn-lt"/>
                <a:ea typeface="+mn-ea"/>
                <a:cs typeface="+mn-ea"/>
                <a:sym typeface="+mn-lt"/>
              </a:rPr>
              <a:t>2、以任意节点为起点，利用广度优先搜索算法，计算附图的遍历顺序并打印输出</a:t>
            </a:r>
            <a:r>
              <a:rPr lang="zh-CN" sz="1600" dirty="0">
                <a:solidFill>
                  <a:schemeClr val="bg1">
                    <a:lumMod val="85000"/>
                  </a:schemeClr>
                </a:solidFill>
                <a:latin typeface="+mn-lt"/>
                <a:ea typeface="+mn-ea"/>
                <a:cs typeface="+mn-ea"/>
                <a:sym typeface="+mn-lt"/>
              </a:rPr>
              <a:t>。</a:t>
            </a:r>
          </a:p>
        </p:txBody>
      </p:sp>
      <p:sp>
        <p:nvSpPr>
          <p:cNvPr id="1048707" name="箭头: 左 8">
            <a:hlinkClick r:id="rId9" action="ppaction://hlinksldjump"/>
          </p:cNvPr>
          <p:cNvSpPr/>
          <p:nvPr/>
        </p:nvSpPr>
        <p:spPr>
          <a:xfrm>
            <a:off x="335413" y="6350191"/>
            <a:ext cx="576011" cy="319169"/>
          </a:xfrm>
          <a:prstGeom prst="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063230" y="3294380"/>
            <a:ext cx="3439795" cy="1568450"/>
          </a:xfrm>
          <a:prstGeom prst="rect">
            <a:avLst/>
          </a:prstGeom>
          <a:noFill/>
        </p:spPr>
        <p:txBody>
          <a:bodyPr wrap="square" rtlCol="0">
            <a:spAutoFit/>
          </a:bodyPr>
          <a:lstStyle/>
          <a:p>
            <a:pPr algn="l" defTabSz="684530">
              <a:lnSpc>
                <a:spcPct val="150000"/>
              </a:lnSpc>
              <a:buClrTx/>
              <a:buSzTx/>
              <a:buFont typeface="Arial" panose="020B0604020202020204" pitchFamily="34" charset="0"/>
            </a:pPr>
            <a:r>
              <a:rPr sz="1600" dirty="0">
                <a:solidFill>
                  <a:schemeClr val="bg1">
                    <a:lumMod val="85000"/>
                  </a:schemeClr>
                </a:solidFill>
                <a:cs typeface="+mn-ea"/>
              </a:rPr>
              <a:t>1、请转换附件的图形为输入数据格式（附在实验报告上）；</a:t>
            </a:r>
          </a:p>
          <a:p>
            <a:pPr algn="l" defTabSz="684530">
              <a:lnSpc>
                <a:spcPct val="150000"/>
              </a:lnSpc>
              <a:buClrTx/>
              <a:buSzTx/>
              <a:buFont typeface="Arial" panose="020B0604020202020204" pitchFamily="34" charset="0"/>
            </a:pPr>
            <a:r>
              <a:rPr sz="1600" dirty="0">
                <a:solidFill>
                  <a:schemeClr val="bg1">
                    <a:lumMod val="85000"/>
                  </a:schemeClr>
                </a:solidFill>
                <a:cs typeface="+mn-ea"/>
              </a:rPr>
              <a:t>2、请打印的时候把节点编号、节点名称按照遍历的顺序打印</a:t>
            </a:r>
            <a:r>
              <a:rPr lang="zh-CN" sz="1600" dirty="0">
                <a:solidFill>
                  <a:schemeClr val="bg1">
                    <a:lumMod val="85000"/>
                  </a:schemeClr>
                </a:solidFill>
                <a:cs typeface="+mn-ea"/>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0" name="组合 1"/>
          <p:cNvGrpSpPr/>
          <p:nvPr/>
        </p:nvGrpSpPr>
        <p:grpSpPr>
          <a:xfrm>
            <a:off x="121285" y="87630"/>
            <a:ext cx="12070715" cy="6770370"/>
            <a:chOff x="263352" y="-315635"/>
            <a:chExt cx="11928647" cy="7173635"/>
          </a:xfrm>
        </p:grpSpPr>
        <p:pic>
          <p:nvPicPr>
            <p:cNvPr id="2097165"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54" name="文本框 2"/>
            <p:cNvSpPr txBox="1"/>
            <p:nvPr/>
          </p:nvSpPr>
          <p:spPr>
            <a:xfrm>
              <a:off x="476332" y="332656"/>
              <a:ext cx="2637155" cy="553060"/>
            </a:xfrm>
            <a:prstGeom prst="rect">
              <a:avLst/>
            </a:prstGeom>
            <a:noFill/>
          </p:spPr>
          <p:txBody>
            <a:bodyPr wrap="square" rtlCol="0">
              <a:spAutoFit/>
            </a:bodyPr>
            <a:lstStyle/>
            <a:p>
              <a:pPr eaLnBrk="1" hangingPunct="1"/>
              <a:r>
                <a:rPr lang="en-US" altLang="zh-CN" sz="2800" b="1" dirty="0">
                  <a:solidFill>
                    <a:schemeClr val="bg1">
                      <a:lumMod val="85000"/>
                    </a:schemeClr>
                  </a:solidFill>
                  <a:latin typeface="+mn-lt"/>
                  <a:ea typeface="+mn-ea"/>
                  <a:cs typeface="+mn-ea"/>
                  <a:sym typeface="+mn-lt"/>
                </a:rPr>
                <a:t>4.</a:t>
              </a:r>
              <a:r>
                <a:rPr lang="zh-CN" altLang="en-US" sz="2800" b="1" dirty="0">
                  <a:solidFill>
                    <a:schemeClr val="bg1">
                      <a:lumMod val="85000"/>
                    </a:schemeClr>
                  </a:solidFill>
                  <a:latin typeface="+mn-lt"/>
                  <a:ea typeface="+mn-ea"/>
                  <a:cs typeface="+mn-ea"/>
                  <a:sym typeface="+mn-lt"/>
                </a:rPr>
                <a:t>实验典型数据</a:t>
              </a:r>
            </a:p>
          </p:txBody>
        </p:sp>
        <p:grpSp>
          <p:nvGrpSpPr>
            <p:cNvPr id="71" name="组合 40"/>
            <p:cNvGrpSpPr/>
            <p:nvPr/>
          </p:nvGrpSpPr>
          <p:grpSpPr>
            <a:xfrm rot="10800000" flipV="1">
              <a:off x="263352" y="984158"/>
              <a:ext cx="11745783" cy="45719"/>
              <a:chOff x="3182554" y="3904019"/>
              <a:chExt cx="5543625" cy="45719"/>
            </a:xfrm>
          </p:grpSpPr>
          <p:sp>
            <p:nvSpPr>
              <p:cNvPr id="1048655"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56"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57"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6"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659" name="箭头: 左 3">
            <a:hlinkClick r:id="rId9" action="ppaction://hlinksldjump"/>
          </p:cNvPr>
          <p:cNvSpPr/>
          <p:nvPr/>
        </p:nvSpPr>
        <p:spPr>
          <a:xfrm>
            <a:off x="335413" y="6350191"/>
            <a:ext cx="576011" cy="319169"/>
          </a:xfrm>
          <a:prstGeom prst="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3"/>
          <p:cNvPicPr>
            <a:picLocks noChangeAspect="1" noChangeArrowheads="1"/>
          </p:cNvPicPr>
          <p:nvPr/>
        </p:nvPicPr>
        <p:blipFill>
          <a:blip r:embed="rId10" cstate="print">
            <a:extLst>
              <a:ext uri="{28A0092B-C50C-407E-A947-70E740481C1C}">
                <a14:useLocalDpi xmlns:a14="http://schemas.microsoft.com/office/drawing/2010/main" val="0"/>
              </a:ext>
            </a:extLst>
          </a:blip>
          <a:srcRect t="1577"/>
          <a:stretch>
            <a:fillRect/>
          </a:stretch>
        </p:blipFill>
        <p:spPr>
          <a:xfrm>
            <a:off x="579120" y="2323465"/>
            <a:ext cx="6183630" cy="3947795"/>
          </a:xfrm>
          <a:prstGeom prst="rect">
            <a:avLst/>
          </a:prstGeom>
          <a:noFill/>
          <a:ln>
            <a:noFill/>
          </a:ln>
        </p:spPr>
      </p:pic>
      <p:sp>
        <p:nvSpPr>
          <p:cNvPr id="4" name="矩形 13"/>
          <p:cNvSpPr>
            <a:spLocks noChangeArrowheads="1"/>
          </p:cNvSpPr>
          <p:nvPr/>
        </p:nvSpPr>
        <p:spPr bwMode="auto">
          <a:xfrm>
            <a:off x="7032625" y="1727835"/>
            <a:ext cx="4784090" cy="470789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000" dirty="0">
                <a:solidFill>
                  <a:schemeClr val="bg1">
                    <a:lumMod val="85000"/>
                  </a:schemeClr>
                </a:solidFill>
                <a:latin typeface="+mn-lt"/>
                <a:ea typeface="+mn-ea"/>
                <a:cs typeface="+mn-ea"/>
                <a:sym typeface="+mn-lt"/>
              </a:rPr>
              <a:t>实验典型数据：</a:t>
            </a:r>
          </a:p>
          <a:p>
            <a:pPr eaLnBrk="1" hangingPunct="1">
              <a:lnSpc>
                <a:spcPct val="150000"/>
              </a:lnSpc>
            </a:pPr>
            <a:endParaRPr lang="en-US" altLang="zh-CN" sz="2000" dirty="0">
              <a:solidFill>
                <a:schemeClr val="bg1">
                  <a:lumMod val="85000"/>
                </a:schemeClr>
              </a:solidFill>
              <a:latin typeface="+mn-lt"/>
              <a:ea typeface="+mn-ea"/>
              <a:cs typeface="+mn-ea"/>
              <a:sym typeface="+mn-lt"/>
            </a:endParaRPr>
          </a:p>
          <a:p>
            <a:pPr eaLnBrk="1" hangingPunct="1">
              <a:lnSpc>
                <a:spcPct val="150000"/>
              </a:lnSpc>
            </a:pPr>
            <a:r>
              <a:rPr lang="en-US" altLang="zh-CN" sz="2000" dirty="0">
                <a:solidFill>
                  <a:schemeClr val="bg1">
                    <a:lumMod val="85000"/>
                  </a:schemeClr>
                </a:solidFill>
                <a:latin typeface="+mn-lt"/>
                <a:ea typeface="+mn-ea"/>
                <a:cs typeface="+mn-ea"/>
                <a:sym typeface="+mn-lt"/>
              </a:rPr>
              <a:t>--------------data_input.txt------------</a:t>
            </a:r>
          </a:p>
          <a:p>
            <a:pPr eaLnBrk="1" hangingPunct="1">
              <a:lnSpc>
                <a:spcPct val="150000"/>
              </a:lnSpc>
            </a:pPr>
            <a:r>
              <a:rPr lang="zh-CN" altLang="en-US" sz="2000" dirty="0">
                <a:solidFill>
                  <a:schemeClr val="bg1">
                    <a:lumMod val="85000"/>
                  </a:schemeClr>
                </a:solidFill>
                <a:latin typeface="+mn-lt"/>
                <a:ea typeface="+mn-ea"/>
                <a:cs typeface="+mn-ea"/>
                <a:sym typeface="+mn-lt"/>
              </a:rPr>
              <a:t>节点个数：</a:t>
            </a:r>
            <a:r>
              <a:rPr lang="en-US" altLang="zh-CN" sz="2000" dirty="0">
                <a:solidFill>
                  <a:schemeClr val="bg1">
                    <a:lumMod val="85000"/>
                  </a:schemeClr>
                </a:solidFill>
                <a:latin typeface="+mn-lt"/>
                <a:ea typeface="+mn-ea"/>
                <a:cs typeface="+mn-ea"/>
                <a:sym typeface="+mn-lt"/>
              </a:rPr>
              <a:t>10</a:t>
            </a:r>
          </a:p>
          <a:p>
            <a:pPr eaLnBrk="1" hangingPunct="1">
              <a:lnSpc>
                <a:spcPct val="150000"/>
              </a:lnSpc>
            </a:pPr>
            <a:r>
              <a:rPr lang="zh-CN" altLang="en-US" sz="2000" dirty="0">
                <a:solidFill>
                  <a:schemeClr val="bg1">
                    <a:lumMod val="85000"/>
                  </a:schemeClr>
                </a:solidFill>
                <a:latin typeface="+mn-lt"/>
                <a:ea typeface="+mn-ea"/>
                <a:cs typeface="+mn-ea"/>
                <a:sym typeface="+mn-lt"/>
              </a:rPr>
              <a:t>节点名称：重庆 北京 成都 上海 深圳  </a:t>
            </a:r>
          </a:p>
          <a:p>
            <a:pPr eaLnBrk="1" hangingPunct="1">
              <a:lnSpc>
                <a:spcPct val="150000"/>
              </a:lnSpc>
            </a:pPr>
            <a:r>
              <a:rPr lang="en-US" altLang="zh-CN" sz="2000" dirty="0">
                <a:solidFill>
                  <a:schemeClr val="bg1">
                    <a:lumMod val="85000"/>
                  </a:schemeClr>
                </a:solidFill>
                <a:latin typeface="+mn-lt"/>
                <a:ea typeface="+mn-ea"/>
                <a:cs typeface="+mn-ea"/>
                <a:sym typeface="+mn-lt"/>
              </a:rPr>
              <a:t>	        </a:t>
            </a:r>
            <a:r>
              <a:rPr lang="zh-CN" altLang="en-US" sz="2000" dirty="0">
                <a:solidFill>
                  <a:schemeClr val="bg1">
                    <a:lumMod val="85000"/>
                  </a:schemeClr>
                </a:solidFill>
                <a:latin typeface="+mn-lt"/>
                <a:ea typeface="+mn-ea"/>
                <a:cs typeface="+mn-ea"/>
                <a:sym typeface="+mn-lt"/>
              </a:rPr>
              <a:t>杭州 广州 武汉</a:t>
            </a:r>
            <a:r>
              <a:rPr lang="en-US" altLang="zh-CN" sz="2000" dirty="0">
                <a:solidFill>
                  <a:schemeClr val="bg1">
                    <a:lumMod val="85000"/>
                  </a:schemeClr>
                </a:solidFill>
                <a:latin typeface="+mn-lt"/>
                <a:ea typeface="+mn-ea"/>
                <a:cs typeface="+mn-ea"/>
                <a:sym typeface="+mn-lt"/>
              </a:rPr>
              <a:t> </a:t>
            </a:r>
            <a:r>
              <a:rPr lang="zh-CN" altLang="en-US" sz="2000" dirty="0">
                <a:solidFill>
                  <a:schemeClr val="bg1">
                    <a:lumMod val="85000"/>
                  </a:schemeClr>
                </a:solidFill>
                <a:latin typeface="+mn-lt"/>
                <a:ea typeface="+mn-ea"/>
                <a:cs typeface="+mn-ea"/>
                <a:sym typeface="+mn-lt"/>
              </a:rPr>
              <a:t>天津</a:t>
            </a:r>
            <a:r>
              <a:rPr lang="en-US" altLang="zh-CN" sz="2000" dirty="0">
                <a:solidFill>
                  <a:schemeClr val="bg1">
                    <a:lumMod val="85000"/>
                  </a:schemeClr>
                </a:solidFill>
                <a:latin typeface="+mn-lt"/>
                <a:ea typeface="+mn-ea"/>
                <a:cs typeface="+mn-ea"/>
                <a:sym typeface="+mn-lt"/>
              </a:rPr>
              <a:t> </a:t>
            </a:r>
            <a:r>
              <a:rPr lang="zh-CN" altLang="en-US" sz="2000" dirty="0">
                <a:solidFill>
                  <a:schemeClr val="bg1">
                    <a:lumMod val="85000"/>
                  </a:schemeClr>
                </a:solidFill>
                <a:latin typeface="+mn-lt"/>
                <a:ea typeface="+mn-ea"/>
                <a:cs typeface="+mn-ea"/>
                <a:sym typeface="+mn-lt"/>
              </a:rPr>
              <a:t>南京</a:t>
            </a:r>
          </a:p>
          <a:p>
            <a:pPr eaLnBrk="1" hangingPunct="1">
              <a:lnSpc>
                <a:spcPct val="150000"/>
              </a:lnSpc>
            </a:pPr>
            <a:r>
              <a:rPr lang="zh-CN" altLang="en-US" sz="2000" dirty="0">
                <a:solidFill>
                  <a:schemeClr val="bg1">
                    <a:lumMod val="85000"/>
                  </a:schemeClr>
                </a:solidFill>
                <a:latin typeface="+mn-lt"/>
                <a:ea typeface="+mn-ea"/>
                <a:cs typeface="+mn-ea"/>
                <a:sym typeface="+mn-lt"/>
              </a:rPr>
              <a:t>边的组成</a:t>
            </a:r>
            <a:r>
              <a:rPr lang="en-US" altLang="zh-CN" sz="2000" dirty="0">
                <a:solidFill>
                  <a:schemeClr val="bg1">
                    <a:lumMod val="85000"/>
                  </a:schemeClr>
                </a:solidFill>
                <a:latin typeface="+mn-lt"/>
                <a:ea typeface="+mn-ea"/>
                <a:cs typeface="+mn-ea"/>
                <a:sym typeface="+mn-lt"/>
              </a:rPr>
              <a:t>: 	1 2	1 3	1 4	2 3	2 5</a:t>
            </a:r>
          </a:p>
          <a:p>
            <a:pPr eaLnBrk="1" hangingPunct="1">
              <a:lnSpc>
                <a:spcPct val="150000"/>
              </a:lnSpc>
            </a:pPr>
            <a:r>
              <a:rPr lang="en-US" altLang="zh-CN" sz="2000" dirty="0">
                <a:solidFill>
                  <a:schemeClr val="bg1">
                    <a:lumMod val="85000"/>
                  </a:schemeClr>
                </a:solidFill>
                <a:latin typeface="+mn-lt"/>
                <a:ea typeface="+mn-ea"/>
                <a:cs typeface="+mn-ea"/>
                <a:sym typeface="+mn-lt"/>
              </a:rPr>
              <a:t>		3 4	3 5	3 6</a:t>
            </a:r>
          </a:p>
          <a:p>
            <a:pPr eaLnBrk="1" hangingPunct="1">
              <a:lnSpc>
                <a:spcPct val="150000"/>
              </a:lnSpc>
            </a:pPr>
            <a:r>
              <a:rPr lang="en-US" altLang="zh-CN" sz="2000" dirty="0">
                <a:solidFill>
                  <a:schemeClr val="bg1">
                    <a:lumMod val="85000"/>
                  </a:schemeClr>
                </a:solidFill>
                <a:latin typeface="+mn-lt"/>
                <a:ea typeface="+mn-ea"/>
                <a:cs typeface="+mn-ea"/>
                <a:sym typeface="+mn-lt"/>
              </a:rPr>
              <a:t>		4 6	4 7	4 9	5 6	5 8</a:t>
            </a:r>
          </a:p>
          <a:p>
            <a:pPr eaLnBrk="1" hangingPunct="1">
              <a:lnSpc>
                <a:spcPct val="150000"/>
              </a:lnSpc>
            </a:pPr>
            <a:r>
              <a:rPr lang="en-US" altLang="zh-CN" sz="2000" dirty="0">
                <a:solidFill>
                  <a:schemeClr val="bg1">
                    <a:lumMod val="85000"/>
                  </a:schemeClr>
                </a:solidFill>
                <a:latin typeface="+mn-lt"/>
                <a:ea typeface="+mn-ea"/>
                <a:cs typeface="+mn-ea"/>
                <a:sym typeface="+mn-lt"/>
              </a:rPr>
              <a:t>		6 7	6 8 	7 8	7 10</a:t>
            </a:r>
          </a:p>
        </p:txBody>
      </p:sp>
      <p:sp>
        <p:nvSpPr>
          <p:cNvPr id="2" name="文本框 1"/>
          <p:cNvSpPr txBox="1"/>
          <p:nvPr/>
        </p:nvSpPr>
        <p:spPr>
          <a:xfrm>
            <a:off x="579120" y="1628775"/>
            <a:ext cx="1452880" cy="491490"/>
          </a:xfrm>
          <a:prstGeom prst="rect">
            <a:avLst/>
          </a:prstGeom>
          <a:noFill/>
        </p:spPr>
        <p:txBody>
          <a:bodyPr wrap="none" rtlCol="0">
            <a:spAutoFit/>
          </a:bodyPr>
          <a:lstStyle/>
          <a:p>
            <a:pPr algn="l">
              <a:lnSpc>
                <a:spcPct val="130000"/>
              </a:lnSpc>
              <a:buClrTx/>
              <a:buSzTx/>
              <a:buFontTx/>
            </a:pPr>
            <a:r>
              <a:rPr lang="zh-CN" altLang="en-US" sz="2000" dirty="0">
                <a:solidFill>
                  <a:schemeClr val="bg1">
                    <a:lumMod val="85000"/>
                  </a:schemeClr>
                </a:solidFill>
                <a:cs typeface="+mn-ea"/>
              </a:rPr>
              <a:t>原数据内容</a:t>
            </a:r>
          </a:p>
        </p:txBody>
      </p:sp>
      <p:sp>
        <p:nvSpPr>
          <p:cNvPr id="5" name="文本框 4"/>
          <p:cNvSpPr txBox="1"/>
          <p:nvPr/>
        </p:nvSpPr>
        <p:spPr>
          <a:xfrm>
            <a:off x="3402330" y="87630"/>
            <a:ext cx="309880" cy="370840"/>
          </a:xfrm>
          <a:prstGeom prst="rect">
            <a:avLst/>
          </a:prstGeom>
          <a:noFill/>
        </p:spPr>
        <p:txBody>
          <a:bodyPr wrap="none" rtlCol="0">
            <a:spAutoFit/>
          </a:bodyPr>
          <a:lstStyle/>
          <a:p>
            <a:pPr>
              <a:lnSpc>
                <a:spcPct val="130000"/>
              </a:lnSpc>
            </a:pPr>
            <a:endParaRPr lang="zh-CN" altLang="en-US" sz="1400" dirty="0">
              <a:latin typeface="Arial" panose="020B0604020202020204" pitchFamily="34" charset="0"/>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0" name="组合 1"/>
          <p:cNvGrpSpPr/>
          <p:nvPr/>
        </p:nvGrpSpPr>
        <p:grpSpPr>
          <a:xfrm>
            <a:off x="263352" y="-315635"/>
            <a:ext cx="11928647" cy="7173635"/>
            <a:chOff x="263352" y="-315635"/>
            <a:chExt cx="11928647" cy="7173635"/>
          </a:xfrm>
        </p:grpSpPr>
        <p:pic>
          <p:nvPicPr>
            <p:cNvPr id="2097161"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36" name="文本框 2"/>
            <p:cNvSpPr txBox="1"/>
            <p:nvPr/>
          </p:nvSpPr>
          <p:spPr>
            <a:xfrm>
              <a:off x="476332" y="332656"/>
              <a:ext cx="309880" cy="521970"/>
            </a:xfrm>
            <a:prstGeom prst="rect">
              <a:avLst/>
            </a:prstGeom>
            <a:noFill/>
          </p:spPr>
          <p:txBody>
            <a:bodyPr wrap="none" rtlCol="0">
              <a:spAutoFit/>
            </a:bodyPr>
            <a:lstStyle/>
            <a:p>
              <a:pPr eaLnBrk="1" hangingPunct="1"/>
              <a:endParaRPr lang="en-US" altLang="zh-CN" sz="2800" b="1" dirty="0">
                <a:solidFill>
                  <a:schemeClr val="bg1">
                    <a:lumMod val="85000"/>
                  </a:schemeClr>
                </a:solidFill>
                <a:latin typeface="+mn-lt"/>
                <a:ea typeface="+mn-ea"/>
                <a:cs typeface="+mn-ea"/>
                <a:sym typeface="+mn-lt"/>
              </a:endParaRPr>
            </a:p>
          </p:txBody>
        </p:sp>
        <p:grpSp>
          <p:nvGrpSpPr>
            <p:cNvPr id="61" name="组合 40"/>
            <p:cNvGrpSpPr/>
            <p:nvPr/>
          </p:nvGrpSpPr>
          <p:grpSpPr>
            <a:xfrm rot="10800000" flipV="1">
              <a:off x="263352" y="984158"/>
              <a:ext cx="11745783" cy="45719"/>
              <a:chOff x="3182554" y="3904019"/>
              <a:chExt cx="5543625" cy="45719"/>
            </a:xfrm>
          </p:grpSpPr>
          <p:sp>
            <p:nvSpPr>
              <p:cNvPr id="1048637"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8"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9"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2"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640" name="矩形 13"/>
          <p:cNvSpPr>
            <a:spLocks noChangeArrowheads="1"/>
          </p:cNvSpPr>
          <p:nvPr/>
        </p:nvSpPr>
        <p:spPr bwMode="auto">
          <a:xfrm>
            <a:off x="482450" y="1158159"/>
            <a:ext cx="11593288" cy="507746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dirty="0">
                <a:solidFill>
                  <a:schemeClr val="bg1">
                    <a:lumMod val="85000"/>
                  </a:schemeClr>
                </a:solidFill>
                <a:latin typeface="+mn-lt"/>
                <a:ea typeface="+mn-ea"/>
                <a:cs typeface="+mn-ea"/>
                <a:sym typeface="+mn-lt"/>
              </a:rPr>
              <a:t>1. </a:t>
            </a:r>
            <a:r>
              <a:rPr lang="zh-CN" altLang="en-US" dirty="0">
                <a:solidFill>
                  <a:schemeClr val="bg1">
                    <a:lumMod val="85000"/>
                  </a:schemeClr>
                </a:solidFill>
                <a:latin typeface="+mn-lt"/>
                <a:ea typeface="+mn-ea"/>
                <a:cs typeface="+mn-ea"/>
                <a:sym typeface="+mn-lt"/>
              </a:rPr>
              <a:t>结构定义</a:t>
            </a:r>
            <a:r>
              <a:rPr lang="en-US" altLang="zh-CN" dirty="0">
                <a:solidFill>
                  <a:schemeClr val="bg1">
                    <a:lumMod val="85000"/>
                  </a:schemeClr>
                </a:solidFill>
                <a:latin typeface="+mn-lt"/>
                <a:ea typeface="+mn-ea"/>
                <a:cs typeface="+mn-ea"/>
                <a:sym typeface="+mn-lt"/>
              </a:rPr>
              <a:t>			</a:t>
            </a:r>
            <a:r>
              <a:rPr lang="zh-CN" altLang="en-US" dirty="0">
                <a:solidFill>
                  <a:schemeClr val="bg1">
                    <a:lumMod val="85000"/>
                  </a:schemeClr>
                </a:solidFill>
                <a:latin typeface="+mn-lt"/>
                <a:ea typeface="+mn-ea"/>
                <a:cs typeface="+mn-ea"/>
                <a:sym typeface="+mn-lt"/>
              </a:rPr>
              <a:t>对于每一个节点，希望通过结构的方式来定义</a:t>
            </a:r>
          </a:p>
          <a:p>
            <a:pPr eaLnBrk="1" hangingPunct="1">
              <a:lnSpc>
                <a:spcPct val="150000"/>
              </a:lnSpc>
            </a:pPr>
            <a:r>
              <a:rPr lang="en-US" altLang="zh-CN" dirty="0">
                <a:solidFill>
                  <a:schemeClr val="bg1">
                    <a:lumMod val="85000"/>
                  </a:schemeClr>
                </a:solidFill>
                <a:latin typeface="+mn-lt"/>
                <a:ea typeface="+mn-ea"/>
                <a:cs typeface="+mn-ea"/>
                <a:sym typeface="+mn-lt"/>
              </a:rPr>
              <a:t>2. </a:t>
            </a:r>
            <a:r>
              <a:rPr lang="zh-CN" altLang="en-US" dirty="0">
                <a:solidFill>
                  <a:schemeClr val="bg1">
                    <a:lumMod val="85000"/>
                  </a:schemeClr>
                </a:solidFill>
                <a:latin typeface="+mn-lt"/>
                <a:ea typeface="+mn-ea"/>
                <a:cs typeface="+mn-ea"/>
                <a:sym typeface="+mn-lt"/>
              </a:rPr>
              <a:t>子函数</a:t>
            </a:r>
            <a:r>
              <a:rPr lang="en-US" altLang="zh-CN" dirty="0">
                <a:solidFill>
                  <a:schemeClr val="bg1">
                    <a:lumMod val="85000"/>
                  </a:schemeClr>
                </a:solidFill>
                <a:latin typeface="+mn-lt"/>
                <a:ea typeface="+mn-ea"/>
                <a:cs typeface="+mn-ea"/>
                <a:sym typeface="+mn-lt"/>
              </a:rPr>
              <a:t>			</a:t>
            </a:r>
            <a:r>
              <a:rPr lang="zh-CN" altLang="en-US" dirty="0">
                <a:solidFill>
                  <a:schemeClr val="bg1">
                    <a:lumMod val="85000"/>
                  </a:schemeClr>
                </a:solidFill>
                <a:latin typeface="+mn-lt"/>
                <a:ea typeface="+mn-ea"/>
                <a:cs typeface="+mn-ea"/>
                <a:sym typeface="+mn-lt"/>
              </a:rPr>
              <a:t>要学会把一些通用的功能抽象成一个子函数</a:t>
            </a:r>
          </a:p>
          <a:p>
            <a:pPr eaLnBrk="1" hangingPunct="1">
              <a:lnSpc>
                <a:spcPct val="150000"/>
              </a:lnSpc>
            </a:pPr>
            <a:r>
              <a:rPr lang="en-US" altLang="zh-CN" dirty="0">
                <a:solidFill>
                  <a:schemeClr val="bg1">
                    <a:lumMod val="85000"/>
                  </a:schemeClr>
                </a:solidFill>
                <a:latin typeface="+mn-lt"/>
                <a:ea typeface="+mn-ea"/>
                <a:cs typeface="+mn-ea"/>
                <a:sym typeface="+mn-lt"/>
              </a:rPr>
              <a:t>3. </a:t>
            </a:r>
            <a:r>
              <a:rPr lang="zh-CN" altLang="en-US" dirty="0">
                <a:solidFill>
                  <a:schemeClr val="bg1">
                    <a:lumMod val="85000"/>
                  </a:schemeClr>
                </a:solidFill>
                <a:latin typeface="+mn-lt"/>
                <a:ea typeface="+mn-ea"/>
                <a:cs typeface="+mn-ea"/>
                <a:sym typeface="+mn-lt"/>
              </a:rPr>
              <a:t>输入的方式</a:t>
            </a:r>
            <a:r>
              <a:rPr lang="en-US" altLang="zh-CN" dirty="0">
                <a:solidFill>
                  <a:schemeClr val="bg1">
                    <a:lumMod val="85000"/>
                  </a:schemeClr>
                </a:solidFill>
                <a:latin typeface="+mn-lt"/>
                <a:ea typeface="+mn-ea"/>
                <a:cs typeface="+mn-ea"/>
                <a:sym typeface="+mn-lt"/>
              </a:rPr>
              <a:t>		</a:t>
            </a:r>
            <a:r>
              <a:rPr lang="zh-CN" altLang="en-US" dirty="0">
                <a:solidFill>
                  <a:schemeClr val="bg1">
                    <a:lumMod val="85000"/>
                  </a:schemeClr>
                </a:solidFill>
                <a:latin typeface="+mn-lt"/>
                <a:ea typeface="+mn-ea"/>
                <a:cs typeface="+mn-ea"/>
                <a:sym typeface="+mn-lt"/>
              </a:rPr>
              <a:t>希望支持手动输入或文本输入</a:t>
            </a:r>
          </a:p>
          <a:p>
            <a:pPr eaLnBrk="1" hangingPunct="1">
              <a:lnSpc>
                <a:spcPct val="150000"/>
              </a:lnSpc>
            </a:pPr>
            <a:r>
              <a:rPr lang="en-US" altLang="zh-CN" dirty="0">
                <a:solidFill>
                  <a:schemeClr val="bg1">
                    <a:lumMod val="85000"/>
                  </a:schemeClr>
                </a:solidFill>
                <a:latin typeface="+mn-lt"/>
                <a:ea typeface="+mn-ea"/>
                <a:cs typeface="+mn-ea"/>
                <a:sym typeface="+mn-lt"/>
              </a:rPr>
              <a:t>4. </a:t>
            </a:r>
            <a:r>
              <a:rPr lang="zh-CN" altLang="en-US" dirty="0">
                <a:solidFill>
                  <a:schemeClr val="bg1">
                    <a:lumMod val="85000"/>
                  </a:schemeClr>
                </a:solidFill>
                <a:latin typeface="+mn-lt"/>
                <a:ea typeface="+mn-ea"/>
                <a:cs typeface="+mn-ea"/>
                <a:sym typeface="+mn-lt"/>
              </a:rPr>
              <a:t>希望指定节点可以任意选定（输入）</a:t>
            </a:r>
          </a:p>
          <a:p>
            <a:pPr eaLnBrk="1" hangingPunct="1">
              <a:lnSpc>
                <a:spcPct val="150000"/>
              </a:lnSpc>
            </a:pPr>
            <a:r>
              <a:rPr lang="en-US" altLang="zh-CN" dirty="0">
                <a:solidFill>
                  <a:schemeClr val="bg1">
                    <a:lumMod val="85000"/>
                  </a:schemeClr>
                </a:solidFill>
                <a:latin typeface="+mn-lt"/>
                <a:ea typeface="+mn-ea"/>
                <a:cs typeface="+mn-ea"/>
                <a:sym typeface="+mn-lt"/>
              </a:rPr>
              <a:t>5. </a:t>
            </a:r>
            <a:r>
              <a:rPr lang="zh-CN" altLang="en-US" dirty="0">
                <a:solidFill>
                  <a:schemeClr val="bg1">
                    <a:lumMod val="85000"/>
                  </a:schemeClr>
                </a:solidFill>
                <a:latin typeface="+mn-lt"/>
                <a:ea typeface="+mn-ea"/>
                <a:cs typeface="+mn-ea"/>
                <a:sym typeface="+mn-lt"/>
              </a:rPr>
              <a:t>编程的规范</a:t>
            </a:r>
            <a:r>
              <a:rPr lang="en-US" altLang="zh-CN" dirty="0">
                <a:solidFill>
                  <a:schemeClr val="bg1">
                    <a:lumMod val="85000"/>
                  </a:schemeClr>
                </a:solidFill>
                <a:latin typeface="+mn-lt"/>
                <a:ea typeface="+mn-ea"/>
                <a:cs typeface="+mn-ea"/>
                <a:sym typeface="+mn-lt"/>
              </a:rPr>
              <a:t>		</a:t>
            </a:r>
            <a:r>
              <a:rPr lang="zh-CN" altLang="en-US" dirty="0">
                <a:solidFill>
                  <a:schemeClr val="bg1">
                    <a:lumMod val="85000"/>
                  </a:schemeClr>
                </a:solidFill>
                <a:latin typeface="+mn-lt"/>
                <a:ea typeface="+mn-ea"/>
                <a:cs typeface="+mn-ea"/>
                <a:sym typeface="+mn-lt"/>
              </a:rPr>
              <a:t>希望变量、函数命名规则要统一，大括号内要有缩进</a:t>
            </a:r>
          </a:p>
          <a:p>
            <a:pPr eaLnBrk="1" hangingPunct="1">
              <a:lnSpc>
                <a:spcPct val="150000"/>
              </a:lnSpc>
            </a:pPr>
            <a:endParaRPr lang="zh-CN" altLang="en-US" dirty="0">
              <a:solidFill>
                <a:schemeClr val="bg1">
                  <a:lumMod val="85000"/>
                </a:schemeClr>
              </a:solidFill>
              <a:latin typeface="+mn-lt"/>
              <a:ea typeface="+mn-ea"/>
              <a:cs typeface="+mn-ea"/>
              <a:sym typeface="+mn-lt"/>
            </a:endParaRPr>
          </a:p>
          <a:p>
            <a:pPr eaLnBrk="1" hangingPunct="1">
              <a:lnSpc>
                <a:spcPct val="150000"/>
              </a:lnSpc>
            </a:pPr>
            <a:r>
              <a:rPr lang="en-US" altLang="zh-CN" dirty="0">
                <a:solidFill>
                  <a:schemeClr val="bg1">
                    <a:lumMod val="85000"/>
                  </a:schemeClr>
                </a:solidFill>
                <a:latin typeface="+mn-lt"/>
                <a:ea typeface="+mn-ea"/>
                <a:cs typeface="+mn-ea"/>
                <a:sym typeface="+mn-lt"/>
              </a:rPr>
              <a:t>6. </a:t>
            </a:r>
            <a:r>
              <a:rPr lang="zh-CN" altLang="en-US" dirty="0">
                <a:solidFill>
                  <a:schemeClr val="bg1">
                    <a:lumMod val="85000"/>
                  </a:schemeClr>
                </a:solidFill>
                <a:latin typeface="+mn-lt"/>
                <a:ea typeface="+mn-ea"/>
                <a:cs typeface="+mn-ea"/>
                <a:sym typeface="+mn-lt"/>
              </a:rPr>
              <a:t>异常处理</a:t>
            </a:r>
            <a:r>
              <a:rPr lang="en-US" altLang="zh-CN" dirty="0">
                <a:solidFill>
                  <a:schemeClr val="bg1">
                    <a:lumMod val="85000"/>
                  </a:schemeClr>
                </a:solidFill>
                <a:latin typeface="+mn-lt"/>
                <a:ea typeface="+mn-ea"/>
                <a:cs typeface="+mn-ea"/>
                <a:sym typeface="+mn-lt"/>
              </a:rPr>
              <a:t>		</a:t>
            </a:r>
          </a:p>
          <a:p>
            <a:pPr eaLnBrk="1" hangingPunct="1">
              <a:lnSpc>
                <a:spcPct val="150000"/>
              </a:lnSpc>
            </a:pPr>
            <a:r>
              <a:rPr lang="zh-CN" altLang="en-US" dirty="0">
                <a:solidFill>
                  <a:schemeClr val="bg1">
                    <a:lumMod val="85000"/>
                  </a:schemeClr>
                </a:solidFill>
                <a:latin typeface="+mn-lt"/>
                <a:ea typeface="+mn-ea"/>
                <a:cs typeface="+mn-ea"/>
                <a:sym typeface="+mn-lt"/>
              </a:rPr>
              <a:t>希望对打开文件、数组的超界要有异常检查和断言；异常的分支要有提示和退出（当前可以认为当前的图是连通的，作为默认的前提；</a:t>
            </a:r>
          </a:p>
          <a:p>
            <a:pPr eaLnBrk="1" hangingPunct="1">
              <a:lnSpc>
                <a:spcPct val="150000"/>
              </a:lnSpc>
            </a:pPr>
            <a:endParaRPr lang="zh-CN" altLang="en-US" dirty="0">
              <a:solidFill>
                <a:schemeClr val="bg1">
                  <a:lumMod val="85000"/>
                </a:schemeClr>
              </a:solidFill>
              <a:latin typeface="+mn-lt"/>
              <a:ea typeface="+mn-ea"/>
              <a:cs typeface="+mn-ea"/>
              <a:sym typeface="+mn-lt"/>
            </a:endParaRPr>
          </a:p>
          <a:p>
            <a:pPr eaLnBrk="1" hangingPunct="1">
              <a:lnSpc>
                <a:spcPct val="150000"/>
              </a:lnSpc>
            </a:pPr>
            <a:r>
              <a:rPr lang="en-US" altLang="zh-CN" dirty="0">
                <a:solidFill>
                  <a:schemeClr val="bg1">
                    <a:lumMod val="85000"/>
                  </a:schemeClr>
                </a:solidFill>
                <a:latin typeface="+mn-lt"/>
                <a:ea typeface="+mn-ea"/>
                <a:cs typeface="+mn-ea"/>
                <a:sym typeface="+mn-lt"/>
              </a:rPr>
              <a:t>7. </a:t>
            </a:r>
            <a:r>
              <a:rPr lang="zh-CN" altLang="en-US" dirty="0">
                <a:solidFill>
                  <a:schemeClr val="bg1">
                    <a:lumMod val="85000"/>
                  </a:schemeClr>
                </a:solidFill>
                <a:latin typeface="+mn-lt"/>
                <a:ea typeface="+mn-ea"/>
                <a:cs typeface="+mn-ea"/>
                <a:sym typeface="+mn-lt"/>
              </a:rPr>
              <a:t>自测</a:t>
            </a:r>
            <a:r>
              <a:rPr lang="en-US" altLang="zh-CN" dirty="0">
                <a:solidFill>
                  <a:schemeClr val="bg1">
                    <a:lumMod val="85000"/>
                  </a:schemeClr>
                </a:solidFill>
                <a:latin typeface="+mn-lt"/>
                <a:ea typeface="+mn-ea"/>
                <a:cs typeface="+mn-ea"/>
                <a:sym typeface="+mn-lt"/>
              </a:rPr>
              <a:t>		</a:t>
            </a:r>
          </a:p>
          <a:p>
            <a:pPr eaLnBrk="1" hangingPunct="1">
              <a:lnSpc>
                <a:spcPct val="150000"/>
              </a:lnSpc>
            </a:pPr>
            <a:r>
              <a:rPr lang="zh-CN" altLang="en-US" dirty="0">
                <a:solidFill>
                  <a:schemeClr val="bg1">
                    <a:lumMod val="85000"/>
                  </a:schemeClr>
                </a:solidFill>
                <a:latin typeface="+mn-lt"/>
                <a:ea typeface="+mn-ea"/>
                <a:cs typeface="+mn-ea"/>
                <a:sym typeface="+mn-lt"/>
              </a:rPr>
              <a:t>希望能构造不同的输入，包括异常的输入对代码进行自测。一定程序上确保程序测试的覆盖率和程序的完备性。</a:t>
            </a:r>
            <a:endParaRPr lang="zh-CN" altLang="en-US" sz="900" dirty="0">
              <a:solidFill>
                <a:schemeClr val="bg1">
                  <a:lumMod val="85000"/>
                </a:schemeClr>
              </a:solidFill>
              <a:latin typeface="+mn-lt"/>
              <a:ea typeface="+mn-ea"/>
              <a:cs typeface="+mn-ea"/>
              <a:sym typeface="+mn-lt"/>
            </a:endParaRPr>
          </a:p>
        </p:txBody>
      </p:sp>
      <p:sp>
        <p:nvSpPr>
          <p:cNvPr id="2" name="文本框 1"/>
          <p:cNvSpPr txBox="1"/>
          <p:nvPr/>
        </p:nvSpPr>
        <p:spPr>
          <a:xfrm>
            <a:off x="551815" y="333375"/>
            <a:ext cx="2672080" cy="650875"/>
          </a:xfrm>
          <a:prstGeom prst="rect">
            <a:avLst/>
          </a:prstGeom>
          <a:noFill/>
        </p:spPr>
        <p:txBody>
          <a:bodyPr wrap="none" rtlCol="0">
            <a:spAutoFit/>
          </a:bodyPr>
          <a:lstStyle/>
          <a:p>
            <a:pPr algn="l">
              <a:lnSpc>
                <a:spcPct val="130000"/>
              </a:lnSpc>
              <a:buClrTx/>
              <a:buSzTx/>
              <a:buFontTx/>
            </a:pPr>
            <a:r>
              <a:rPr lang="zh-CN" altLang="en-US" sz="2800" b="1" dirty="0">
                <a:solidFill>
                  <a:schemeClr val="bg1">
                    <a:lumMod val="85000"/>
                  </a:schemeClr>
                </a:solidFill>
                <a:cs typeface="+mn-ea"/>
              </a:rPr>
              <a:t>对实验整体要求</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0" name="组合 1"/>
          <p:cNvGrpSpPr/>
          <p:nvPr/>
        </p:nvGrpSpPr>
        <p:grpSpPr>
          <a:xfrm>
            <a:off x="263352" y="-315635"/>
            <a:ext cx="11928647" cy="7173635"/>
            <a:chOff x="263352" y="-315635"/>
            <a:chExt cx="11928647" cy="7173635"/>
          </a:xfrm>
        </p:grpSpPr>
        <p:pic>
          <p:nvPicPr>
            <p:cNvPr id="2097189"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865" name="文本框 2"/>
            <p:cNvSpPr txBox="1"/>
            <p:nvPr/>
          </p:nvSpPr>
          <p:spPr>
            <a:xfrm>
              <a:off x="476332" y="332656"/>
              <a:ext cx="872490" cy="521970"/>
            </a:xfrm>
            <a:prstGeom prst="rect">
              <a:avLst/>
            </a:prstGeom>
            <a:noFill/>
          </p:spPr>
          <p:txBody>
            <a:bodyPr wrap="none" rtlCol="0">
              <a:spAutoFit/>
            </a:bodyPr>
            <a:lstStyle/>
            <a:p>
              <a:pPr eaLnBrk="1" hangingPunct="1"/>
              <a:r>
                <a:rPr lang="en-US" altLang="zh-CN" sz="2800" b="1" dirty="0" err="1">
                  <a:solidFill>
                    <a:schemeClr val="bg1">
                      <a:lumMod val="85000"/>
                    </a:schemeClr>
                  </a:solidFill>
                  <a:latin typeface="+mn-lt"/>
                  <a:ea typeface="+mn-ea"/>
                  <a:cs typeface="+mn-ea"/>
                  <a:sym typeface="+mn-lt"/>
                </a:rPr>
                <a:t>DFS</a:t>
              </a:r>
              <a:endParaRPr lang="zh-CN" altLang="en-US" sz="2800" b="1" dirty="0">
                <a:solidFill>
                  <a:schemeClr val="bg1">
                    <a:lumMod val="85000"/>
                  </a:schemeClr>
                </a:solidFill>
                <a:latin typeface="+mn-lt"/>
                <a:ea typeface="+mn-ea"/>
                <a:cs typeface="+mn-ea"/>
                <a:sym typeface="+mn-lt"/>
              </a:endParaRPr>
            </a:p>
          </p:txBody>
        </p:sp>
        <p:grpSp>
          <p:nvGrpSpPr>
            <p:cNvPr id="171" name="组合 40"/>
            <p:cNvGrpSpPr/>
            <p:nvPr/>
          </p:nvGrpSpPr>
          <p:grpSpPr>
            <a:xfrm rot="10800000" flipV="1">
              <a:off x="263352" y="984158"/>
              <a:ext cx="11745783" cy="45719"/>
              <a:chOff x="3182554" y="3904019"/>
              <a:chExt cx="5543625" cy="45719"/>
            </a:xfrm>
          </p:grpSpPr>
          <p:sp>
            <p:nvSpPr>
              <p:cNvPr id="104886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86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86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90"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869" name="矩形 13"/>
          <p:cNvSpPr>
            <a:spLocks noChangeArrowheads="1"/>
          </p:cNvSpPr>
          <p:nvPr/>
        </p:nvSpPr>
        <p:spPr bwMode="auto">
          <a:xfrm>
            <a:off x="482450" y="1158159"/>
            <a:ext cx="11593288" cy="235331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000" dirty="0" err="1">
                <a:solidFill>
                  <a:schemeClr val="bg1">
                    <a:lumMod val="85000"/>
                  </a:schemeClr>
                </a:solidFill>
                <a:latin typeface="+mn-lt"/>
                <a:ea typeface="+mn-ea"/>
                <a:cs typeface="+mn-ea"/>
                <a:sym typeface="+mn-lt"/>
              </a:rPr>
              <a:t>概述：从给定图中任意指定的顶点（称为初始点）出发，按照某种搜索方法沿着图的边访问图中的所有顶点，使每个顶点仅被访问一次，这个过程称为图的遍历。遍历过程中得到的顶点序列称为图遍历序列。简单来说就是从起点开始以某种方式走到没有通路再回头访问没有遍历过的点直到遍历完所有连通的点。</a:t>
            </a:r>
          </a:p>
          <a:p>
            <a:pPr eaLnBrk="1" hangingPunct="1">
              <a:lnSpc>
                <a:spcPct val="150000"/>
              </a:lnSpc>
            </a:pPr>
            <a:endParaRPr lang="zh-CN" altLang="en-US" dirty="0">
              <a:solidFill>
                <a:schemeClr val="bg1">
                  <a:lumMod val="85000"/>
                </a:schemeClr>
              </a:solidFill>
              <a:latin typeface="+mn-lt"/>
              <a:ea typeface="+mn-ea"/>
              <a:cs typeface="+mn-ea"/>
              <a:sym typeface="+mn-lt"/>
            </a:endParaRPr>
          </a:p>
        </p:txBody>
      </p:sp>
      <p:pic>
        <p:nvPicPr>
          <p:cNvPr id="2" name="图片 1" descr="1"/>
          <p:cNvPicPr>
            <a:picLocks noChangeAspect="1"/>
          </p:cNvPicPr>
          <p:nvPr/>
        </p:nvPicPr>
        <p:blipFill>
          <a:blip r:embed="rId9"/>
          <a:stretch>
            <a:fillRect/>
          </a:stretch>
        </p:blipFill>
        <p:spPr>
          <a:xfrm>
            <a:off x="1559560" y="3285490"/>
            <a:ext cx="8658860" cy="305117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0" name="组合 1"/>
          <p:cNvGrpSpPr/>
          <p:nvPr/>
        </p:nvGrpSpPr>
        <p:grpSpPr>
          <a:xfrm>
            <a:off x="263352" y="-315635"/>
            <a:ext cx="11928647" cy="7173635"/>
            <a:chOff x="263352" y="-315635"/>
            <a:chExt cx="11928647" cy="7173635"/>
          </a:xfrm>
        </p:grpSpPr>
        <p:pic>
          <p:nvPicPr>
            <p:cNvPr id="2097189"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865" name="文本框 2"/>
            <p:cNvSpPr txBox="1"/>
            <p:nvPr/>
          </p:nvSpPr>
          <p:spPr>
            <a:xfrm>
              <a:off x="476332" y="332656"/>
              <a:ext cx="834390" cy="521970"/>
            </a:xfrm>
            <a:prstGeom prst="rect">
              <a:avLst/>
            </a:prstGeom>
            <a:noFill/>
          </p:spPr>
          <p:txBody>
            <a:bodyPr wrap="none" rtlCol="0">
              <a:spAutoFit/>
            </a:bodyPr>
            <a:lstStyle/>
            <a:p>
              <a:pPr eaLnBrk="1" hangingPunct="1"/>
              <a:r>
                <a:rPr lang="en-US" altLang="zh-CN" sz="2800" b="1" dirty="0" err="1">
                  <a:solidFill>
                    <a:schemeClr val="bg1">
                      <a:lumMod val="85000"/>
                    </a:schemeClr>
                  </a:solidFill>
                  <a:latin typeface="+mn-lt"/>
                  <a:ea typeface="+mn-ea"/>
                  <a:cs typeface="+mn-ea"/>
                  <a:sym typeface="+mn-lt"/>
                </a:rPr>
                <a:t>BFS</a:t>
              </a:r>
              <a:endParaRPr lang="zh-CN" altLang="en-US" sz="2800" b="1" dirty="0">
                <a:solidFill>
                  <a:schemeClr val="bg1">
                    <a:lumMod val="85000"/>
                  </a:schemeClr>
                </a:solidFill>
                <a:latin typeface="+mn-lt"/>
                <a:ea typeface="+mn-ea"/>
                <a:cs typeface="+mn-ea"/>
                <a:sym typeface="+mn-lt"/>
              </a:endParaRPr>
            </a:p>
          </p:txBody>
        </p:sp>
        <p:grpSp>
          <p:nvGrpSpPr>
            <p:cNvPr id="171" name="组合 40"/>
            <p:cNvGrpSpPr/>
            <p:nvPr/>
          </p:nvGrpSpPr>
          <p:grpSpPr>
            <a:xfrm rot="10800000" flipV="1">
              <a:off x="263352" y="984158"/>
              <a:ext cx="11745783" cy="45719"/>
              <a:chOff x="3182554" y="3904019"/>
              <a:chExt cx="5543625" cy="45719"/>
            </a:xfrm>
          </p:grpSpPr>
          <p:sp>
            <p:nvSpPr>
              <p:cNvPr id="104886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86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86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90"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869" name="矩形 13"/>
          <p:cNvSpPr>
            <a:spLocks noChangeArrowheads="1"/>
          </p:cNvSpPr>
          <p:nvPr/>
        </p:nvSpPr>
        <p:spPr bwMode="auto">
          <a:xfrm>
            <a:off x="482450" y="1158159"/>
            <a:ext cx="11593288" cy="1476375"/>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000" dirty="0" err="1">
                <a:solidFill>
                  <a:schemeClr val="bg1">
                    <a:lumMod val="85000"/>
                  </a:schemeClr>
                </a:solidFill>
                <a:latin typeface="+mn-lt"/>
                <a:ea typeface="+mn-ea"/>
                <a:cs typeface="+mn-ea"/>
                <a:sym typeface="+mn-lt"/>
              </a:rPr>
              <a:t>概述：又称为宽度优先搜索，是最常见的图的搜索方法之一。广度优先搜索指从某一点出发，一次性访问所有未被访问的邻节点，再依次从这些已访问过的邻接点出发，一层一层地访问。广度优先遍历是按照广度优先搜索的方式对图进行遍历的。</a:t>
            </a:r>
          </a:p>
        </p:txBody>
      </p:sp>
      <p:pic>
        <p:nvPicPr>
          <p:cNvPr id="2" name="图片 1" descr="D:\桌面\2.gif2"/>
          <p:cNvPicPr>
            <a:picLocks noChangeAspect="1"/>
          </p:cNvPicPr>
          <p:nvPr/>
        </p:nvPicPr>
        <p:blipFill>
          <a:blip r:embed="rId9"/>
          <a:srcRect/>
          <a:stretch>
            <a:fillRect/>
          </a:stretch>
        </p:blipFill>
        <p:spPr>
          <a:xfrm>
            <a:off x="1415415" y="2853055"/>
            <a:ext cx="9290685" cy="346900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6" name="组合 1"/>
          <p:cNvGrpSpPr/>
          <p:nvPr/>
        </p:nvGrpSpPr>
        <p:grpSpPr>
          <a:xfrm>
            <a:off x="263353" y="-315635"/>
            <a:ext cx="11928647" cy="7173635"/>
            <a:chOff x="263352" y="-315635"/>
            <a:chExt cx="11928647" cy="7173635"/>
          </a:xfrm>
        </p:grpSpPr>
        <p:pic>
          <p:nvPicPr>
            <p:cNvPr id="2097157"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01" name="文本框 2"/>
            <p:cNvSpPr txBox="1"/>
            <p:nvPr/>
          </p:nvSpPr>
          <p:spPr>
            <a:xfrm>
              <a:off x="655871" y="332656"/>
              <a:ext cx="1605280" cy="472440"/>
            </a:xfrm>
            <a:prstGeom prst="rect">
              <a:avLst/>
            </a:prstGeom>
            <a:noFill/>
          </p:spPr>
          <p:txBody>
            <a:bodyPr wrap="none" rtlCol="0">
              <a:spAutoFit/>
            </a:bodyPr>
            <a:lstStyle/>
            <a:p>
              <a:pPr algn="ctr"/>
              <a:r>
                <a:rPr lang="zh-CN" altLang="en-US" sz="2800" dirty="0">
                  <a:solidFill>
                    <a:schemeClr val="bg1">
                      <a:lumMod val="85000"/>
                    </a:schemeClr>
                  </a:solidFill>
                  <a:cs typeface="+mn-ea"/>
                  <a:sym typeface="+mn-lt"/>
                </a:rPr>
                <a:t>设计思路</a:t>
              </a:r>
            </a:p>
          </p:txBody>
        </p:sp>
        <p:grpSp>
          <p:nvGrpSpPr>
            <p:cNvPr id="47" name="组合 40"/>
            <p:cNvGrpSpPr/>
            <p:nvPr/>
          </p:nvGrpSpPr>
          <p:grpSpPr>
            <a:xfrm rot="10800000" flipV="1">
              <a:off x="263352" y="984158"/>
              <a:ext cx="11745783" cy="45719"/>
              <a:chOff x="3182554" y="3904019"/>
              <a:chExt cx="5543625" cy="45719"/>
            </a:xfrm>
          </p:grpSpPr>
          <p:sp>
            <p:nvSpPr>
              <p:cNvPr id="1048602"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03"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04"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8"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grpSp>
        <p:nvGrpSpPr>
          <p:cNvPr id="48" name="Group 1"/>
          <p:cNvGrpSpPr/>
          <p:nvPr/>
        </p:nvGrpSpPr>
        <p:grpSpPr>
          <a:xfrm>
            <a:off x="839416" y="2001997"/>
            <a:ext cx="2269165" cy="3275714"/>
            <a:chOff x="1066291" y="2029940"/>
            <a:chExt cx="2269165" cy="3275714"/>
          </a:xfrm>
        </p:grpSpPr>
        <p:sp>
          <p:nvSpPr>
            <p:cNvPr id="1048605" name="Rounded Rectangle 3"/>
            <p:cNvSpPr/>
            <p:nvPr/>
          </p:nvSpPr>
          <p:spPr>
            <a:xfrm>
              <a:off x="1066291"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048606" name="Rectangle 11"/>
            <p:cNvSpPr/>
            <p:nvPr/>
          </p:nvSpPr>
          <p:spPr>
            <a:xfrm>
              <a:off x="1066291"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048607" name="TextBox 4"/>
            <p:cNvSpPr txBox="1"/>
            <p:nvPr/>
          </p:nvSpPr>
          <p:spPr>
            <a:xfrm>
              <a:off x="1874473" y="2195103"/>
              <a:ext cx="5765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F</a:t>
              </a:r>
              <a:r>
                <a:rPr lang="en-US" altLang="zh-CN" dirty="0">
                  <a:solidFill>
                    <a:schemeClr val="bg1">
                      <a:lumMod val="85000"/>
                    </a:schemeClr>
                  </a:solidFill>
                  <a:cs typeface="+mn-ea"/>
                  <a:sym typeface="+mn-lt"/>
                </a:rPr>
                <a:t>irst</a:t>
              </a:r>
              <a:endParaRPr lang="en-US" sz="900" b="1" dirty="0">
                <a:solidFill>
                  <a:schemeClr val="bg1">
                    <a:lumMod val="85000"/>
                  </a:schemeClr>
                </a:solidFill>
                <a:cs typeface="+mn-ea"/>
                <a:sym typeface="+mn-lt"/>
              </a:endParaRPr>
            </a:p>
          </p:txBody>
        </p:sp>
        <p:sp>
          <p:nvSpPr>
            <p:cNvPr id="1048608" name="Rectangle 19"/>
            <p:cNvSpPr/>
            <p:nvPr/>
          </p:nvSpPr>
          <p:spPr>
            <a:xfrm>
              <a:off x="1393877" y="3641654"/>
              <a:ext cx="1613992" cy="583565"/>
            </a:xfrm>
            <a:prstGeom prst="rect">
              <a:avLst/>
            </a:prstGeom>
          </p:spPr>
          <p:txBody>
            <a:bodyPr wrap="square">
              <a:spAutoFit/>
            </a:bodyPr>
            <a:lstStyle/>
            <a:p>
              <a:pPr algn="ctr"/>
              <a:r>
                <a:rPr lang="zh-CN" altLang="en-US" sz="1600" dirty="0">
                  <a:solidFill>
                    <a:schemeClr val="bg1">
                      <a:lumMod val="85000"/>
                    </a:schemeClr>
                  </a:solidFill>
                  <a:cs typeface="+mn-ea"/>
                  <a:sym typeface="+mn-lt"/>
                </a:rPr>
                <a:t>读取文件</a:t>
              </a:r>
              <a:endParaRPr lang="en-US" altLang="zh-CN" sz="1600" dirty="0">
                <a:solidFill>
                  <a:schemeClr val="bg1">
                    <a:lumMod val="85000"/>
                  </a:schemeClr>
                </a:solidFill>
                <a:cs typeface="+mn-ea"/>
                <a:sym typeface="+mn-lt"/>
              </a:endParaRPr>
            </a:p>
            <a:p>
              <a:pPr algn="ctr"/>
              <a:r>
                <a:rPr lang="zh-CN" altLang="en-US" sz="1600" dirty="0">
                  <a:solidFill>
                    <a:schemeClr val="bg1">
                      <a:lumMod val="85000"/>
                    </a:schemeClr>
                  </a:solidFill>
                  <a:cs typeface="+mn-ea"/>
                  <a:sym typeface="+mn-lt"/>
                </a:rPr>
                <a:t>初始化图结构</a:t>
              </a:r>
              <a:endParaRPr lang="en-US" sz="1600" dirty="0">
                <a:solidFill>
                  <a:schemeClr val="bg1">
                    <a:lumMod val="85000"/>
                  </a:schemeClr>
                </a:solidFill>
                <a:cs typeface="+mn-ea"/>
                <a:sym typeface="+mn-lt"/>
              </a:endParaRPr>
            </a:p>
          </p:txBody>
        </p:sp>
        <p:sp>
          <p:nvSpPr>
            <p:cNvPr id="1048609" name="Freeform 44"/>
            <p:cNvSpPr/>
            <p:nvPr/>
          </p:nvSpPr>
          <p:spPr>
            <a:xfrm>
              <a:off x="1839250" y="2761602"/>
              <a:ext cx="723246" cy="716984"/>
            </a:xfrm>
            <a:custGeom>
              <a:avLst/>
              <a:gdLst/>
              <a:ahLst/>
              <a:cxnLst/>
              <a:rect l="l" t="t" r="r" b="b"/>
              <a:pathLst>
                <a:path w="206276" h="204490">
                  <a:moveTo>
                    <a:pt x="97334" y="133052"/>
                  </a:moveTo>
                  <a:lnTo>
                    <a:pt x="119212" y="133052"/>
                  </a:lnTo>
                  <a:cubicBezTo>
                    <a:pt x="121593" y="133052"/>
                    <a:pt x="122783" y="134094"/>
                    <a:pt x="122783" y="136178"/>
                  </a:cubicBezTo>
                  <a:cubicBezTo>
                    <a:pt x="122783" y="138559"/>
                    <a:pt x="121593" y="139750"/>
                    <a:pt x="119212" y="139750"/>
                  </a:cubicBezTo>
                  <a:lnTo>
                    <a:pt x="97334" y="139750"/>
                  </a:lnTo>
                  <a:cubicBezTo>
                    <a:pt x="95250" y="139750"/>
                    <a:pt x="94208" y="138559"/>
                    <a:pt x="94208" y="136178"/>
                  </a:cubicBezTo>
                  <a:cubicBezTo>
                    <a:pt x="94208" y="134094"/>
                    <a:pt x="95250" y="133052"/>
                    <a:pt x="97334" y="133052"/>
                  </a:cubicBezTo>
                  <a:close/>
                  <a:moveTo>
                    <a:pt x="71884" y="133052"/>
                  </a:moveTo>
                  <a:lnTo>
                    <a:pt x="84386" y="133052"/>
                  </a:lnTo>
                  <a:cubicBezTo>
                    <a:pt x="86469" y="133052"/>
                    <a:pt x="87511" y="134094"/>
                    <a:pt x="87511" y="136178"/>
                  </a:cubicBezTo>
                  <a:cubicBezTo>
                    <a:pt x="87511" y="138559"/>
                    <a:pt x="86469" y="139750"/>
                    <a:pt x="84386" y="139750"/>
                  </a:cubicBezTo>
                  <a:lnTo>
                    <a:pt x="71884" y="139750"/>
                  </a:lnTo>
                  <a:cubicBezTo>
                    <a:pt x="69801" y="139750"/>
                    <a:pt x="68759" y="138559"/>
                    <a:pt x="68759" y="136178"/>
                  </a:cubicBezTo>
                  <a:cubicBezTo>
                    <a:pt x="68759" y="134094"/>
                    <a:pt x="69801" y="133052"/>
                    <a:pt x="71884" y="133052"/>
                  </a:cubicBezTo>
                  <a:close/>
                  <a:moveTo>
                    <a:pt x="160735" y="117426"/>
                  </a:moveTo>
                  <a:lnTo>
                    <a:pt x="166985" y="117426"/>
                  </a:lnTo>
                  <a:cubicBezTo>
                    <a:pt x="169069" y="117426"/>
                    <a:pt x="170111" y="118467"/>
                    <a:pt x="170111" y="120551"/>
                  </a:cubicBezTo>
                  <a:cubicBezTo>
                    <a:pt x="170111" y="122634"/>
                    <a:pt x="169069" y="123676"/>
                    <a:pt x="166985" y="123676"/>
                  </a:cubicBezTo>
                  <a:lnTo>
                    <a:pt x="160735" y="123676"/>
                  </a:lnTo>
                  <a:cubicBezTo>
                    <a:pt x="158651" y="123676"/>
                    <a:pt x="157609" y="122634"/>
                    <a:pt x="157609" y="120551"/>
                  </a:cubicBezTo>
                  <a:cubicBezTo>
                    <a:pt x="157609" y="118467"/>
                    <a:pt x="158651" y="117426"/>
                    <a:pt x="160735" y="117426"/>
                  </a:cubicBezTo>
                  <a:close/>
                  <a:moveTo>
                    <a:pt x="116086" y="117426"/>
                  </a:moveTo>
                  <a:lnTo>
                    <a:pt x="147787" y="117426"/>
                  </a:lnTo>
                  <a:cubicBezTo>
                    <a:pt x="150168" y="117426"/>
                    <a:pt x="151358" y="118467"/>
                    <a:pt x="151358" y="120551"/>
                  </a:cubicBezTo>
                  <a:cubicBezTo>
                    <a:pt x="151358" y="122634"/>
                    <a:pt x="150168" y="123676"/>
                    <a:pt x="147787" y="123676"/>
                  </a:cubicBezTo>
                  <a:lnTo>
                    <a:pt x="116086" y="123676"/>
                  </a:lnTo>
                  <a:cubicBezTo>
                    <a:pt x="114003" y="123676"/>
                    <a:pt x="112961" y="122634"/>
                    <a:pt x="112961" y="120551"/>
                  </a:cubicBezTo>
                  <a:cubicBezTo>
                    <a:pt x="112961" y="118467"/>
                    <a:pt x="114003" y="117426"/>
                    <a:pt x="116086" y="117426"/>
                  </a:cubicBezTo>
                  <a:close/>
                  <a:moveTo>
                    <a:pt x="71884" y="117426"/>
                  </a:moveTo>
                  <a:lnTo>
                    <a:pt x="103585" y="117426"/>
                  </a:lnTo>
                  <a:cubicBezTo>
                    <a:pt x="105668" y="117426"/>
                    <a:pt x="106710" y="118467"/>
                    <a:pt x="106710" y="120551"/>
                  </a:cubicBezTo>
                  <a:cubicBezTo>
                    <a:pt x="106710" y="122634"/>
                    <a:pt x="105668" y="123676"/>
                    <a:pt x="103585" y="123676"/>
                  </a:cubicBezTo>
                  <a:lnTo>
                    <a:pt x="71884" y="123676"/>
                  </a:lnTo>
                  <a:cubicBezTo>
                    <a:pt x="69801" y="123676"/>
                    <a:pt x="68759" y="122634"/>
                    <a:pt x="68759" y="120551"/>
                  </a:cubicBezTo>
                  <a:cubicBezTo>
                    <a:pt x="68759" y="118467"/>
                    <a:pt x="69801" y="117426"/>
                    <a:pt x="71884" y="117426"/>
                  </a:cubicBezTo>
                  <a:close/>
                  <a:moveTo>
                    <a:pt x="135285" y="98227"/>
                  </a:moveTo>
                  <a:lnTo>
                    <a:pt x="166985" y="98227"/>
                  </a:lnTo>
                  <a:cubicBezTo>
                    <a:pt x="169069" y="98227"/>
                    <a:pt x="170111" y="99268"/>
                    <a:pt x="170111" y="101352"/>
                  </a:cubicBezTo>
                  <a:cubicBezTo>
                    <a:pt x="170111" y="103436"/>
                    <a:pt x="169069" y="104477"/>
                    <a:pt x="166985" y="104477"/>
                  </a:cubicBezTo>
                  <a:lnTo>
                    <a:pt x="135285" y="104477"/>
                  </a:lnTo>
                  <a:cubicBezTo>
                    <a:pt x="133201" y="104477"/>
                    <a:pt x="132160" y="103436"/>
                    <a:pt x="132160" y="101352"/>
                  </a:cubicBezTo>
                  <a:cubicBezTo>
                    <a:pt x="132160" y="99268"/>
                    <a:pt x="133201" y="98227"/>
                    <a:pt x="135285" y="98227"/>
                  </a:cubicBezTo>
                  <a:close/>
                  <a:moveTo>
                    <a:pt x="97334" y="98227"/>
                  </a:moveTo>
                  <a:lnTo>
                    <a:pt x="122783" y="98227"/>
                  </a:lnTo>
                  <a:cubicBezTo>
                    <a:pt x="124867" y="98227"/>
                    <a:pt x="125909" y="99268"/>
                    <a:pt x="125909" y="101352"/>
                  </a:cubicBezTo>
                  <a:cubicBezTo>
                    <a:pt x="125909" y="103436"/>
                    <a:pt x="124867" y="104477"/>
                    <a:pt x="122783" y="104477"/>
                  </a:cubicBezTo>
                  <a:lnTo>
                    <a:pt x="97334" y="104477"/>
                  </a:lnTo>
                  <a:cubicBezTo>
                    <a:pt x="95250" y="104477"/>
                    <a:pt x="94208" y="103436"/>
                    <a:pt x="94208" y="101352"/>
                  </a:cubicBezTo>
                  <a:cubicBezTo>
                    <a:pt x="94208" y="99268"/>
                    <a:pt x="95250" y="98227"/>
                    <a:pt x="97334" y="98227"/>
                  </a:cubicBezTo>
                  <a:close/>
                  <a:moveTo>
                    <a:pt x="71884" y="98227"/>
                  </a:moveTo>
                  <a:lnTo>
                    <a:pt x="84386" y="98227"/>
                  </a:lnTo>
                  <a:cubicBezTo>
                    <a:pt x="86469" y="98227"/>
                    <a:pt x="87511" y="99268"/>
                    <a:pt x="87511" y="101352"/>
                  </a:cubicBezTo>
                  <a:cubicBezTo>
                    <a:pt x="87511" y="103436"/>
                    <a:pt x="86469" y="104477"/>
                    <a:pt x="84386" y="104477"/>
                  </a:cubicBezTo>
                  <a:lnTo>
                    <a:pt x="71884" y="104477"/>
                  </a:lnTo>
                  <a:cubicBezTo>
                    <a:pt x="69801" y="104477"/>
                    <a:pt x="68759" y="103436"/>
                    <a:pt x="68759" y="101352"/>
                  </a:cubicBezTo>
                  <a:cubicBezTo>
                    <a:pt x="68759" y="99268"/>
                    <a:pt x="69801" y="98227"/>
                    <a:pt x="71884" y="98227"/>
                  </a:cubicBezTo>
                  <a:close/>
                  <a:moveTo>
                    <a:pt x="154484" y="82600"/>
                  </a:moveTo>
                  <a:lnTo>
                    <a:pt x="166985" y="82600"/>
                  </a:lnTo>
                  <a:cubicBezTo>
                    <a:pt x="169069" y="82600"/>
                    <a:pt x="170111" y="83642"/>
                    <a:pt x="170111" y="85725"/>
                  </a:cubicBezTo>
                  <a:cubicBezTo>
                    <a:pt x="170111" y="87809"/>
                    <a:pt x="169069" y="88851"/>
                    <a:pt x="166985" y="88851"/>
                  </a:cubicBezTo>
                  <a:lnTo>
                    <a:pt x="154484" y="88851"/>
                  </a:lnTo>
                  <a:cubicBezTo>
                    <a:pt x="152400" y="88851"/>
                    <a:pt x="151358" y="87809"/>
                    <a:pt x="151358" y="85725"/>
                  </a:cubicBezTo>
                  <a:cubicBezTo>
                    <a:pt x="151358" y="83642"/>
                    <a:pt x="152400" y="82600"/>
                    <a:pt x="154484" y="82600"/>
                  </a:cubicBezTo>
                  <a:close/>
                  <a:moveTo>
                    <a:pt x="109835" y="82600"/>
                  </a:moveTo>
                  <a:lnTo>
                    <a:pt x="141536" y="82600"/>
                  </a:lnTo>
                  <a:cubicBezTo>
                    <a:pt x="143619" y="82600"/>
                    <a:pt x="144661" y="83642"/>
                    <a:pt x="144661" y="85725"/>
                  </a:cubicBezTo>
                  <a:cubicBezTo>
                    <a:pt x="144661" y="87809"/>
                    <a:pt x="143619" y="88851"/>
                    <a:pt x="141536" y="88851"/>
                  </a:cubicBezTo>
                  <a:lnTo>
                    <a:pt x="109835" y="88851"/>
                  </a:lnTo>
                  <a:cubicBezTo>
                    <a:pt x="107752" y="88851"/>
                    <a:pt x="106710" y="87809"/>
                    <a:pt x="106710" y="85725"/>
                  </a:cubicBezTo>
                  <a:cubicBezTo>
                    <a:pt x="106710" y="83642"/>
                    <a:pt x="107752" y="82600"/>
                    <a:pt x="109835" y="82600"/>
                  </a:cubicBezTo>
                  <a:close/>
                  <a:moveTo>
                    <a:pt x="71884" y="82600"/>
                  </a:moveTo>
                  <a:lnTo>
                    <a:pt x="97334" y="82600"/>
                  </a:lnTo>
                  <a:cubicBezTo>
                    <a:pt x="99417" y="82600"/>
                    <a:pt x="100459" y="83642"/>
                    <a:pt x="100459" y="85725"/>
                  </a:cubicBezTo>
                  <a:cubicBezTo>
                    <a:pt x="100459" y="87809"/>
                    <a:pt x="99417" y="88851"/>
                    <a:pt x="97334" y="88851"/>
                  </a:cubicBezTo>
                  <a:lnTo>
                    <a:pt x="71884" y="88851"/>
                  </a:lnTo>
                  <a:cubicBezTo>
                    <a:pt x="69801" y="88851"/>
                    <a:pt x="68759" y="87809"/>
                    <a:pt x="68759" y="85725"/>
                  </a:cubicBezTo>
                  <a:cubicBezTo>
                    <a:pt x="68759" y="83642"/>
                    <a:pt x="69801" y="82600"/>
                    <a:pt x="71884" y="82600"/>
                  </a:cubicBezTo>
                  <a:close/>
                  <a:moveTo>
                    <a:pt x="55811" y="60276"/>
                  </a:moveTo>
                  <a:cubicBezTo>
                    <a:pt x="50453" y="60276"/>
                    <a:pt x="47774" y="63252"/>
                    <a:pt x="47774" y="69205"/>
                  </a:cubicBezTo>
                  <a:lnTo>
                    <a:pt x="47774" y="152251"/>
                  </a:lnTo>
                  <a:cubicBezTo>
                    <a:pt x="47774" y="158502"/>
                    <a:pt x="50453" y="161627"/>
                    <a:pt x="55811" y="161627"/>
                  </a:cubicBezTo>
                  <a:lnTo>
                    <a:pt x="78135" y="161627"/>
                  </a:lnTo>
                  <a:cubicBezTo>
                    <a:pt x="79623" y="161627"/>
                    <a:pt x="81112" y="162372"/>
                    <a:pt x="82600" y="163860"/>
                  </a:cubicBezTo>
                  <a:cubicBezTo>
                    <a:pt x="83790" y="164753"/>
                    <a:pt x="84386" y="166241"/>
                    <a:pt x="84386" y="168325"/>
                  </a:cubicBezTo>
                  <a:lnTo>
                    <a:pt x="83939" y="185738"/>
                  </a:lnTo>
                  <a:lnTo>
                    <a:pt x="115640" y="162967"/>
                  </a:lnTo>
                  <a:cubicBezTo>
                    <a:pt x="116830" y="162074"/>
                    <a:pt x="118021" y="161627"/>
                    <a:pt x="119212" y="161627"/>
                  </a:cubicBezTo>
                  <a:lnTo>
                    <a:pt x="183059" y="161627"/>
                  </a:lnTo>
                  <a:cubicBezTo>
                    <a:pt x="185738" y="161627"/>
                    <a:pt x="188193" y="160734"/>
                    <a:pt x="190426" y="158949"/>
                  </a:cubicBezTo>
                  <a:cubicBezTo>
                    <a:pt x="192658" y="157163"/>
                    <a:pt x="193774" y="154930"/>
                    <a:pt x="193774" y="152251"/>
                  </a:cubicBezTo>
                  <a:lnTo>
                    <a:pt x="193774" y="69205"/>
                  </a:lnTo>
                  <a:cubicBezTo>
                    <a:pt x="193774" y="66824"/>
                    <a:pt x="192658" y="64740"/>
                    <a:pt x="190426" y="62954"/>
                  </a:cubicBezTo>
                  <a:cubicBezTo>
                    <a:pt x="188193" y="61168"/>
                    <a:pt x="185738" y="60276"/>
                    <a:pt x="183059" y="60276"/>
                  </a:cubicBezTo>
                  <a:close/>
                  <a:moveTo>
                    <a:pt x="55811" y="47327"/>
                  </a:moveTo>
                  <a:lnTo>
                    <a:pt x="183059" y="47327"/>
                  </a:lnTo>
                  <a:cubicBezTo>
                    <a:pt x="189310" y="47327"/>
                    <a:pt x="194742" y="49485"/>
                    <a:pt x="199355" y="53801"/>
                  </a:cubicBezTo>
                  <a:cubicBezTo>
                    <a:pt x="203969" y="58117"/>
                    <a:pt x="206276" y="63252"/>
                    <a:pt x="206276" y="69205"/>
                  </a:cubicBezTo>
                  <a:lnTo>
                    <a:pt x="206276" y="152251"/>
                  </a:lnTo>
                  <a:cubicBezTo>
                    <a:pt x="206276" y="158204"/>
                    <a:pt x="203895" y="163413"/>
                    <a:pt x="199132" y="167878"/>
                  </a:cubicBezTo>
                  <a:cubicBezTo>
                    <a:pt x="194370" y="172343"/>
                    <a:pt x="189012" y="174576"/>
                    <a:pt x="183059" y="174576"/>
                  </a:cubicBezTo>
                  <a:lnTo>
                    <a:pt x="121444" y="174576"/>
                  </a:lnTo>
                  <a:lnTo>
                    <a:pt x="80814" y="203597"/>
                  </a:lnTo>
                  <a:cubicBezTo>
                    <a:pt x="79623" y="204192"/>
                    <a:pt x="78433" y="204490"/>
                    <a:pt x="77242" y="204490"/>
                  </a:cubicBezTo>
                  <a:cubicBezTo>
                    <a:pt x="76051" y="204490"/>
                    <a:pt x="75158" y="204341"/>
                    <a:pt x="74563" y="204044"/>
                  </a:cubicBezTo>
                  <a:cubicBezTo>
                    <a:pt x="72182" y="202555"/>
                    <a:pt x="70991" y="200620"/>
                    <a:pt x="70991" y="198239"/>
                  </a:cubicBezTo>
                  <a:lnTo>
                    <a:pt x="71438" y="174576"/>
                  </a:lnTo>
                  <a:lnTo>
                    <a:pt x="55811" y="174576"/>
                  </a:lnTo>
                  <a:cubicBezTo>
                    <a:pt x="49858" y="174576"/>
                    <a:pt x="44872" y="172418"/>
                    <a:pt x="40854" y="168102"/>
                  </a:cubicBezTo>
                  <a:cubicBezTo>
                    <a:pt x="36835" y="163785"/>
                    <a:pt x="34826" y="158502"/>
                    <a:pt x="34826" y="152251"/>
                  </a:cubicBezTo>
                  <a:lnTo>
                    <a:pt x="34826" y="69205"/>
                  </a:lnTo>
                  <a:cubicBezTo>
                    <a:pt x="34826" y="63252"/>
                    <a:pt x="36835" y="58117"/>
                    <a:pt x="40854" y="53801"/>
                  </a:cubicBezTo>
                  <a:cubicBezTo>
                    <a:pt x="44872" y="49485"/>
                    <a:pt x="49858" y="47327"/>
                    <a:pt x="55811" y="47327"/>
                  </a:cubicBezTo>
                  <a:close/>
                  <a:moveTo>
                    <a:pt x="20538" y="0"/>
                  </a:moveTo>
                  <a:lnTo>
                    <a:pt x="148233" y="0"/>
                  </a:lnTo>
                  <a:cubicBezTo>
                    <a:pt x="154484" y="0"/>
                    <a:pt x="159916" y="2084"/>
                    <a:pt x="164530" y="6251"/>
                  </a:cubicBezTo>
                  <a:cubicBezTo>
                    <a:pt x="169143" y="10418"/>
                    <a:pt x="171450" y="15478"/>
                    <a:pt x="171450" y="21431"/>
                  </a:cubicBezTo>
                  <a:lnTo>
                    <a:pt x="171450" y="25450"/>
                  </a:lnTo>
                  <a:cubicBezTo>
                    <a:pt x="171450" y="26938"/>
                    <a:pt x="170855" y="28352"/>
                    <a:pt x="169664" y="29691"/>
                  </a:cubicBezTo>
                  <a:cubicBezTo>
                    <a:pt x="168474" y="31031"/>
                    <a:pt x="166985" y="31701"/>
                    <a:pt x="165199" y="31701"/>
                  </a:cubicBezTo>
                  <a:cubicBezTo>
                    <a:pt x="163413" y="31701"/>
                    <a:pt x="161851" y="31031"/>
                    <a:pt x="160511" y="29691"/>
                  </a:cubicBezTo>
                  <a:cubicBezTo>
                    <a:pt x="159172" y="28352"/>
                    <a:pt x="158502" y="26938"/>
                    <a:pt x="158502" y="25450"/>
                  </a:cubicBezTo>
                  <a:lnTo>
                    <a:pt x="158502" y="21431"/>
                  </a:lnTo>
                  <a:cubicBezTo>
                    <a:pt x="158502" y="19050"/>
                    <a:pt x="157460" y="16967"/>
                    <a:pt x="155377" y="15181"/>
                  </a:cubicBezTo>
                  <a:cubicBezTo>
                    <a:pt x="153293" y="13395"/>
                    <a:pt x="150912" y="12502"/>
                    <a:pt x="148233" y="12502"/>
                  </a:cubicBezTo>
                  <a:lnTo>
                    <a:pt x="20538" y="12502"/>
                  </a:lnTo>
                  <a:cubicBezTo>
                    <a:pt x="15181" y="12502"/>
                    <a:pt x="12502" y="15478"/>
                    <a:pt x="12502" y="21431"/>
                  </a:cubicBezTo>
                  <a:lnTo>
                    <a:pt x="12502" y="104477"/>
                  </a:lnTo>
                  <a:cubicBezTo>
                    <a:pt x="12502" y="107156"/>
                    <a:pt x="13246" y="109240"/>
                    <a:pt x="14734" y="110728"/>
                  </a:cubicBezTo>
                  <a:cubicBezTo>
                    <a:pt x="17711" y="113407"/>
                    <a:pt x="17860" y="116384"/>
                    <a:pt x="15181" y="119658"/>
                  </a:cubicBezTo>
                  <a:cubicBezTo>
                    <a:pt x="13692" y="121146"/>
                    <a:pt x="12055" y="121890"/>
                    <a:pt x="10269" y="121890"/>
                  </a:cubicBezTo>
                  <a:cubicBezTo>
                    <a:pt x="8781" y="121890"/>
                    <a:pt x="7442" y="121295"/>
                    <a:pt x="6251" y="120104"/>
                  </a:cubicBezTo>
                  <a:cubicBezTo>
                    <a:pt x="2084" y="116235"/>
                    <a:pt x="0" y="111026"/>
                    <a:pt x="0" y="104477"/>
                  </a:cubicBezTo>
                  <a:lnTo>
                    <a:pt x="0" y="21431"/>
                  </a:lnTo>
                  <a:cubicBezTo>
                    <a:pt x="0" y="15478"/>
                    <a:pt x="1935" y="10418"/>
                    <a:pt x="5804" y="6251"/>
                  </a:cubicBezTo>
                  <a:cubicBezTo>
                    <a:pt x="9674" y="2084"/>
                    <a:pt x="14585" y="0"/>
                    <a:pt x="20538"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cs typeface="+mn-ea"/>
                <a:sym typeface="+mn-lt"/>
              </a:endParaRPr>
            </a:p>
          </p:txBody>
        </p:sp>
      </p:grpSp>
      <p:grpSp>
        <p:nvGrpSpPr>
          <p:cNvPr id="49" name="Group 2"/>
          <p:cNvGrpSpPr/>
          <p:nvPr/>
        </p:nvGrpSpPr>
        <p:grpSpPr>
          <a:xfrm>
            <a:off x="3431704" y="2001997"/>
            <a:ext cx="2269165" cy="3275714"/>
            <a:chOff x="3663042" y="2029940"/>
            <a:chExt cx="2269165" cy="3275714"/>
          </a:xfrm>
        </p:grpSpPr>
        <p:sp>
          <p:nvSpPr>
            <p:cNvPr id="1048610" name="Rounded Rectangle 24"/>
            <p:cNvSpPr/>
            <p:nvPr/>
          </p:nvSpPr>
          <p:spPr>
            <a:xfrm>
              <a:off x="3663042"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048611" name="Rectangle 25"/>
            <p:cNvSpPr/>
            <p:nvPr/>
          </p:nvSpPr>
          <p:spPr>
            <a:xfrm>
              <a:off x="3663042"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048612" name="TextBox 26"/>
            <p:cNvSpPr txBox="1"/>
            <p:nvPr/>
          </p:nvSpPr>
          <p:spPr>
            <a:xfrm>
              <a:off x="4296526" y="2195103"/>
              <a:ext cx="8432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S</a:t>
              </a:r>
              <a:r>
                <a:rPr lang="en-US" altLang="zh-CN" dirty="0">
                  <a:solidFill>
                    <a:schemeClr val="bg1">
                      <a:lumMod val="85000"/>
                    </a:schemeClr>
                  </a:solidFill>
                  <a:cs typeface="+mn-ea"/>
                  <a:sym typeface="+mn-lt"/>
                </a:rPr>
                <a:t>econd</a:t>
              </a:r>
              <a:endParaRPr lang="en-US" b="1" dirty="0">
                <a:solidFill>
                  <a:schemeClr val="bg1">
                    <a:lumMod val="85000"/>
                  </a:schemeClr>
                </a:solidFill>
                <a:cs typeface="+mn-ea"/>
                <a:sym typeface="+mn-lt"/>
              </a:endParaRPr>
            </a:p>
          </p:txBody>
        </p:sp>
        <p:sp>
          <p:nvSpPr>
            <p:cNvPr id="1048613" name="Rectangle 28"/>
            <p:cNvSpPr/>
            <p:nvPr/>
          </p:nvSpPr>
          <p:spPr>
            <a:xfrm>
              <a:off x="3990628" y="3692302"/>
              <a:ext cx="1613992" cy="548640"/>
            </a:xfrm>
            <a:prstGeom prst="rect">
              <a:avLst/>
            </a:prstGeom>
          </p:spPr>
          <p:txBody>
            <a:bodyPr wrap="square">
              <a:spAutoFit/>
            </a:bodyPr>
            <a:lstStyle/>
            <a:p>
              <a:pPr algn="ctr"/>
              <a:r>
                <a:rPr lang="zh-CN" altLang="en-US" sz="1600" dirty="0">
                  <a:solidFill>
                    <a:schemeClr val="bg1">
                      <a:lumMod val="85000"/>
                    </a:schemeClr>
                  </a:solidFill>
                  <a:cs typeface="+mn-ea"/>
                  <a:sym typeface="+mn-lt"/>
                </a:rPr>
                <a:t>输入节点</a:t>
              </a:r>
              <a:endParaRPr lang="en-US" altLang="zh-CN" sz="1600" dirty="0">
                <a:solidFill>
                  <a:schemeClr val="bg1">
                    <a:lumMod val="85000"/>
                  </a:schemeClr>
                </a:solidFill>
                <a:cs typeface="+mn-ea"/>
                <a:sym typeface="+mn-lt"/>
              </a:endParaRPr>
            </a:p>
            <a:p>
              <a:pPr algn="ctr"/>
              <a:r>
                <a:rPr lang="zh-CN" altLang="en-US" sz="1600" dirty="0">
                  <a:solidFill>
                    <a:schemeClr val="bg1">
                      <a:lumMod val="85000"/>
                    </a:schemeClr>
                  </a:solidFill>
                  <a:cs typeface="+mn-ea"/>
                  <a:sym typeface="+mn-lt"/>
                </a:rPr>
                <a:t>判断节点</a:t>
              </a:r>
              <a:r>
                <a:rPr lang="en-US" sz="1600" dirty="0">
                  <a:solidFill>
                    <a:schemeClr val="bg1">
                      <a:lumMod val="85000"/>
                    </a:schemeClr>
                  </a:solidFill>
                  <a:cs typeface="+mn-ea"/>
                  <a:sym typeface="+mn-lt"/>
                </a:rPr>
                <a:t> </a:t>
              </a:r>
            </a:p>
          </p:txBody>
        </p:sp>
        <p:sp>
          <p:nvSpPr>
            <p:cNvPr id="1048614" name="Freeform 46"/>
            <p:cNvSpPr/>
            <p:nvPr/>
          </p:nvSpPr>
          <p:spPr>
            <a:xfrm>
              <a:off x="4438119" y="2759576"/>
              <a:ext cx="719010" cy="719010"/>
            </a:xfrm>
            <a:custGeom>
              <a:avLst/>
              <a:gdLst/>
              <a:ahLst/>
              <a:cxnLst/>
              <a:rect l="l" t="t" r="r" b="b"/>
              <a:pathLst>
                <a:path w="203597" h="203597">
                  <a:moveTo>
                    <a:pt x="30249" y="120104"/>
                  </a:moveTo>
                  <a:cubicBezTo>
                    <a:pt x="30919" y="120402"/>
                    <a:pt x="31402" y="121146"/>
                    <a:pt x="31700" y="122336"/>
                  </a:cubicBezTo>
                  <a:cubicBezTo>
                    <a:pt x="36165" y="136029"/>
                    <a:pt x="44202" y="147339"/>
                    <a:pt x="55810" y="156269"/>
                  </a:cubicBezTo>
                  <a:cubicBezTo>
                    <a:pt x="57596" y="157460"/>
                    <a:pt x="57894" y="158948"/>
                    <a:pt x="56703" y="160734"/>
                  </a:cubicBezTo>
                  <a:cubicBezTo>
                    <a:pt x="55810" y="161627"/>
                    <a:pt x="54917" y="162073"/>
                    <a:pt x="54024" y="162073"/>
                  </a:cubicBezTo>
                  <a:cubicBezTo>
                    <a:pt x="53429" y="162073"/>
                    <a:pt x="52834" y="161776"/>
                    <a:pt x="52238" y="161180"/>
                  </a:cubicBezTo>
                  <a:cubicBezTo>
                    <a:pt x="39141" y="151358"/>
                    <a:pt x="30361" y="139005"/>
                    <a:pt x="25896" y="124122"/>
                  </a:cubicBezTo>
                  <a:cubicBezTo>
                    <a:pt x="24705" y="122336"/>
                    <a:pt x="25300" y="121146"/>
                    <a:pt x="27682" y="120550"/>
                  </a:cubicBezTo>
                  <a:cubicBezTo>
                    <a:pt x="28724" y="119955"/>
                    <a:pt x="29579" y="119806"/>
                    <a:pt x="30249" y="120104"/>
                  </a:cubicBezTo>
                  <a:close/>
                  <a:moveTo>
                    <a:pt x="25449" y="98673"/>
                  </a:moveTo>
                  <a:cubicBezTo>
                    <a:pt x="27533" y="98673"/>
                    <a:pt x="28575" y="99714"/>
                    <a:pt x="28575" y="101798"/>
                  </a:cubicBezTo>
                  <a:cubicBezTo>
                    <a:pt x="28575" y="104179"/>
                    <a:pt x="28724" y="106114"/>
                    <a:pt x="29021" y="107602"/>
                  </a:cubicBezTo>
                  <a:cubicBezTo>
                    <a:pt x="29021" y="109686"/>
                    <a:pt x="27979" y="110728"/>
                    <a:pt x="25896" y="110728"/>
                  </a:cubicBezTo>
                  <a:lnTo>
                    <a:pt x="25449" y="110728"/>
                  </a:lnTo>
                  <a:cubicBezTo>
                    <a:pt x="23961" y="110728"/>
                    <a:pt x="22919" y="109835"/>
                    <a:pt x="22324" y="108049"/>
                  </a:cubicBezTo>
                  <a:lnTo>
                    <a:pt x="22324" y="101798"/>
                  </a:lnTo>
                  <a:cubicBezTo>
                    <a:pt x="22324" y="99714"/>
                    <a:pt x="23366" y="98673"/>
                    <a:pt x="25449" y="98673"/>
                  </a:cubicBezTo>
                  <a:close/>
                  <a:moveTo>
                    <a:pt x="36611" y="41076"/>
                  </a:moveTo>
                  <a:cubicBezTo>
                    <a:pt x="20538" y="58043"/>
                    <a:pt x="12501" y="78283"/>
                    <a:pt x="12501" y="101798"/>
                  </a:cubicBezTo>
                  <a:cubicBezTo>
                    <a:pt x="12501" y="126206"/>
                    <a:pt x="21282" y="147191"/>
                    <a:pt x="38844" y="164752"/>
                  </a:cubicBezTo>
                  <a:cubicBezTo>
                    <a:pt x="56406" y="182314"/>
                    <a:pt x="77390" y="191095"/>
                    <a:pt x="101798" y="191095"/>
                  </a:cubicBezTo>
                  <a:cubicBezTo>
                    <a:pt x="125313" y="191095"/>
                    <a:pt x="145628" y="183058"/>
                    <a:pt x="162743" y="166985"/>
                  </a:cubicBezTo>
                  <a:cubicBezTo>
                    <a:pt x="179858" y="150911"/>
                    <a:pt x="189160" y="131117"/>
                    <a:pt x="190649" y="107602"/>
                  </a:cubicBezTo>
                  <a:cubicBezTo>
                    <a:pt x="190946" y="106709"/>
                    <a:pt x="191095" y="104923"/>
                    <a:pt x="191095" y="102245"/>
                  </a:cubicBezTo>
                  <a:lnTo>
                    <a:pt x="101798" y="104923"/>
                  </a:lnTo>
                  <a:lnTo>
                    <a:pt x="100459" y="104923"/>
                  </a:lnTo>
                  <a:lnTo>
                    <a:pt x="100459" y="104477"/>
                  </a:lnTo>
                  <a:cubicBezTo>
                    <a:pt x="100161" y="104477"/>
                    <a:pt x="99863" y="104328"/>
                    <a:pt x="99566" y="104030"/>
                  </a:cubicBezTo>
                  <a:close/>
                  <a:moveTo>
                    <a:pt x="165199" y="39290"/>
                  </a:moveTo>
                  <a:lnTo>
                    <a:pt x="109388" y="98226"/>
                  </a:lnTo>
                  <a:lnTo>
                    <a:pt x="190649" y="95994"/>
                  </a:lnTo>
                  <a:cubicBezTo>
                    <a:pt x="189160" y="73670"/>
                    <a:pt x="180677" y="54768"/>
                    <a:pt x="165199" y="39290"/>
                  </a:cubicBezTo>
                  <a:close/>
                  <a:moveTo>
                    <a:pt x="101798" y="12501"/>
                  </a:moveTo>
                  <a:cubicBezTo>
                    <a:pt x="78283" y="12501"/>
                    <a:pt x="58043" y="20538"/>
                    <a:pt x="41076" y="36611"/>
                  </a:cubicBezTo>
                  <a:lnTo>
                    <a:pt x="101798" y="97333"/>
                  </a:lnTo>
                  <a:lnTo>
                    <a:pt x="160734" y="34825"/>
                  </a:lnTo>
                  <a:cubicBezTo>
                    <a:pt x="156567" y="31551"/>
                    <a:pt x="153590" y="29319"/>
                    <a:pt x="151804" y="28128"/>
                  </a:cubicBezTo>
                  <a:cubicBezTo>
                    <a:pt x="136922" y="17710"/>
                    <a:pt x="120253" y="12501"/>
                    <a:pt x="101798" y="12501"/>
                  </a:cubicBezTo>
                  <a:close/>
                  <a:moveTo>
                    <a:pt x="101798" y="0"/>
                  </a:moveTo>
                  <a:cubicBezTo>
                    <a:pt x="122932" y="0"/>
                    <a:pt x="141982" y="5804"/>
                    <a:pt x="158948" y="17412"/>
                  </a:cubicBezTo>
                  <a:cubicBezTo>
                    <a:pt x="172938" y="26937"/>
                    <a:pt x="183877" y="39141"/>
                    <a:pt x="191765" y="54024"/>
                  </a:cubicBezTo>
                  <a:cubicBezTo>
                    <a:pt x="199653" y="68907"/>
                    <a:pt x="203597" y="84832"/>
                    <a:pt x="203597" y="101798"/>
                  </a:cubicBezTo>
                  <a:lnTo>
                    <a:pt x="203597" y="108942"/>
                  </a:lnTo>
                  <a:cubicBezTo>
                    <a:pt x="201811" y="135433"/>
                    <a:pt x="191095" y="157832"/>
                    <a:pt x="171450" y="176138"/>
                  </a:cubicBezTo>
                  <a:cubicBezTo>
                    <a:pt x="151804" y="194444"/>
                    <a:pt x="128587" y="203597"/>
                    <a:pt x="101798" y="203597"/>
                  </a:cubicBezTo>
                  <a:cubicBezTo>
                    <a:pt x="73818" y="203597"/>
                    <a:pt x="49857" y="193625"/>
                    <a:pt x="29914" y="173682"/>
                  </a:cubicBezTo>
                  <a:cubicBezTo>
                    <a:pt x="9971" y="153739"/>
                    <a:pt x="0" y="129778"/>
                    <a:pt x="0" y="101798"/>
                  </a:cubicBezTo>
                  <a:cubicBezTo>
                    <a:pt x="0" y="73818"/>
                    <a:pt x="9971" y="49857"/>
                    <a:pt x="29914" y="29914"/>
                  </a:cubicBezTo>
                  <a:cubicBezTo>
                    <a:pt x="49857" y="9971"/>
                    <a:pt x="73818" y="0"/>
                    <a:pt x="101798"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cs typeface="+mn-ea"/>
                <a:sym typeface="+mn-lt"/>
              </a:endParaRPr>
            </a:p>
          </p:txBody>
        </p:sp>
      </p:grpSp>
      <p:grpSp>
        <p:nvGrpSpPr>
          <p:cNvPr id="50" name="Group 5"/>
          <p:cNvGrpSpPr/>
          <p:nvPr/>
        </p:nvGrpSpPr>
        <p:grpSpPr>
          <a:xfrm>
            <a:off x="6061468" y="1988840"/>
            <a:ext cx="2269165" cy="3275714"/>
            <a:chOff x="6259793" y="2029940"/>
            <a:chExt cx="2269165" cy="3275714"/>
          </a:xfrm>
        </p:grpSpPr>
        <p:sp>
          <p:nvSpPr>
            <p:cNvPr id="1048615" name="Rounded Rectangle 30"/>
            <p:cNvSpPr/>
            <p:nvPr/>
          </p:nvSpPr>
          <p:spPr>
            <a:xfrm>
              <a:off x="6259793"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cs typeface="+mn-ea"/>
                <a:sym typeface="+mn-lt"/>
              </a:endParaRPr>
            </a:p>
          </p:txBody>
        </p:sp>
        <p:sp>
          <p:nvSpPr>
            <p:cNvPr id="1048616" name="Rectangle 31"/>
            <p:cNvSpPr/>
            <p:nvPr/>
          </p:nvSpPr>
          <p:spPr>
            <a:xfrm>
              <a:off x="6259793"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cs typeface="+mn-ea"/>
                <a:sym typeface="+mn-lt"/>
              </a:endParaRPr>
            </a:p>
          </p:txBody>
        </p:sp>
        <p:sp>
          <p:nvSpPr>
            <p:cNvPr id="1048617" name="TextBox 32"/>
            <p:cNvSpPr txBox="1"/>
            <p:nvPr/>
          </p:nvSpPr>
          <p:spPr>
            <a:xfrm>
              <a:off x="7017541" y="2195103"/>
              <a:ext cx="7035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T</a:t>
              </a:r>
              <a:r>
                <a:rPr lang="en-US" altLang="zh-CN" dirty="0">
                  <a:solidFill>
                    <a:schemeClr val="bg1">
                      <a:lumMod val="85000"/>
                    </a:schemeClr>
                  </a:solidFill>
                  <a:cs typeface="+mn-ea"/>
                  <a:sym typeface="+mn-lt"/>
                </a:rPr>
                <a:t>hird</a:t>
              </a:r>
              <a:endParaRPr lang="en-US" b="1" dirty="0">
                <a:solidFill>
                  <a:schemeClr val="bg1">
                    <a:lumMod val="85000"/>
                  </a:schemeClr>
                </a:solidFill>
                <a:cs typeface="+mn-ea"/>
                <a:sym typeface="+mn-lt"/>
              </a:endParaRPr>
            </a:p>
          </p:txBody>
        </p:sp>
        <p:sp>
          <p:nvSpPr>
            <p:cNvPr id="1048618" name="Rectangle 34"/>
            <p:cNvSpPr/>
            <p:nvPr/>
          </p:nvSpPr>
          <p:spPr>
            <a:xfrm>
              <a:off x="6587379" y="3704491"/>
              <a:ext cx="1613992" cy="583565"/>
            </a:xfrm>
            <a:prstGeom prst="rect">
              <a:avLst/>
            </a:prstGeom>
          </p:spPr>
          <p:txBody>
            <a:bodyPr wrap="square">
              <a:spAutoFit/>
            </a:bodyPr>
            <a:lstStyle/>
            <a:p>
              <a:pPr algn="ctr"/>
              <a:r>
                <a:rPr lang="zh-CN" altLang="en-US" sz="1600" dirty="0">
                  <a:solidFill>
                    <a:schemeClr val="bg1">
                      <a:lumMod val="85000"/>
                    </a:schemeClr>
                  </a:solidFill>
                  <a:cs typeface="+mn-ea"/>
                  <a:sym typeface="+mn-lt"/>
                </a:rPr>
                <a:t>利用</a:t>
              </a:r>
              <a:r>
                <a:rPr lang="en-US" altLang="zh-CN" sz="1600" dirty="0" err="1">
                  <a:solidFill>
                    <a:schemeClr val="bg1">
                      <a:lumMod val="85000"/>
                    </a:schemeClr>
                  </a:solidFill>
                  <a:cs typeface="+mn-ea"/>
                  <a:sym typeface="+mn-lt"/>
                </a:rPr>
                <a:t>DFS</a:t>
              </a:r>
              <a:r>
                <a:rPr lang="zh-CN" altLang="en-US" sz="1600" dirty="0" err="1">
                  <a:solidFill>
                    <a:schemeClr val="bg1">
                      <a:lumMod val="85000"/>
                    </a:schemeClr>
                  </a:solidFill>
                  <a:cs typeface="+mn-ea"/>
                  <a:sym typeface="+mn-lt"/>
                </a:rPr>
                <a:t>和</a:t>
              </a:r>
              <a:r>
                <a:rPr lang="en-US" altLang="zh-CN" sz="1600" dirty="0" err="1">
                  <a:solidFill>
                    <a:schemeClr val="bg1">
                      <a:lumMod val="85000"/>
                    </a:schemeClr>
                  </a:solidFill>
                  <a:cs typeface="+mn-ea"/>
                  <a:sym typeface="+mn-lt"/>
                </a:rPr>
                <a:t>BFS</a:t>
              </a:r>
              <a:r>
                <a:rPr lang="zh-CN" altLang="en-US" sz="1600" dirty="0">
                  <a:solidFill>
                    <a:schemeClr val="bg1">
                      <a:lumMod val="85000"/>
                    </a:schemeClr>
                  </a:solidFill>
                  <a:cs typeface="+mn-ea"/>
                  <a:sym typeface="+mn-lt"/>
                </a:rPr>
                <a:t>算法求解</a:t>
              </a:r>
              <a:endParaRPr lang="en-US" sz="1600" dirty="0">
                <a:solidFill>
                  <a:schemeClr val="bg1">
                    <a:lumMod val="85000"/>
                  </a:schemeClr>
                </a:solidFill>
                <a:cs typeface="+mn-ea"/>
                <a:sym typeface="+mn-lt"/>
              </a:endParaRPr>
            </a:p>
          </p:txBody>
        </p:sp>
        <p:sp>
          <p:nvSpPr>
            <p:cNvPr id="1048619" name="Freeform 48"/>
            <p:cNvSpPr/>
            <p:nvPr/>
          </p:nvSpPr>
          <p:spPr>
            <a:xfrm>
              <a:off x="7036225" y="2751717"/>
              <a:ext cx="716300" cy="719010"/>
            </a:xfrm>
            <a:custGeom>
              <a:avLst/>
              <a:gdLst/>
              <a:ahLst/>
              <a:cxnLst/>
              <a:rect l="l" t="t" r="r" b="b"/>
              <a:pathLst>
                <a:path w="204608" h="205382">
                  <a:moveTo>
                    <a:pt x="46881" y="32147"/>
                  </a:moveTo>
                  <a:cubicBezTo>
                    <a:pt x="48667" y="31254"/>
                    <a:pt x="50155" y="31551"/>
                    <a:pt x="51346" y="33039"/>
                  </a:cubicBezTo>
                  <a:cubicBezTo>
                    <a:pt x="52536" y="34825"/>
                    <a:pt x="52239" y="36314"/>
                    <a:pt x="50453" y="37504"/>
                  </a:cubicBezTo>
                  <a:cubicBezTo>
                    <a:pt x="37356" y="45541"/>
                    <a:pt x="30807" y="57298"/>
                    <a:pt x="30807" y="72777"/>
                  </a:cubicBezTo>
                  <a:cubicBezTo>
                    <a:pt x="30807" y="74860"/>
                    <a:pt x="29766" y="75902"/>
                    <a:pt x="27682" y="75902"/>
                  </a:cubicBezTo>
                  <a:cubicBezTo>
                    <a:pt x="25599" y="75902"/>
                    <a:pt x="24557" y="74860"/>
                    <a:pt x="24557" y="72777"/>
                  </a:cubicBezTo>
                  <a:cubicBezTo>
                    <a:pt x="24557" y="54917"/>
                    <a:pt x="31998" y="41374"/>
                    <a:pt x="46881" y="32147"/>
                  </a:cubicBezTo>
                  <a:close/>
                  <a:moveTo>
                    <a:pt x="61168" y="25896"/>
                  </a:moveTo>
                  <a:cubicBezTo>
                    <a:pt x="63252" y="25300"/>
                    <a:pt x="64591" y="26045"/>
                    <a:pt x="65187" y="28128"/>
                  </a:cubicBezTo>
                  <a:cubicBezTo>
                    <a:pt x="65782" y="30212"/>
                    <a:pt x="65038" y="31551"/>
                    <a:pt x="62954" y="32147"/>
                  </a:cubicBezTo>
                  <a:cubicBezTo>
                    <a:pt x="62657" y="32147"/>
                    <a:pt x="62136" y="32221"/>
                    <a:pt x="61392" y="32370"/>
                  </a:cubicBezTo>
                  <a:cubicBezTo>
                    <a:pt x="60648" y="32519"/>
                    <a:pt x="60127" y="32742"/>
                    <a:pt x="59829" y="33039"/>
                  </a:cubicBezTo>
                  <a:lnTo>
                    <a:pt x="58936" y="33039"/>
                  </a:lnTo>
                  <a:cubicBezTo>
                    <a:pt x="57448" y="33039"/>
                    <a:pt x="56406" y="32295"/>
                    <a:pt x="55811" y="30807"/>
                  </a:cubicBezTo>
                  <a:cubicBezTo>
                    <a:pt x="55215" y="29319"/>
                    <a:pt x="55811" y="27979"/>
                    <a:pt x="57597" y="26789"/>
                  </a:cubicBezTo>
                  <a:cubicBezTo>
                    <a:pt x="58787" y="26789"/>
                    <a:pt x="59978" y="26491"/>
                    <a:pt x="61168" y="25896"/>
                  </a:cubicBezTo>
                  <a:close/>
                  <a:moveTo>
                    <a:pt x="72331" y="12948"/>
                  </a:moveTo>
                  <a:cubicBezTo>
                    <a:pt x="55959" y="12948"/>
                    <a:pt x="41895" y="18752"/>
                    <a:pt x="30138" y="30361"/>
                  </a:cubicBezTo>
                  <a:cubicBezTo>
                    <a:pt x="18380" y="41969"/>
                    <a:pt x="12502" y="55959"/>
                    <a:pt x="12502" y="72330"/>
                  </a:cubicBezTo>
                  <a:cubicBezTo>
                    <a:pt x="12502" y="88999"/>
                    <a:pt x="18380" y="103138"/>
                    <a:pt x="30138" y="114746"/>
                  </a:cubicBezTo>
                  <a:cubicBezTo>
                    <a:pt x="41895" y="126355"/>
                    <a:pt x="55959" y="132159"/>
                    <a:pt x="72331" y="132159"/>
                  </a:cubicBezTo>
                  <a:cubicBezTo>
                    <a:pt x="82451" y="132159"/>
                    <a:pt x="91678" y="129778"/>
                    <a:pt x="100013" y="125015"/>
                  </a:cubicBezTo>
                  <a:cubicBezTo>
                    <a:pt x="102691" y="123527"/>
                    <a:pt x="105222" y="123973"/>
                    <a:pt x="107603" y="126355"/>
                  </a:cubicBezTo>
                  <a:lnTo>
                    <a:pt x="132606" y="151358"/>
                  </a:lnTo>
                  <a:lnTo>
                    <a:pt x="134838" y="149572"/>
                  </a:lnTo>
                  <a:cubicBezTo>
                    <a:pt x="137517" y="148084"/>
                    <a:pt x="140047" y="148232"/>
                    <a:pt x="142429" y="150018"/>
                  </a:cubicBezTo>
                  <a:lnTo>
                    <a:pt x="150912" y="157162"/>
                  </a:lnTo>
                  <a:cubicBezTo>
                    <a:pt x="153293" y="159543"/>
                    <a:pt x="153740" y="161925"/>
                    <a:pt x="152251" y="164306"/>
                  </a:cubicBezTo>
                  <a:lnTo>
                    <a:pt x="150465" y="169217"/>
                  </a:lnTo>
                  <a:lnTo>
                    <a:pt x="157609" y="176361"/>
                  </a:lnTo>
                  <a:lnTo>
                    <a:pt x="167878" y="177254"/>
                  </a:lnTo>
                  <a:cubicBezTo>
                    <a:pt x="170259" y="177254"/>
                    <a:pt x="172045" y="178593"/>
                    <a:pt x="173236" y="181272"/>
                  </a:cubicBezTo>
                  <a:lnTo>
                    <a:pt x="176808" y="191541"/>
                  </a:lnTo>
                  <a:lnTo>
                    <a:pt x="191542" y="187970"/>
                  </a:lnTo>
                  <a:lnTo>
                    <a:pt x="189309" y="169217"/>
                  </a:lnTo>
                  <a:lnTo>
                    <a:pt x="126802" y="106263"/>
                  </a:lnTo>
                  <a:cubicBezTo>
                    <a:pt x="124420" y="103882"/>
                    <a:pt x="123974" y="101500"/>
                    <a:pt x="125462" y="99119"/>
                  </a:cubicBezTo>
                  <a:cubicBezTo>
                    <a:pt x="129629" y="91082"/>
                    <a:pt x="131713" y="82153"/>
                    <a:pt x="131713" y="72330"/>
                  </a:cubicBezTo>
                  <a:cubicBezTo>
                    <a:pt x="131713" y="55959"/>
                    <a:pt x="125909" y="41969"/>
                    <a:pt x="114300" y="30361"/>
                  </a:cubicBezTo>
                  <a:cubicBezTo>
                    <a:pt x="102691" y="18752"/>
                    <a:pt x="88702" y="12948"/>
                    <a:pt x="72331" y="12948"/>
                  </a:cubicBezTo>
                  <a:close/>
                  <a:moveTo>
                    <a:pt x="72331" y="0"/>
                  </a:moveTo>
                  <a:cubicBezTo>
                    <a:pt x="92274" y="0"/>
                    <a:pt x="109314" y="7069"/>
                    <a:pt x="123453" y="21208"/>
                  </a:cubicBezTo>
                  <a:cubicBezTo>
                    <a:pt x="137592" y="35346"/>
                    <a:pt x="144661" y="52387"/>
                    <a:pt x="144661" y="72330"/>
                  </a:cubicBezTo>
                  <a:cubicBezTo>
                    <a:pt x="144661" y="81260"/>
                    <a:pt x="142726" y="90636"/>
                    <a:pt x="138857" y="100459"/>
                  </a:cubicBezTo>
                  <a:lnTo>
                    <a:pt x="200025" y="161627"/>
                  </a:lnTo>
                  <a:cubicBezTo>
                    <a:pt x="201216" y="162818"/>
                    <a:pt x="201811" y="164157"/>
                    <a:pt x="201811" y="165645"/>
                  </a:cubicBezTo>
                  <a:lnTo>
                    <a:pt x="204490" y="192434"/>
                  </a:lnTo>
                  <a:cubicBezTo>
                    <a:pt x="205085" y="196304"/>
                    <a:pt x="203448" y="198536"/>
                    <a:pt x="199579" y="199132"/>
                  </a:cubicBezTo>
                  <a:lnTo>
                    <a:pt x="174129" y="204936"/>
                  </a:lnTo>
                  <a:cubicBezTo>
                    <a:pt x="173831" y="205234"/>
                    <a:pt x="173385" y="205382"/>
                    <a:pt x="172790" y="205382"/>
                  </a:cubicBezTo>
                  <a:cubicBezTo>
                    <a:pt x="169515" y="205382"/>
                    <a:pt x="167432" y="203894"/>
                    <a:pt x="166539" y="200918"/>
                  </a:cubicBezTo>
                  <a:lnTo>
                    <a:pt x="162967" y="189309"/>
                  </a:lnTo>
                  <a:lnTo>
                    <a:pt x="154484" y="188863"/>
                  </a:lnTo>
                  <a:cubicBezTo>
                    <a:pt x="152698" y="188863"/>
                    <a:pt x="151358" y="188267"/>
                    <a:pt x="150465" y="187077"/>
                  </a:cubicBezTo>
                  <a:lnTo>
                    <a:pt x="138410" y="175022"/>
                  </a:lnTo>
                  <a:cubicBezTo>
                    <a:pt x="136624" y="173236"/>
                    <a:pt x="136178" y="170854"/>
                    <a:pt x="137071" y="167878"/>
                  </a:cubicBezTo>
                  <a:lnTo>
                    <a:pt x="138857" y="163859"/>
                  </a:lnTo>
                  <a:lnTo>
                    <a:pt x="137964" y="162966"/>
                  </a:lnTo>
                  <a:lnTo>
                    <a:pt x="135731" y="164752"/>
                  </a:lnTo>
                  <a:cubicBezTo>
                    <a:pt x="132755" y="166538"/>
                    <a:pt x="129927" y="166390"/>
                    <a:pt x="127248" y="164306"/>
                  </a:cubicBezTo>
                  <a:lnTo>
                    <a:pt x="101799" y="138410"/>
                  </a:lnTo>
                  <a:cubicBezTo>
                    <a:pt x="91976" y="142577"/>
                    <a:pt x="82153" y="144661"/>
                    <a:pt x="72331" y="144661"/>
                  </a:cubicBezTo>
                  <a:cubicBezTo>
                    <a:pt x="52388" y="144661"/>
                    <a:pt x="35347" y="137666"/>
                    <a:pt x="21208" y="123676"/>
                  </a:cubicBezTo>
                  <a:cubicBezTo>
                    <a:pt x="7069" y="109686"/>
                    <a:pt x="0" y="92571"/>
                    <a:pt x="0" y="72330"/>
                  </a:cubicBezTo>
                  <a:cubicBezTo>
                    <a:pt x="0" y="52387"/>
                    <a:pt x="7069" y="35346"/>
                    <a:pt x="21208" y="21208"/>
                  </a:cubicBezTo>
                  <a:cubicBezTo>
                    <a:pt x="35347" y="7069"/>
                    <a:pt x="52388" y="0"/>
                    <a:pt x="72331"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schemeClr val="bg1">
                    <a:lumMod val="85000"/>
                  </a:schemeClr>
                </a:solidFill>
                <a:cs typeface="+mn-ea"/>
                <a:sym typeface="+mn-lt"/>
              </a:endParaRPr>
            </a:p>
          </p:txBody>
        </p:sp>
      </p:grpSp>
      <p:grpSp>
        <p:nvGrpSpPr>
          <p:cNvPr id="51" name="Group 6"/>
          <p:cNvGrpSpPr/>
          <p:nvPr/>
        </p:nvGrpSpPr>
        <p:grpSpPr>
          <a:xfrm>
            <a:off x="8629669" y="2001997"/>
            <a:ext cx="2269165" cy="3275714"/>
            <a:chOff x="8856544" y="2029940"/>
            <a:chExt cx="2269165" cy="3275714"/>
          </a:xfrm>
        </p:grpSpPr>
        <p:sp>
          <p:nvSpPr>
            <p:cNvPr id="1048620" name="Rounded Rectangle 36"/>
            <p:cNvSpPr/>
            <p:nvPr/>
          </p:nvSpPr>
          <p:spPr>
            <a:xfrm>
              <a:off x="8856544" y="2029940"/>
              <a:ext cx="2269165" cy="3275714"/>
            </a:xfrm>
            <a:prstGeom prst="roundRect">
              <a:avLst>
                <a:gd name="adj" fmla="val 4016"/>
              </a:avLst>
            </a:prstGeom>
            <a:noFill/>
            <a:ln w="3175">
              <a:solidFill>
                <a:srgbClr val="37BBED"/>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cs typeface="+mn-ea"/>
                <a:sym typeface="+mn-lt"/>
              </a:endParaRPr>
            </a:p>
          </p:txBody>
        </p:sp>
        <p:sp>
          <p:nvSpPr>
            <p:cNvPr id="1048621" name="Rectangle 37"/>
            <p:cNvSpPr/>
            <p:nvPr/>
          </p:nvSpPr>
          <p:spPr>
            <a:xfrm>
              <a:off x="8856544" y="4412519"/>
              <a:ext cx="2269165" cy="457200"/>
            </a:xfrm>
            <a:prstGeom prst="rect">
              <a:avLst/>
            </a:prstGeom>
            <a:solidFill>
              <a:srgbClr val="37BB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85000"/>
                  </a:schemeClr>
                </a:solidFill>
                <a:cs typeface="+mn-ea"/>
                <a:sym typeface="+mn-lt"/>
              </a:endParaRPr>
            </a:p>
          </p:txBody>
        </p:sp>
        <p:sp>
          <p:nvSpPr>
            <p:cNvPr id="1048622" name="TextBox 38"/>
            <p:cNvSpPr txBox="1"/>
            <p:nvPr/>
          </p:nvSpPr>
          <p:spPr>
            <a:xfrm>
              <a:off x="9529688" y="2195103"/>
              <a:ext cx="792480" cy="345441"/>
            </a:xfrm>
            <a:prstGeom prst="rect">
              <a:avLst/>
            </a:prstGeom>
            <a:noFill/>
          </p:spPr>
          <p:txBody>
            <a:bodyPr wrap="none" rtlCol="0">
              <a:spAutoFit/>
            </a:bodyPr>
            <a:lstStyle/>
            <a:p>
              <a:pPr algn="ctr"/>
              <a:r>
                <a:rPr lang="en-US" dirty="0">
                  <a:solidFill>
                    <a:schemeClr val="bg1">
                      <a:lumMod val="85000"/>
                    </a:schemeClr>
                  </a:solidFill>
                  <a:cs typeface="+mn-ea"/>
                  <a:sym typeface="+mn-lt"/>
                </a:rPr>
                <a:t>F</a:t>
              </a:r>
              <a:r>
                <a:rPr lang="en-US" altLang="zh-CN" dirty="0">
                  <a:solidFill>
                    <a:schemeClr val="bg1">
                      <a:lumMod val="85000"/>
                    </a:schemeClr>
                  </a:solidFill>
                  <a:cs typeface="+mn-ea"/>
                  <a:sym typeface="+mn-lt"/>
                </a:rPr>
                <a:t>ourth</a:t>
              </a:r>
              <a:endParaRPr lang="en-US" b="1" dirty="0">
                <a:solidFill>
                  <a:schemeClr val="bg1">
                    <a:lumMod val="85000"/>
                  </a:schemeClr>
                </a:solidFill>
                <a:cs typeface="+mn-ea"/>
                <a:sym typeface="+mn-lt"/>
              </a:endParaRPr>
            </a:p>
          </p:txBody>
        </p:sp>
        <p:sp>
          <p:nvSpPr>
            <p:cNvPr id="1048623" name="Rectangle 40"/>
            <p:cNvSpPr/>
            <p:nvPr/>
          </p:nvSpPr>
          <p:spPr>
            <a:xfrm>
              <a:off x="9184130" y="3641654"/>
              <a:ext cx="1613992" cy="338554"/>
            </a:xfrm>
            <a:prstGeom prst="rect">
              <a:avLst/>
            </a:prstGeom>
          </p:spPr>
          <p:txBody>
            <a:bodyPr wrap="square">
              <a:spAutoFit/>
            </a:bodyPr>
            <a:lstStyle/>
            <a:p>
              <a:pPr algn="ctr"/>
              <a:r>
                <a:rPr lang="zh-CN" altLang="en-US" sz="1600" dirty="0">
                  <a:solidFill>
                    <a:schemeClr val="bg1">
                      <a:lumMod val="85000"/>
                    </a:schemeClr>
                  </a:solidFill>
                  <a:cs typeface="+mn-ea"/>
                  <a:sym typeface="+mn-lt"/>
                </a:rPr>
                <a:t>打印最终结果</a:t>
              </a:r>
              <a:endParaRPr lang="en-US" sz="1600" dirty="0">
                <a:solidFill>
                  <a:schemeClr val="bg1">
                    <a:lumMod val="85000"/>
                  </a:schemeClr>
                </a:solidFill>
                <a:cs typeface="+mn-ea"/>
                <a:sym typeface="+mn-lt"/>
              </a:endParaRPr>
            </a:p>
          </p:txBody>
        </p:sp>
        <p:sp>
          <p:nvSpPr>
            <p:cNvPr id="1048624" name="Freeform 50"/>
            <p:cNvSpPr/>
            <p:nvPr/>
          </p:nvSpPr>
          <p:spPr>
            <a:xfrm>
              <a:off x="9630698" y="2751717"/>
              <a:ext cx="714360" cy="705079"/>
            </a:xfrm>
            <a:custGeom>
              <a:avLst/>
              <a:gdLst/>
              <a:ahLst/>
              <a:cxnLst/>
              <a:rect l="l" t="t" r="r" b="b"/>
              <a:pathLst>
                <a:path w="206276" h="203596">
                  <a:moveTo>
                    <a:pt x="95548" y="108049"/>
                  </a:moveTo>
                  <a:cubicBezTo>
                    <a:pt x="93762" y="108049"/>
                    <a:pt x="92199" y="108719"/>
                    <a:pt x="90860" y="110058"/>
                  </a:cubicBezTo>
                  <a:cubicBezTo>
                    <a:pt x="89520" y="111397"/>
                    <a:pt x="88850" y="112960"/>
                    <a:pt x="88850" y="114746"/>
                  </a:cubicBezTo>
                  <a:lnTo>
                    <a:pt x="88850" y="129927"/>
                  </a:lnTo>
                  <a:cubicBezTo>
                    <a:pt x="88850" y="134391"/>
                    <a:pt x="91083" y="136624"/>
                    <a:pt x="95548" y="136624"/>
                  </a:cubicBezTo>
                  <a:lnTo>
                    <a:pt x="110728" y="136624"/>
                  </a:lnTo>
                  <a:cubicBezTo>
                    <a:pt x="115193" y="136624"/>
                    <a:pt x="117426" y="134391"/>
                    <a:pt x="117426" y="129927"/>
                  </a:cubicBezTo>
                  <a:lnTo>
                    <a:pt x="117426" y="114746"/>
                  </a:lnTo>
                  <a:cubicBezTo>
                    <a:pt x="117426" y="112960"/>
                    <a:pt x="116756" y="111397"/>
                    <a:pt x="115416" y="110058"/>
                  </a:cubicBezTo>
                  <a:cubicBezTo>
                    <a:pt x="114077" y="108719"/>
                    <a:pt x="112514" y="108049"/>
                    <a:pt x="110728" y="108049"/>
                  </a:cubicBezTo>
                  <a:close/>
                  <a:moveTo>
                    <a:pt x="21878" y="54024"/>
                  </a:moveTo>
                  <a:cubicBezTo>
                    <a:pt x="19497" y="54024"/>
                    <a:pt x="17339" y="54992"/>
                    <a:pt x="15404" y="56926"/>
                  </a:cubicBezTo>
                  <a:cubicBezTo>
                    <a:pt x="13469" y="58861"/>
                    <a:pt x="12502" y="61019"/>
                    <a:pt x="12502" y="63400"/>
                  </a:cubicBezTo>
                  <a:lnTo>
                    <a:pt x="12502" y="117871"/>
                  </a:lnTo>
                  <a:lnTo>
                    <a:pt x="22771" y="117871"/>
                  </a:lnTo>
                  <a:cubicBezTo>
                    <a:pt x="24854" y="117871"/>
                    <a:pt x="25896" y="118913"/>
                    <a:pt x="25896" y="120997"/>
                  </a:cubicBezTo>
                  <a:cubicBezTo>
                    <a:pt x="25896" y="123080"/>
                    <a:pt x="24854" y="124122"/>
                    <a:pt x="22771" y="124122"/>
                  </a:cubicBezTo>
                  <a:lnTo>
                    <a:pt x="12502" y="124122"/>
                  </a:lnTo>
                  <a:lnTo>
                    <a:pt x="12502" y="181272"/>
                  </a:lnTo>
                  <a:cubicBezTo>
                    <a:pt x="12502" y="183951"/>
                    <a:pt x="13469" y="186184"/>
                    <a:pt x="15404" y="187970"/>
                  </a:cubicBezTo>
                  <a:cubicBezTo>
                    <a:pt x="17339" y="189755"/>
                    <a:pt x="19497" y="190648"/>
                    <a:pt x="21878" y="190648"/>
                  </a:cubicBezTo>
                  <a:lnTo>
                    <a:pt x="184398" y="190648"/>
                  </a:lnTo>
                  <a:cubicBezTo>
                    <a:pt x="186779" y="190648"/>
                    <a:pt x="188937" y="189755"/>
                    <a:pt x="190872" y="187970"/>
                  </a:cubicBezTo>
                  <a:cubicBezTo>
                    <a:pt x="192807" y="186184"/>
                    <a:pt x="193774" y="183951"/>
                    <a:pt x="193774" y="181272"/>
                  </a:cubicBezTo>
                  <a:lnTo>
                    <a:pt x="193774" y="124122"/>
                  </a:lnTo>
                  <a:lnTo>
                    <a:pt x="123676" y="124122"/>
                  </a:lnTo>
                  <a:lnTo>
                    <a:pt x="123676" y="130373"/>
                  </a:lnTo>
                  <a:cubicBezTo>
                    <a:pt x="123676" y="133647"/>
                    <a:pt x="122411" y="136549"/>
                    <a:pt x="119881" y="139079"/>
                  </a:cubicBezTo>
                  <a:cubicBezTo>
                    <a:pt x="117351" y="141610"/>
                    <a:pt x="114300" y="142875"/>
                    <a:pt x="110728" y="142875"/>
                  </a:cubicBezTo>
                  <a:lnTo>
                    <a:pt x="95548" y="142875"/>
                  </a:lnTo>
                  <a:cubicBezTo>
                    <a:pt x="91976" y="142875"/>
                    <a:pt x="88925" y="141610"/>
                    <a:pt x="86395" y="139079"/>
                  </a:cubicBezTo>
                  <a:cubicBezTo>
                    <a:pt x="83865" y="136549"/>
                    <a:pt x="82600" y="133647"/>
                    <a:pt x="82600" y="130373"/>
                  </a:cubicBezTo>
                  <a:lnTo>
                    <a:pt x="82600" y="124122"/>
                  </a:lnTo>
                  <a:lnTo>
                    <a:pt x="41523" y="124122"/>
                  </a:lnTo>
                  <a:cubicBezTo>
                    <a:pt x="39440" y="124122"/>
                    <a:pt x="38398" y="123080"/>
                    <a:pt x="38398" y="120997"/>
                  </a:cubicBezTo>
                  <a:cubicBezTo>
                    <a:pt x="38398" y="118913"/>
                    <a:pt x="39440" y="117871"/>
                    <a:pt x="41523" y="117871"/>
                  </a:cubicBezTo>
                  <a:lnTo>
                    <a:pt x="82600" y="117871"/>
                  </a:lnTo>
                  <a:lnTo>
                    <a:pt x="82600" y="114746"/>
                  </a:lnTo>
                  <a:cubicBezTo>
                    <a:pt x="82600" y="111174"/>
                    <a:pt x="83865" y="108123"/>
                    <a:pt x="86395" y="105593"/>
                  </a:cubicBezTo>
                  <a:cubicBezTo>
                    <a:pt x="88925" y="103063"/>
                    <a:pt x="91976" y="101798"/>
                    <a:pt x="95548" y="101798"/>
                  </a:cubicBezTo>
                  <a:lnTo>
                    <a:pt x="110728" y="101798"/>
                  </a:lnTo>
                  <a:cubicBezTo>
                    <a:pt x="114300" y="101798"/>
                    <a:pt x="117351" y="103063"/>
                    <a:pt x="119881" y="105593"/>
                  </a:cubicBezTo>
                  <a:cubicBezTo>
                    <a:pt x="122411" y="108123"/>
                    <a:pt x="123676" y="111174"/>
                    <a:pt x="123676" y="114746"/>
                  </a:cubicBezTo>
                  <a:lnTo>
                    <a:pt x="123676" y="117871"/>
                  </a:lnTo>
                  <a:lnTo>
                    <a:pt x="193774" y="117871"/>
                  </a:lnTo>
                  <a:lnTo>
                    <a:pt x="193774" y="63400"/>
                  </a:lnTo>
                  <a:cubicBezTo>
                    <a:pt x="193774" y="61019"/>
                    <a:pt x="192807" y="58861"/>
                    <a:pt x="190872" y="56926"/>
                  </a:cubicBezTo>
                  <a:cubicBezTo>
                    <a:pt x="188937" y="54992"/>
                    <a:pt x="186779" y="54024"/>
                    <a:pt x="184398" y="54024"/>
                  </a:cubicBezTo>
                  <a:close/>
                  <a:moveTo>
                    <a:pt x="89743" y="12948"/>
                  </a:moveTo>
                  <a:cubicBezTo>
                    <a:pt x="84981" y="12948"/>
                    <a:pt x="82600" y="15329"/>
                    <a:pt x="82600" y="20091"/>
                  </a:cubicBezTo>
                  <a:lnTo>
                    <a:pt x="82600" y="41523"/>
                  </a:lnTo>
                  <a:lnTo>
                    <a:pt x="123676" y="41523"/>
                  </a:lnTo>
                  <a:lnTo>
                    <a:pt x="123676" y="20091"/>
                  </a:lnTo>
                  <a:cubicBezTo>
                    <a:pt x="123676" y="15329"/>
                    <a:pt x="119807" y="12948"/>
                    <a:pt x="112068" y="12948"/>
                  </a:cubicBezTo>
                  <a:close/>
                  <a:moveTo>
                    <a:pt x="89743" y="0"/>
                  </a:moveTo>
                  <a:lnTo>
                    <a:pt x="115193" y="0"/>
                  </a:lnTo>
                  <a:cubicBezTo>
                    <a:pt x="121742" y="0"/>
                    <a:pt x="126950" y="1860"/>
                    <a:pt x="130820" y="5581"/>
                  </a:cubicBezTo>
                  <a:cubicBezTo>
                    <a:pt x="134690" y="9301"/>
                    <a:pt x="136624" y="14138"/>
                    <a:pt x="136624" y="20091"/>
                  </a:cubicBezTo>
                  <a:lnTo>
                    <a:pt x="136624" y="41523"/>
                  </a:lnTo>
                  <a:lnTo>
                    <a:pt x="184398" y="41523"/>
                  </a:lnTo>
                  <a:cubicBezTo>
                    <a:pt x="190351" y="41523"/>
                    <a:pt x="195486" y="43681"/>
                    <a:pt x="199802" y="47997"/>
                  </a:cubicBezTo>
                  <a:cubicBezTo>
                    <a:pt x="204118" y="52313"/>
                    <a:pt x="206276" y="57447"/>
                    <a:pt x="206276" y="63400"/>
                  </a:cubicBezTo>
                  <a:lnTo>
                    <a:pt x="206276" y="181272"/>
                  </a:lnTo>
                  <a:cubicBezTo>
                    <a:pt x="206276" y="187225"/>
                    <a:pt x="204118" y="192434"/>
                    <a:pt x="199802" y="196899"/>
                  </a:cubicBezTo>
                  <a:cubicBezTo>
                    <a:pt x="195486" y="201364"/>
                    <a:pt x="190351" y="203596"/>
                    <a:pt x="184398" y="203596"/>
                  </a:cubicBezTo>
                  <a:lnTo>
                    <a:pt x="21878" y="203596"/>
                  </a:lnTo>
                  <a:cubicBezTo>
                    <a:pt x="15925" y="203596"/>
                    <a:pt x="10790" y="201364"/>
                    <a:pt x="6474" y="196899"/>
                  </a:cubicBezTo>
                  <a:cubicBezTo>
                    <a:pt x="2158" y="192434"/>
                    <a:pt x="0" y="187225"/>
                    <a:pt x="0" y="181272"/>
                  </a:cubicBezTo>
                  <a:lnTo>
                    <a:pt x="0" y="63400"/>
                  </a:lnTo>
                  <a:cubicBezTo>
                    <a:pt x="0" y="57447"/>
                    <a:pt x="2158" y="52313"/>
                    <a:pt x="6474" y="47997"/>
                  </a:cubicBezTo>
                  <a:cubicBezTo>
                    <a:pt x="10790" y="43681"/>
                    <a:pt x="15925" y="41523"/>
                    <a:pt x="21878" y="41523"/>
                  </a:cubicBezTo>
                  <a:lnTo>
                    <a:pt x="69652" y="41523"/>
                  </a:lnTo>
                  <a:lnTo>
                    <a:pt x="69652" y="20091"/>
                  </a:lnTo>
                  <a:cubicBezTo>
                    <a:pt x="69652" y="14138"/>
                    <a:pt x="71363" y="9301"/>
                    <a:pt x="74786" y="5581"/>
                  </a:cubicBezTo>
                  <a:cubicBezTo>
                    <a:pt x="78209" y="1860"/>
                    <a:pt x="83195" y="0"/>
                    <a:pt x="89743" y="0"/>
                  </a:cubicBezTo>
                  <a:close/>
                </a:path>
              </a:pathLst>
            </a:custGeom>
            <a:solidFill>
              <a:srgbClr val="37BBED"/>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schemeClr val="bg1">
                    <a:lumMod val="85000"/>
                  </a:schemeClr>
                </a:solidFill>
                <a:cs typeface="+mn-ea"/>
                <a:sym typeface="+mn-lt"/>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anim calcmode="lin" valueType="num">
                                      <p:cBhvr>
                                        <p:cTn id="8" dur="500" fill="hold"/>
                                        <p:tgtEl>
                                          <p:spTgt spid="48"/>
                                        </p:tgtEl>
                                        <p:attrNameLst>
                                          <p:attrName>ppt_x</p:attrName>
                                        </p:attrNameLst>
                                      </p:cBhvr>
                                      <p:tavLst>
                                        <p:tav tm="0">
                                          <p:val>
                                            <p:strVal val="#ppt_x"/>
                                          </p:val>
                                        </p:tav>
                                        <p:tav tm="100000">
                                          <p:val>
                                            <p:strVal val="#ppt_x"/>
                                          </p:val>
                                        </p:tav>
                                      </p:tavLst>
                                    </p:anim>
                                    <p:anim calcmode="lin" valueType="num">
                                      <p:cBhvr>
                                        <p:cTn id="9" dur="500" fill="hold"/>
                                        <p:tgtEl>
                                          <p:spTgt spid="4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anim calcmode="lin" valueType="num">
                                      <p:cBhvr>
                                        <p:cTn id="14" dur="500" fill="hold"/>
                                        <p:tgtEl>
                                          <p:spTgt spid="49"/>
                                        </p:tgtEl>
                                        <p:attrNameLst>
                                          <p:attrName>ppt_x</p:attrName>
                                        </p:attrNameLst>
                                      </p:cBhvr>
                                      <p:tavLst>
                                        <p:tav tm="0">
                                          <p:val>
                                            <p:strVal val="#ppt_x"/>
                                          </p:val>
                                        </p:tav>
                                        <p:tav tm="100000">
                                          <p:val>
                                            <p:strVal val="#ppt_x"/>
                                          </p:val>
                                        </p:tav>
                                      </p:tavLst>
                                    </p:anim>
                                    <p:anim calcmode="lin" valueType="num">
                                      <p:cBhvr>
                                        <p:cTn id="15" dur="5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anim calcmode="lin" valueType="num">
                                      <p:cBhvr>
                                        <p:cTn id="20" dur="500" fill="hold"/>
                                        <p:tgtEl>
                                          <p:spTgt spid="50"/>
                                        </p:tgtEl>
                                        <p:attrNameLst>
                                          <p:attrName>ppt_x</p:attrName>
                                        </p:attrNameLst>
                                      </p:cBhvr>
                                      <p:tavLst>
                                        <p:tav tm="0">
                                          <p:val>
                                            <p:strVal val="#ppt_x"/>
                                          </p:val>
                                        </p:tav>
                                        <p:tav tm="100000">
                                          <p:val>
                                            <p:strVal val="#ppt_x"/>
                                          </p:val>
                                        </p:tav>
                                      </p:tavLst>
                                    </p:anim>
                                    <p:anim calcmode="lin" valueType="num">
                                      <p:cBhvr>
                                        <p:cTn id="21" dur="500" fill="hold"/>
                                        <p:tgtEl>
                                          <p:spTgt spid="5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500"/>
                                        <p:tgtEl>
                                          <p:spTgt spid="51"/>
                                        </p:tgtEl>
                                      </p:cBhvr>
                                    </p:animEffect>
                                    <p:anim calcmode="lin" valueType="num">
                                      <p:cBhvr>
                                        <p:cTn id="26" dur="500" fill="hold"/>
                                        <p:tgtEl>
                                          <p:spTgt spid="51"/>
                                        </p:tgtEl>
                                        <p:attrNameLst>
                                          <p:attrName>ppt_x</p:attrName>
                                        </p:attrNameLst>
                                      </p:cBhvr>
                                      <p:tavLst>
                                        <p:tav tm="0">
                                          <p:val>
                                            <p:strVal val="#ppt_x"/>
                                          </p:val>
                                        </p:tav>
                                        <p:tav tm="100000">
                                          <p:val>
                                            <p:strVal val="#ppt_x"/>
                                          </p:val>
                                        </p:tav>
                                      </p:tavLst>
                                    </p:anim>
                                    <p:anim calcmode="lin" valueType="num">
                                      <p:cBhvr>
                                        <p:cTn id="27" dur="5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8" name="组合 1"/>
          <p:cNvGrpSpPr/>
          <p:nvPr/>
        </p:nvGrpSpPr>
        <p:grpSpPr>
          <a:xfrm>
            <a:off x="263353" y="-315635"/>
            <a:ext cx="11928647" cy="7173635"/>
            <a:chOff x="263352" y="-315635"/>
            <a:chExt cx="11928647" cy="7173635"/>
          </a:xfrm>
        </p:grpSpPr>
        <p:pic>
          <p:nvPicPr>
            <p:cNvPr id="2097152"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584" name="文本框 2"/>
            <p:cNvSpPr txBox="1"/>
            <p:nvPr/>
          </p:nvSpPr>
          <p:spPr>
            <a:xfrm>
              <a:off x="655871" y="332656"/>
              <a:ext cx="1605280" cy="472440"/>
            </a:xfrm>
            <a:prstGeom prst="rect">
              <a:avLst/>
            </a:prstGeom>
            <a:noFill/>
          </p:spPr>
          <p:txBody>
            <a:bodyPr wrap="none" rtlCol="0">
              <a:spAutoFit/>
            </a:bodyPr>
            <a:lstStyle/>
            <a:p>
              <a:pPr algn="ctr"/>
              <a:r>
                <a:rPr lang="zh-CN" altLang="en-US" sz="2800" dirty="0">
                  <a:solidFill>
                    <a:schemeClr val="bg1">
                      <a:lumMod val="85000"/>
                    </a:schemeClr>
                  </a:solidFill>
                  <a:cs typeface="+mn-ea"/>
                  <a:sym typeface="+mn-lt"/>
                </a:rPr>
                <a:t>设计思路</a:t>
              </a:r>
            </a:p>
          </p:txBody>
        </p:sp>
        <p:grpSp>
          <p:nvGrpSpPr>
            <p:cNvPr id="29" name="组合 40"/>
            <p:cNvGrpSpPr/>
            <p:nvPr/>
          </p:nvGrpSpPr>
          <p:grpSpPr>
            <a:xfrm rot="10800000" flipV="1">
              <a:off x="263352" y="984158"/>
              <a:ext cx="11745783" cy="45719"/>
              <a:chOff x="3182554" y="3904019"/>
              <a:chExt cx="5543625" cy="45719"/>
            </a:xfrm>
          </p:grpSpPr>
          <p:sp>
            <p:nvSpPr>
              <p:cNvPr id="1048585"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86"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87"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3"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pic>
        <p:nvPicPr>
          <p:cNvPr id="7" name="图片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7408" y="1124744"/>
            <a:ext cx="10297143" cy="550564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1" name="组合 1"/>
          <p:cNvGrpSpPr/>
          <p:nvPr/>
        </p:nvGrpSpPr>
        <p:grpSpPr>
          <a:xfrm>
            <a:off x="263352" y="-315635"/>
            <a:ext cx="11928647" cy="7173635"/>
            <a:chOff x="263352" y="-315635"/>
            <a:chExt cx="11928647" cy="7173635"/>
          </a:xfrm>
        </p:grpSpPr>
        <p:pic>
          <p:nvPicPr>
            <p:cNvPr id="2097155"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593" name="文本框 2"/>
            <p:cNvSpPr txBox="1"/>
            <p:nvPr/>
          </p:nvSpPr>
          <p:spPr>
            <a:xfrm>
              <a:off x="476332" y="332656"/>
              <a:ext cx="4145280" cy="521970"/>
            </a:xfrm>
            <a:prstGeom prst="rect">
              <a:avLst/>
            </a:prstGeom>
            <a:noFill/>
          </p:spPr>
          <p:txBody>
            <a:bodyPr wrap="none" rtlCol="0">
              <a:spAutoFit/>
            </a:bodyPr>
            <a:lstStyle/>
            <a:p>
              <a:r>
                <a:rPr lang="zh-CN" altLang="en-US" sz="2800" b="1" dirty="0">
                  <a:solidFill>
                    <a:schemeClr val="bg1"/>
                  </a:solidFill>
                  <a:cs typeface="+mn-ea"/>
                  <a:sym typeface="+mn-lt"/>
                </a:rPr>
                <a:t>代码</a:t>
              </a:r>
              <a:r>
                <a:rPr lang="en-US" altLang="zh-CN" sz="2800" b="1" dirty="0">
                  <a:solidFill>
                    <a:schemeClr val="bg1"/>
                  </a:solidFill>
                  <a:cs typeface="+mn-ea"/>
                  <a:sym typeface="+mn-lt"/>
                </a:rPr>
                <a:t>		</a:t>
              </a:r>
              <a:r>
                <a:rPr lang="zh-CN" altLang="en-US" sz="2800" b="1" dirty="0">
                  <a:solidFill>
                    <a:schemeClr val="bg1"/>
                  </a:solidFill>
                  <a:cs typeface="+mn-ea"/>
                  <a:sym typeface="+mn-lt"/>
                </a:rPr>
                <a:t>数据定义部分</a:t>
              </a:r>
            </a:p>
          </p:txBody>
        </p:sp>
        <p:grpSp>
          <p:nvGrpSpPr>
            <p:cNvPr id="42" name="组合 40"/>
            <p:cNvGrpSpPr/>
            <p:nvPr/>
          </p:nvGrpSpPr>
          <p:grpSpPr>
            <a:xfrm rot="10800000" flipV="1">
              <a:off x="263352" y="984158"/>
              <a:ext cx="11745783" cy="45719"/>
              <a:chOff x="3182554" y="3904019"/>
              <a:chExt cx="5543625" cy="45719"/>
            </a:xfrm>
          </p:grpSpPr>
          <p:sp>
            <p:nvSpPr>
              <p:cNvPr id="1048594"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95"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596"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56"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597" name="矩形 13"/>
          <p:cNvSpPr>
            <a:spLocks noChangeArrowheads="1"/>
          </p:cNvSpPr>
          <p:nvPr/>
        </p:nvSpPr>
        <p:spPr bwMode="auto">
          <a:xfrm>
            <a:off x="135890" y="1207135"/>
            <a:ext cx="6680190" cy="4618316"/>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#define </a:t>
            </a:r>
            <a:r>
              <a:rPr lang="en-US" altLang="zh-CN" dirty="0">
                <a:solidFill>
                  <a:schemeClr val="accent6">
                    <a:lumMod val="40000"/>
                    <a:lumOff val="60000"/>
                  </a:schemeClr>
                </a:solidFill>
                <a:latin typeface="Consolas" panose="020B0609020204030204" charset="0"/>
                <a:ea typeface="+mn-ea"/>
                <a:cs typeface="Consolas" panose="020B0609020204030204" charset="0"/>
                <a:sym typeface="+mn-lt"/>
              </a:rPr>
              <a:t>MAX</a:t>
            </a:r>
            <a:r>
              <a:rPr lang="en-US" altLang="zh-CN" dirty="0">
                <a:solidFill>
                  <a:schemeClr val="bg1">
                    <a:lumMod val="85000"/>
                  </a:schemeClr>
                </a:solidFill>
                <a:latin typeface="Consolas" panose="020B0609020204030204" charset="0"/>
                <a:ea typeface="+mn-ea"/>
                <a:cs typeface="Consolas" panose="020B0609020204030204" charset="0"/>
                <a:sym typeface="+mn-lt"/>
              </a:rPr>
              <a:t> 20//</a:t>
            </a:r>
            <a:r>
              <a:rPr lang="en-US" altLang="zh-CN" dirty="0" err="1">
                <a:solidFill>
                  <a:schemeClr val="bg1">
                    <a:lumMod val="85000"/>
                  </a:schemeClr>
                </a:solidFill>
                <a:latin typeface="Consolas" panose="020B0609020204030204" charset="0"/>
                <a:ea typeface="+mn-ea"/>
                <a:cs typeface="Consolas" panose="020B0609020204030204" charset="0"/>
                <a:sym typeface="+mn-lt"/>
              </a:rPr>
              <a:t>定义最大节点数</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int </a:t>
            </a:r>
            <a:r>
              <a:rPr lang="en-US" altLang="zh-CN" dirty="0">
                <a:solidFill>
                  <a:schemeClr val="accent6">
                    <a:lumMod val="40000"/>
                    <a:lumOff val="60000"/>
                  </a:schemeClr>
                </a:solidFill>
                <a:latin typeface="Consolas" panose="020B0609020204030204" charset="0"/>
                <a:ea typeface="+mn-ea"/>
                <a:cs typeface="Consolas" panose="020B0609020204030204" charset="0"/>
                <a:sym typeface="+mn-lt"/>
              </a:rPr>
              <a:t>visited</a:t>
            </a:r>
            <a:r>
              <a:rPr lang="en-US" altLang="zh-CN" dirty="0">
                <a:solidFill>
                  <a:schemeClr val="bg1">
                    <a:lumMod val="85000"/>
                  </a:schemeClr>
                </a:solidFill>
                <a:latin typeface="Consolas" panose="020B0609020204030204" charset="0"/>
                <a:ea typeface="+mn-ea"/>
                <a:cs typeface="Consolas" panose="020B0609020204030204" charset="0"/>
                <a:sym typeface="+mn-lt"/>
              </a:rPr>
              <a:t>[MAX]={0};	//</a:t>
            </a:r>
            <a:r>
              <a:rPr lang="en-US" altLang="zh-CN" dirty="0" err="1">
                <a:solidFill>
                  <a:schemeClr val="bg1">
                    <a:lumMod val="85000"/>
                  </a:schemeClr>
                </a:solidFill>
                <a:latin typeface="Consolas" panose="020B0609020204030204" charset="0"/>
                <a:ea typeface="+mn-ea"/>
                <a:cs typeface="Consolas" panose="020B0609020204030204" charset="0"/>
                <a:sym typeface="+mn-lt"/>
              </a:rPr>
              <a:t>定义标志数组用于判断是否被访问</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typedef struct map</a:t>
            </a: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    int </a:t>
            </a:r>
            <a:r>
              <a:rPr lang="en-US" altLang="zh-CN" dirty="0" err="1">
                <a:solidFill>
                  <a:schemeClr val="bg1">
                    <a:lumMod val="85000"/>
                  </a:schemeClr>
                </a:solidFill>
                <a:latin typeface="Consolas" panose="020B0609020204030204" charset="0"/>
                <a:ea typeface="+mn-ea"/>
                <a:cs typeface="Consolas" panose="020B0609020204030204" charset="0"/>
                <a:sym typeface="+mn-lt"/>
              </a:rPr>
              <a:t>nodecount</a:t>
            </a:r>
            <a:r>
              <a:rPr lang="en-US" altLang="zh-CN" dirty="0">
                <a:solidFill>
                  <a:schemeClr val="bg1">
                    <a:lumMod val="85000"/>
                  </a:schemeClr>
                </a:solidFill>
                <a:latin typeface="Consolas" panose="020B0609020204030204" charset="0"/>
                <a:ea typeface="+mn-ea"/>
                <a:cs typeface="Consolas" panose="020B0609020204030204" charset="0"/>
                <a:sym typeface="+mn-lt"/>
              </a:rPr>
              <a:t>;	</a:t>
            </a:r>
            <a:r>
              <a:rPr lang="en-US" altLang="zh-CN"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ea typeface="+mn-ea"/>
                <a:cs typeface="Consolas" panose="020B0609020204030204" charset="0"/>
                <a:sym typeface="+mn-lt"/>
              </a:rPr>
              <a:t>节点</a:t>
            </a:r>
            <a:r>
              <a:rPr lang="en-US" altLang="zh-CN" dirty="0" err="1">
                <a:solidFill>
                  <a:schemeClr val="accent4">
                    <a:lumMod val="60000"/>
                    <a:lumOff val="40000"/>
                  </a:schemeClr>
                </a:solidFill>
                <a:latin typeface="Consolas" panose="020B0609020204030204" charset="0"/>
                <a:ea typeface="+mn-ea"/>
                <a:cs typeface="Consolas" panose="020B0609020204030204" charset="0"/>
                <a:sym typeface="+mn-lt"/>
              </a:rPr>
              <a:t>个数</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    int </a:t>
            </a:r>
            <a:r>
              <a:rPr lang="en-US" altLang="zh-CN" dirty="0" err="1">
                <a:solidFill>
                  <a:schemeClr val="bg1">
                    <a:lumMod val="85000"/>
                  </a:schemeClr>
                </a:solidFill>
                <a:latin typeface="Consolas" panose="020B0609020204030204" charset="0"/>
                <a:ea typeface="+mn-ea"/>
                <a:cs typeface="Consolas" panose="020B0609020204030204" charset="0"/>
                <a:sym typeface="+mn-lt"/>
              </a:rPr>
              <a:t>edgecount</a:t>
            </a:r>
            <a:r>
              <a:rPr lang="en-US" altLang="zh-CN" dirty="0">
                <a:solidFill>
                  <a:schemeClr val="bg1">
                    <a:lumMod val="85000"/>
                  </a:schemeClr>
                </a:solidFill>
                <a:latin typeface="Consolas" panose="020B0609020204030204" charset="0"/>
                <a:ea typeface="+mn-ea"/>
                <a:cs typeface="Consolas" panose="020B0609020204030204" charset="0"/>
                <a:sym typeface="+mn-lt"/>
              </a:rPr>
              <a:t>;	</a:t>
            </a:r>
            <a:r>
              <a:rPr lang="en-US" altLang="zh-CN"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ea typeface="+mn-ea"/>
                <a:cs typeface="Consolas" panose="020B0609020204030204" charset="0"/>
                <a:sym typeface="+mn-lt"/>
              </a:rPr>
              <a:t>边个数</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    int </a:t>
            </a:r>
            <a:r>
              <a:rPr lang="en-US" altLang="zh-CN" dirty="0" err="1">
                <a:solidFill>
                  <a:schemeClr val="bg1">
                    <a:lumMod val="85000"/>
                  </a:schemeClr>
                </a:solidFill>
                <a:latin typeface="Consolas" panose="020B0609020204030204" charset="0"/>
                <a:ea typeface="+mn-ea"/>
                <a:cs typeface="Consolas" panose="020B0609020204030204" charset="0"/>
                <a:sym typeface="+mn-lt"/>
              </a:rPr>
              <a:t>nodenumber</a:t>
            </a:r>
            <a:r>
              <a:rPr lang="en-US" altLang="zh-CN" dirty="0">
                <a:solidFill>
                  <a:schemeClr val="bg1">
                    <a:lumMod val="85000"/>
                  </a:schemeClr>
                </a:solidFill>
                <a:latin typeface="Consolas" panose="020B0609020204030204" charset="0"/>
                <a:ea typeface="+mn-ea"/>
                <a:cs typeface="Consolas" panose="020B0609020204030204" charset="0"/>
                <a:sym typeface="+mn-lt"/>
              </a:rPr>
              <a:t>[MAX];	</a:t>
            </a:r>
            <a:r>
              <a:rPr lang="en-US" altLang="zh-CN"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ea typeface="+mn-ea"/>
                <a:cs typeface="Consolas" panose="020B0609020204030204" charset="0"/>
                <a:sym typeface="+mn-lt"/>
              </a:rPr>
              <a:t>节点编号</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    char </a:t>
            </a:r>
            <a:r>
              <a:rPr lang="en-US" altLang="zh-CN" dirty="0" err="1">
                <a:solidFill>
                  <a:schemeClr val="bg1">
                    <a:lumMod val="85000"/>
                  </a:schemeClr>
                </a:solidFill>
                <a:latin typeface="Consolas" panose="020B0609020204030204" charset="0"/>
                <a:ea typeface="+mn-ea"/>
                <a:cs typeface="Consolas" panose="020B0609020204030204" charset="0"/>
                <a:sym typeface="+mn-lt"/>
              </a:rPr>
              <a:t>nodename</a:t>
            </a:r>
            <a:r>
              <a:rPr lang="en-US" altLang="zh-CN" dirty="0">
                <a:solidFill>
                  <a:schemeClr val="bg1">
                    <a:lumMod val="85000"/>
                  </a:schemeClr>
                </a:solidFill>
                <a:latin typeface="Consolas" panose="020B0609020204030204" charset="0"/>
                <a:ea typeface="+mn-ea"/>
                <a:cs typeface="Consolas" panose="020B0609020204030204" charset="0"/>
                <a:sym typeface="+mn-lt"/>
              </a:rPr>
              <a:t>[MAX][MAX];	</a:t>
            </a:r>
            <a:r>
              <a:rPr lang="en-US" altLang="zh-CN" dirty="0">
                <a:solidFill>
                  <a:schemeClr val="accent4">
                    <a:lumMod val="40000"/>
                    <a:lumOff val="60000"/>
                  </a:schemeClr>
                </a:solidFill>
                <a:latin typeface="Consolas" panose="020B0609020204030204" charset="0"/>
                <a:ea typeface="+mn-ea"/>
                <a:cs typeface="Consolas" panose="020B0609020204030204" charset="0"/>
                <a:sym typeface="+mn-lt"/>
              </a:rPr>
              <a:t>	//</a:t>
            </a:r>
            <a:r>
              <a:rPr lang="en-US" altLang="zh-CN" dirty="0" err="1">
                <a:solidFill>
                  <a:schemeClr val="accent4">
                    <a:lumMod val="40000"/>
                    <a:lumOff val="60000"/>
                  </a:schemeClr>
                </a:solidFill>
                <a:latin typeface="Consolas" panose="020B0609020204030204" charset="0"/>
                <a:ea typeface="+mn-ea"/>
                <a:cs typeface="Consolas" panose="020B0609020204030204" charset="0"/>
                <a:sym typeface="+mn-lt"/>
              </a:rPr>
              <a:t>节点名称</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    int distance[MAX][MAX];	</a:t>
            </a:r>
            <a:r>
              <a:rPr lang="en-US" altLang="zh-CN"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ea typeface="+mn-ea"/>
                <a:cs typeface="Consolas" panose="020B0609020204030204" charset="0"/>
                <a:sym typeface="+mn-lt"/>
              </a:rPr>
              <a:t>两节点距离</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lang="en-US" altLang="zh-CN" dirty="0">
                <a:solidFill>
                  <a:schemeClr val="bg1">
                    <a:lumMod val="85000"/>
                  </a:schemeClr>
                </a:solidFill>
                <a:latin typeface="Consolas" panose="020B0609020204030204" charset="0"/>
                <a:ea typeface="+mn-ea"/>
                <a:cs typeface="Consolas" panose="020B0609020204030204" charset="0"/>
                <a:sym typeface="+mn-lt"/>
              </a:rPr>
              <a:t>}</a:t>
            </a:r>
            <a:r>
              <a:rPr lang="en-US" altLang="zh-CN" dirty="0">
                <a:solidFill>
                  <a:schemeClr val="accent6">
                    <a:lumMod val="40000"/>
                    <a:lumOff val="60000"/>
                  </a:schemeClr>
                </a:solidFill>
                <a:latin typeface="Consolas" panose="020B0609020204030204" charset="0"/>
                <a:ea typeface="+mn-ea"/>
                <a:cs typeface="Consolas" panose="020B0609020204030204" charset="0"/>
                <a:sym typeface="+mn-lt"/>
              </a:rPr>
              <a:t>Map</a:t>
            </a:r>
            <a:r>
              <a:rPr lang="en-US" altLang="zh-CN" dirty="0">
                <a:solidFill>
                  <a:schemeClr val="bg1">
                    <a:lumMod val="85000"/>
                  </a:schemeClr>
                </a:solidFill>
                <a:latin typeface="Consolas" panose="020B0609020204030204" charset="0"/>
                <a:ea typeface="+mn-ea"/>
                <a:cs typeface="Consolas" panose="020B0609020204030204" charset="0"/>
                <a:sym typeface="+mn-lt"/>
              </a:rPr>
              <a:t>;		</a:t>
            </a:r>
            <a:r>
              <a:rPr lang="en-US" altLang="zh-CN"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ea typeface="+mn-ea"/>
                <a:cs typeface="Consolas" panose="020B0609020204030204" charset="0"/>
                <a:sym typeface="+mn-lt"/>
              </a:rPr>
              <a:t>创建图结构体</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lang="en-US" altLang="zh-CN"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7248128" y="1088560"/>
            <a:ext cx="4564380" cy="2943860"/>
          </a:xfrm>
          <a:prstGeom prst="rect">
            <a:avLst/>
          </a:prstGeom>
          <a:noFill/>
        </p:spPr>
        <p:txBody>
          <a:bodyPr wrap="square" rtlCol="0">
            <a:spAutoFit/>
          </a:bodyPr>
          <a:lstStyle/>
          <a:p>
            <a:pPr algn="l" defTabSz="684530" eaLnBrk="1" hangingPunct="1">
              <a:lnSpc>
                <a:spcPct val="150000"/>
              </a:lnSpc>
              <a:buClrTx/>
              <a:buSzTx/>
              <a:buFont typeface="Arial" panose="020B0604020202020204" pitchFamily="34" charset="0"/>
            </a:pPr>
            <a:r>
              <a:rPr lang="en-US" altLang="zh-CN" dirty="0">
                <a:solidFill>
                  <a:schemeClr val="bg1">
                    <a:lumMod val="85000"/>
                  </a:schemeClr>
                </a:solidFill>
                <a:latin typeface="Consolas" panose="020B0609020204030204" charset="0"/>
                <a:cs typeface="Consolas" panose="020B0609020204030204" charset="0"/>
                <a:sym typeface="+mn-lt"/>
              </a:rPr>
              <a:t>typedef struct</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lang="en-US" altLang="zh-CN" dirty="0">
                <a:solidFill>
                  <a:schemeClr val="bg1">
                    <a:lumMod val="85000"/>
                  </a:schemeClr>
                </a:solidFill>
                <a:latin typeface="Consolas" panose="020B0609020204030204" charset="0"/>
                <a:cs typeface="Consolas" panose="020B0609020204030204" charset="0"/>
                <a:sym typeface="+mn-lt"/>
              </a:rPr>
              <a:t>{</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lang="en-US" altLang="zh-CN" dirty="0">
                <a:solidFill>
                  <a:schemeClr val="bg1">
                    <a:lumMod val="85000"/>
                  </a:schemeClr>
                </a:solidFill>
                <a:latin typeface="Consolas" panose="020B0609020204030204" charset="0"/>
                <a:cs typeface="Consolas" panose="020B0609020204030204" charset="0"/>
                <a:sym typeface="+mn-lt"/>
              </a:rPr>
              <a:t>    int data[MAX];	</a:t>
            </a:r>
            <a:r>
              <a:rPr lang="en-US" altLang="zh-CN" dirty="0">
                <a:solidFill>
                  <a:schemeClr val="accent4">
                    <a:lumMod val="40000"/>
                    <a:lumOff val="60000"/>
                  </a:schemeClr>
                </a:solidFill>
                <a:latin typeface="Consolas" panose="020B0609020204030204" charset="0"/>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cs typeface="Consolas" panose="020B0609020204030204" charset="0"/>
                <a:sym typeface="+mn-lt"/>
              </a:rPr>
              <a:t>队列数据</a:t>
            </a:r>
            <a:endParaRPr lang="en-US" altLang="zh-CN" dirty="0">
              <a:solidFill>
                <a:schemeClr val="accent4">
                  <a:lumMod val="40000"/>
                  <a:lumOff val="60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lang="en-US" altLang="zh-CN" dirty="0">
                <a:solidFill>
                  <a:schemeClr val="accent4">
                    <a:lumMod val="40000"/>
                    <a:lumOff val="60000"/>
                  </a:schemeClr>
                </a:solidFill>
                <a:latin typeface="Consolas" panose="020B0609020204030204" charset="0"/>
                <a:cs typeface="Consolas" panose="020B0609020204030204" charset="0"/>
                <a:sym typeface="+mn-lt"/>
              </a:rPr>
              <a:t>   </a:t>
            </a:r>
            <a:r>
              <a:rPr lang="en-US" altLang="zh-CN" dirty="0">
                <a:solidFill>
                  <a:schemeClr val="bg1">
                    <a:lumMod val="85000"/>
                  </a:schemeClr>
                </a:solidFill>
                <a:latin typeface="Consolas" panose="020B0609020204030204" charset="0"/>
                <a:cs typeface="Consolas" panose="020B0609020204030204" charset="0"/>
                <a:sym typeface="+mn-lt"/>
              </a:rPr>
              <a:t> int front;		</a:t>
            </a:r>
            <a:r>
              <a:rPr lang="en-US" altLang="zh-CN" dirty="0">
                <a:solidFill>
                  <a:schemeClr val="accent4">
                    <a:lumMod val="40000"/>
                    <a:lumOff val="60000"/>
                  </a:schemeClr>
                </a:solidFill>
                <a:latin typeface="Consolas" panose="020B0609020204030204" charset="0"/>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cs typeface="Consolas" panose="020B0609020204030204" charset="0"/>
                <a:sym typeface="+mn-lt"/>
              </a:rPr>
              <a:t>队列头</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lang="en-US" altLang="zh-CN" dirty="0">
                <a:solidFill>
                  <a:schemeClr val="bg1">
                    <a:lumMod val="85000"/>
                  </a:schemeClr>
                </a:solidFill>
                <a:latin typeface="Consolas" panose="020B0609020204030204" charset="0"/>
                <a:cs typeface="Consolas" panose="020B0609020204030204" charset="0"/>
                <a:sym typeface="+mn-lt"/>
              </a:rPr>
              <a:t>    int rear;</a:t>
            </a:r>
            <a:r>
              <a:rPr lang="en-US" altLang="zh-CN" dirty="0">
                <a:solidFill>
                  <a:schemeClr val="accent4">
                    <a:lumMod val="40000"/>
                    <a:lumOff val="60000"/>
                  </a:schemeClr>
                </a:solidFill>
                <a:latin typeface="Consolas" panose="020B0609020204030204" charset="0"/>
                <a:cs typeface="Consolas" panose="020B0609020204030204" charset="0"/>
                <a:sym typeface="+mn-lt"/>
              </a:rPr>
              <a:t>		//</a:t>
            </a:r>
            <a:r>
              <a:rPr lang="en-US" altLang="zh-CN" dirty="0" err="1">
                <a:solidFill>
                  <a:schemeClr val="accent4">
                    <a:lumMod val="40000"/>
                    <a:lumOff val="60000"/>
                  </a:schemeClr>
                </a:solidFill>
                <a:latin typeface="Consolas" panose="020B0609020204030204" charset="0"/>
                <a:cs typeface="Consolas" panose="020B0609020204030204" charset="0"/>
                <a:sym typeface="+mn-lt"/>
              </a:rPr>
              <a:t>队列尾</a:t>
            </a:r>
            <a:endParaRPr lang="en-US" altLang="zh-CN" dirty="0">
              <a:solidFill>
                <a:schemeClr val="accent4">
                  <a:lumMod val="40000"/>
                  <a:lumOff val="60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lang="en-US" altLang="zh-CN" dirty="0">
                <a:solidFill>
                  <a:schemeClr val="bg1">
                    <a:lumMod val="85000"/>
                  </a:schemeClr>
                </a:solidFill>
                <a:latin typeface="Consolas" panose="020B0609020204030204" charset="0"/>
                <a:cs typeface="Consolas" panose="020B0609020204030204" charset="0"/>
                <a:sym typeface="+mn-lt"/>
              </a:rPr>
              <a:t>}</a:t>
            </a:r>
            <a:r>
              <a:rPr lang="en-US" altLang="zh-CN" dirty="0">
                <a:solidFill>
                  <a:schemeClr val="accent6">
                    <a:lumMod val="40000"/>
                    <a:lumOff val="60000"/>
                  </a:schemeClr>
                </a:solidFill>
                <a:latin typeface="Consolas" panose="020B0609020204030204" charset="0"/>
                <a:cs typeface="Consolas" panose="020B0609020204030204" charset="0"/>
                <a:sym typeface="+mn-lt"/>
              </a:rPr>
              <a:t>queue</a:t>
            </a:r>
            <a:r>
              <a:rPr lang="en-US" altLang="zh-CN" dirty="0">
                <a:solidFill>
                  <a:schemeClr val="bg1">
                    <a:lumMod val="85000"/>
                  </a:schemeClr>
                </a:solidFill>
                <a:latin typeface="Consolas" panose="020B0609020204030204" charset="0"/>
                <a:cs typeface="Consolas" panose="020B0609020204030204" charset="0"/>
                <a:sym typeface="+mn-lt"/>
              </a:rPr>
              <a:t>;		</a:t>
            </a:r>
            <a:r>
              <a:rPr lang="en-US" altLang="zh-CN" dirty="0">
                <a:solidFill>
                  <a:schemeClr val="accent4">
                    <a:lumMod val="40000"/>
                    <a:lumOff val="60000"/>
                  </a:schemeClr>
                </a:solidFill>
                <a:latin typeface="Consolas" panose="020B0609020204030204" charset="0"/>
                <a:cs typeface="Consolas" panose="020B0609020204030204" charset="0"/>
                <a:sym typeface="+mn-lt"/>
              </a:rPr>
              <a:t>//</a:t>
            </a:r>
            <a:r>
              <a:rPr lang="en-US" altLang="zh-CN" dirty="0" err="1">
                <a:solidFill>
                  <a:schemeClr val="accent4">
                    <a:lumMod val="40000"/>
                    <a:lumOff val="60000"/>
                  </a:schemeClr>
                </a:solidFill>
                <a:latin typeface="Consolas" panose="020B0609020204030204" charset="0"/>
                <a:cs typeface="Consolas" panose="020B0609020204030204" charset="0"/>
                <a:sym typeface="+mn-lt"/>
              </a:rPr>
              <a:t>创建队列</a:t>
            </a:r>
            <a:endParaRPr lang="en-US" altLang="zh-CN" dirty="0">
              <a:solidFill>
                <a:schemeClr val="bg1">
                  <a:lumMod val="85000"/>
                </a:schemeClr>
              </a:solidFill>
              <a:latin typeface="Consolas" panose="020B0609020204030204" charset="0"/>
              <a:ea typeface="+mn-ea"/>
              <a:cs typeface="Consolas" panose="020B0609020204030204" charset="0"/>
              <a:sym typeface="+mn-lt"/>
            </a:endParaRPr>
          </a:p>
          <a:p>
            <a:pPr>
              <a:lnSpc>
                <a:spcPct val="130000"/>
              </a:lnSpc>
            </a:pPr>
            <a:endParaRPr lang="en-US" altLang="zh-CN" dirty="0">
              <a:solidFill>
                <a:schemeClr val="bg1">
                  <a:lumMod val="85000"/>
                </a:schemeClr>
              </a:solidFill>
              <a:latin typeface="Consolas" panose="020B0609020204030204" charset="0"/>
              <a:ea typeface="+mn-ea"/>
              <a:cs typeface="Consolas" panose="020B0609020204030204" charset="0"/>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5" name="组合 1"/>
          <p:cNvGrpSpPr/>
          <p:nvPr/>
        </p:nvGrpSpPr>
        <p:grpSpPr>
          <a:xfrm>
            <a:off x="266527" y="-315635"/>
            <a:ext cx="11928647" cy="7173635"/>
            <a:chOff x="263352" y="-315635"/>
            <a:chExt cx="11928647" cy="7173635"/>
          </a:xfrm>
        </p:grpSpPr>
        <p:pic>
          <p:nvPicPr>
            <p:cNvPr id="2097159"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28" name="文本框 2"/>
            <p:cNvSpPr txBox="1"/>
            <p:nvPr/>
          </p:nvSpPr>
          <p:spPr>
            <a:xfrm>
              <a:off x="476332" y="332656"/>
              <a:ext cx="8354060" cy="521970"/>
            </a:xfrm>
            <a:prstGeom prst="rect">
              <a:avLst/>
            </a:prstGeom>
            <a:noFill/>
          </p:spPr>
          <p:txBody>
            <a:bodyPr wrap="none" rtlCol="0">
              <a:spAutoFit/>
            </a:bodyPr>
            <a:lstStyle/>
            <a:p>
              <a:pPr algn="l"/>
              <a:r>
                <a:rPr lang="zh-CN" altLang="en-US" sz="2800" b="1" dirty="0">
                  <a:solidFill>
                    <a:schemeClr val="bg1"/>
                  </a:solidFill>
                  <a:cs typeface="+mn-ea"/>
                  <a:sym typeface="+mn-lt"/>
                </a:rPr>
                <a:t>代码</a:t>
              </a:r>
              <a:r>
                <a:rPr lang="en-US" altLang="zh-CN" sz="2800" b="1" dirty="0">
                  <a:solidFill>
                    <a:schemeClr val="bg1"/>
                  </a:solidFill>
                  <a:cs typeface="+mn-ea"/>
                  <a:sym typeface="+mn-lt"/>
                </a:rPr>
                <a:t>		</a:t>
              </a:r>
              <a:r>
                <a:rPr lang="zh-CN" altLang="en-US" sz="2800" b="1" dirty="0">
                  <a:solidFill>
                    <a:schemeClr val="bg1"/>
                  </a:solidFill>
                  <a:cs typeface="+mn-ea"/>
                  <a:sym typeface="+mn-lt"/>
                </a:rPr>
                <a:t>图创建部分</a:t>
              </a:r>
              <a:r>
                <a:rPr lang="en-US" altLang="zh-CN" sz="2800" b="1" dirty="0">
                  <a:solidFill>
                    <a:schemeClr val="bg1"/>
                  </a:solidFill>
                  <a:cs typeface="+mn-ea"/>
                  <a:sym typeface="+mn-lt"/>
                </a:rPr>
                <a:t>		</a:t>
              </a:r>
              <a:r>
                <a:rPr lang="zh-CN" altLang="en-US" sz="2800" b="1" dirty="0">
                  <a:solidFill>
                    <a:schemeClr val="bg1"/>
                  </a:solidFill>
                  <a:cs typeface="+mn-ea"/>
                  <a:sym typeface="+mn-lt"/>
                </a:rPr>
                <a:t>void Graph(Map*M)</a:t>
              </a: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0"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1"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0"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632" name="矩形 13"/>
          <p:cNvSpPr>
            <a:spLocks noChangeArrowheads="1"/>
          </p:cNvSpPr>
          <p:nvPr/>
        </p:nvSpPr>
        <p:spPr bwMode="auto">
          <a:xfrm>
            <a:off x="119380" y="1029970"/>
            <a:ext cx="11892280" cy="5821045"/>
          </a:xfrm>
          <a:prstGeom prst="rect">
            <a:avLst/>
          </a:prstGeom>
          <a:noFill/>
          <a:ln>
            <a:noFill/>
          </a:ln>
        </p:spPr>
        <p:txBody>
          <a:bodyPr wrap="square">
            <a:no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mn-lt"/>
                <a:ea typeface="+mn-ea"/>
                <a:cs typeface="+mn-ea"/>
                <a:sym typeface="+mn-lt"/>
              </a:rPr>
              <a:t>   </a:t>
            </a:r>
            <a:r>
              <a:rPr sz="1400" dirty="0">
                <a:solidFill>
                  <a:schemeClr val="bg1">
                    <a:lumMod val="85000"/>
                  </a:schemeClr>
                </a:solidFill>
                <a:latin typeface="Consolas" panose="020B0609020204030204" charset="0"/>
                <a:ea typeface="+mn-ea"/>
                <a:cs typeface="Consolas" panose="020B0609020204030204" charset="0"/>
                <a:sym typeface="+mn-lt"/>
              </a:rPr>
              <a:t> int </a:t>
            </a:r>
            <a:r>
              <a:rPr sz="1400" dirty="0" err="1">
                <a:solidFill>
                  <a:schemeClr val="bg1">
                    <a:lumMod val="85000"/>
                  </a:schemeClr>
                </a:solidFill>
                <a:latin typeface="Consolas" panose="020B0609020204030204" charset="0"/>
                <a:ea typeface="+mn-ea"/>
                <a:cs typeface="Consolas" panose="020B0609020204030204" charset="0"/>
                <a:sym typeface="+mn-lt"/>
              </a:rPr>
              <a:t>i,j,k</a:t>
            </a:r>
            <a:r>
              <a:rPr sz="14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FILE*</a:t>
            </a:r>
            <a:r>
              <a:rPr sz="1400" dirty="0" err="1">
                <a:solidFill>
                  <a:schemeClr val="bg1">
                    <a:lumMod val="85000"/>
                  </a:schemeClr>
                </a:solidFill>
                <a:latin typeface="Consolas" panose="020B0609020204030204" charset="0"/>
                <a:ea typeface="+mn-ea"/>
                <a:cs typeface="Consolas" panose="020B0609020204030204" charset="0"/>
                <a:sym typeface="+mn-lt"/>
              </a:rPr>
              <a:t>fp</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fopen</a:t>
            </a:r>
            <a:r>
              <a:rPr sz="1400" dirty="0">
                <a:solidFill>
                  <a:schemeClr val="bg1">
                    <a:lumMod val="85000"/>
                  </a:schemeClr>
                </a:solidFill>
                <a:latin typeface="Consolas" panose="020B0609020204030204" charset="0"/>
                <a:ea typeface="+mn-ea"/>
                <a:cs typeface="Consolas" panose="020B0609020204030204" charset="0"/>
                <a:sym typeface="+mn-lt"/>
              </a:rPr>
              <a:t>("</a:t>
            </a:r>
            <a:r>
              <a:rPr lang="en-US" altLang="zh-CN" sz="1400" dirty="0" err="1">
                <a:solidFill>
                  <a:schemeClr val="bg1">
                    <a:lumMod val="85000"/>
                  </a:schemeClr>
                </a:solidFill>
                <a:latin typeface="Consolas" panose="020B0609020204030204" charset="0"/>
                <a:ea typeface="+mn-ea"/>
                <a:cs typeface="Consolas" panose="020B0609020204030204" charset="0"/>
                <a:sym typeface="+mn-lt"/>
              </a:rPr>
              <a:t>data_input.txt</a:t>
            </a:r>
            <a:r>
              <a:rPr sz="1400" dirty="0" err="1">
                <a:solidFill>
                  <a:schemeClr val="bg1">
                    <a:lumMod val="85000"/>
                  </a:schemeClr>
                </a:solidFill>
                <a:latin typeface="Consolas" panose="020B0609020204030204" charset="0"/>
                <a:ea typeface="+mn-ea"/>
                <a:cs typeface="Consolas" panose="020B0609020204030204" charset="0"/>
                <a:sym typeface="+mn-lt"/>
              </a:rPr>
              <a:t>","r</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读取文件</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if(</a:t>
            </a:r>
            <a:r>
              <a:rPr sz="1400" dirty="0" err="1">
                <a:solidFill>
                  <a:schemeClr val="bg1">
                    <a:lumMod val="85000"/>
                  </a:schemeClr>
                </a:solidFill>
                <a:latin typeface="Consolas" panose="020B0609020204030204" charset="0"/>
                <a:ea typeface="+mn-ea"/>
                <a:cs typeface="Consolas" panose="020B0609020204030204" charset="0"/>
                <a:sym typeface="+mn-lt"/>
              </a:rPr>
              <a:t>fp</a:t>
            </a:r>
            <a:r>
              <a:rPr sz="1400" dirty="0">
                <a:solidFill>
                  <a:schemeClr val="bg1">
                    <a:lumMod val="85000"/>
                  </a:schemeClr>
                </a:solidFill>
                <a:latin typeface="Consolas" panose="020B0609020204030204" charset="0"/>
                <a:ea typeface="+mn-ea"/>
                <a:cs typeface="Consolas" panose="020B0609020204030204" charset="0"/>
                <a:sym typeface="+mn-lt"/>
              </a:rPr>
              <a:t> == NULL)</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("error");</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判断文件是否打开</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accent5">
                    <a:lumMod val="40000"/>
                    <a:lumOff val="60000"/>
                  </a:schemeClr>
                </a:solidFill>
                <a:latin typeface="Consolas" panose="020B0609020204030204" charset="0"/>
                <a:ea typeface="+mn-ea"/>
                <a:cs typeface="Consolas" panose="020B0609020204030204" charset="0"/>
                <a:sym typeface="+mn-lt"/>
              </a:rPr>
              <a:t>fscanf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fp</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d",&amp;M</a:t>
            </a:r>
            <a:r>
              <a:rPr sz="1400" dirty="0">
                <a:solidFill>
                  <a:schemeClr val="bg1">
                    <a:lumMod val="85000"/>
                  </a:schemeClr>
                </a:solidFill>
                <a:latin typeface="Consolas" panose="020B0609020204030204" charset="0"/>
                <a:ea typeface="+mn-ea"/>
                <a:cs typeface="Consolas" panose="020B0609020204030204" charset="0"/>
                <a:sym typeface="+mn-lt"/>
              </a:rPr>
              <a:t>-&gt;</a:t>
            </a:r>
            <a:r>
              <a:rPr sz="1400" dirty="0" err="1">
                <a:solidFill>
                  <a:schemeClr val="bg1">
                    <a:lumMod val="85000"/>
                  </a:schemeClr>
                </a:solidFill>
                <a:latin typeface="Consolas" panose="020B0609020204030204" charset="0"/>
                <a:ea typeface="+mn-ea"/>
                <a:cs typeface="Consolas" panose="020B0609020204030204" charset="0"/>
                <a:sym typeface="+mn-lt"/>
              </a:rPr>
              <a:t>nodecount</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读取节点总数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节点个数</a:t>
            </a:r>
            <a:r>
              <a:rPr sz="1400" dirty="0">
                <a:solidFill>
                  <a:schemeClr val="bg1">
                    <a:lumMod val="85000"/>
                  </a:schemeClr>
                </a:solidFill>
                <a:latin typeface="Consolas" panose="020B0609020204030204" charset="0"/>
                <a:ea typeface="+mn-ea"/>
                <a:cs typeface="Consolas" panose="020B0609020204030204" charset="0"/>
                <a:sym typeface="+mn-lt"/>
              </a:rPr>
              <a:t>：%d\</a:t>
            </a:r>
            <a:r>
              <a:rPr sz="1400" dirty="0" err="1">
                <a:solidFill>
                  <a:schemeClr val="bg1">
                    <a:lumMod val="85000"/>
                  </a:schemeClr>
                </a:solidFill>
                <a:latin typeface="Consolas" panose="020B0609020204030204" charset="0"/>
                <a:ea typeface="+mn-ea"/>
                <a:cs typeface="Consolas" panose="020B0609020204030204" charset="0"/>
                <a:sym typeface="+mn-lt"/>
              </a:rPr>
              <a:t>n",M</a:t>
            </a:r>
            <a:r>
              <a:rPr sz="1400" dirty="0">
                <a:solidFill>
                  <a:schemeClr val="bg1">
                    <a:lumMod val="85000"/>
                  </a:schemeClr>
                </a:solidFill>
                <a:latin typeface="Consolas" panose="020B0609020204030204" charset="0"/>
                <a:ea typeface="+mn-ea"/>
                <a:cs typeface="Consolas" panose="020B0609020204030204" charset="0"/>
                <a:sym typeface="+mn-lt"/>
              </a:rPr>
              <a:t>-&gt;</a:t>
            </a:r>
            <a:r>
              <a:rPr sz="1400" dirty="0" err="1">
                <a:solidFill>
                  <a:schemeClr val="bg1">
                    <a:lumMod val="85000"/>
                  </a:schemeClr>
                </a:solidFill>
                <a:latin typeface="Consolas" panose="020B0609020204030204" charset="0"/>
                <a:ea typeface="+mn-ea"/>
                <a:cs typeface="Consolas" panose="020B0609020204030204" charset="0"/>
                <a:sym typeface="+mn-lt"/>
              </a:rPr>
              <a:t>nodecount</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打印节点总数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accent5">
                    <a:lumMod val="40000"/>
                    <a:lumOff val="60000"/>
                  </a:schemeClr>
                </a:solidFill>
                <a:latin typeface="Consolas" panose="020B0609020204030204" charset="0"/>
                <a:ea typeface="+mn-ea"/>
                <a:sym typeface="+mn-lt"/>
              </a:rPr>
              <a:t>fscanf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fp</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d",&amp;M</a:t>
            </a:r>
            <a:r>
              <a:rPr sz="1400" dirty="0">
                <a:solidFill>
                  <a:schemeClr val="bg1">
                    <a:lumMod val="85000"/>
                  </a:schemeClr>
                </a:solidFill>
                <a:latin typeface="Consolas" panose="020B0609020204030204" charset="0"/>
                <a:ea typeface="+mn-ea"/>
                <a:cs typeface="Consolas" panose="020B0609020204030204" charset="0"/>
                <a:sym typeface="+mn-lt"/>
              </a:rPr>
              <a:t>-&gt;</a:t>
            </a:r>
            <a:r>
              <a:rPr sz="1400" dirty="0" err="1">
                <a:solidFill>
                  <a:schemeClr val="bg1">
                    <a:lumMod val="85000"/>
                  </a:schemeClr>
                </a:solidFill>
                <a:latin typeface="Consolas" panose="020B0609020204030204" charset="0"/>
                <a:ea typeface="+mn-ea"/>
                <a:cs typeface="Consolas" panose="020B0609020204030204" charset="0"/>
                <a:sym typeface="+mn-lt"/>
              </a:rPr>
              <a:t>edgecount</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读取边个数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边个数</a:t>
            </a:r>
            <a:r>
              <a:rPr sz="1400" dirty="0">
                <a:solidFill>
                  <a:schemeClr val="bg1">
                    <a:lumMod val="85000"/>
                  </a:schemeClr>
                </a:solidFill>
                <a:latin typeface="Consolas" panose="020B0609020204030204" charset="0"/>
                <a:ea typeface="+mn-ea"/>
                <a:cs typeface="Consolas" panose="020B0609020204030204" charset="0"/>
                <a:sym typeface="+mn-lt"/>
              </a:rPr>
              <a:t>：%d\</a:t>
            </a:r>
            <a:r>
              <a:rPr lang="en-US" altLang="zh-CN" sz="1800" dirty="0" err="1">
                <a:solidFill>
                  <a:schemeClr val="accent4">
                    <a:lumMod val="40000"/>
                    <a:lumOff val="60000"/>
                  </a:schemeClr>
                </a:solidFill>
                <a:latin typeface="Consolas" panose="020B0609020204030204" charset="0"/>
                <a:ea typeface="+mn-ea"/>
                <a:cs typeface="Consolas" panose="020B0609020204030204" charset="0"/>
                <a:sym typeface="+mn-lt"/>
              </a:rPr>
              <a:t>n</a:t>
            </a:r>
            <a:r>
              <a:rPr sz="1400" dirty="0" err="1">
                <a:solidFill>
                  <a:schemeClr val="bg1">
                    <a:lumMod val="85000"/>
                  </a:schemeClr>
                </a:solidFill>
                <a:latin typeface="Consolas" panose="020B0609020204030204" charset="0"/>
                <a:ea typeface="+mn-ea"/>
                <a:cs typeface="Consolas" panose="020B0609020204030204" charset="0"/>
                <a:sym typeface="+mn-lt"/>
              </a:rPr>
              <a:t>",M</a:t>
            </a:r>
            <a:r>
              <a:rPr sz="1400" dirty="0">
                <a:solidFill>
                  <a:schemeClr val="bg1">
                    <a:lumMod val="85000"/>
                  </a:schemeClr>
                </a:solidFill>
                <a:latin typeface="Consolas" panose="020B0609020204030204" charset="0"/>
                <a:ea typeface="+mn-ea"/>
                <a:cs typeface="Consolas" panose="020B0609020204030204" charset="0"/>
                <a:sym typeface="+mn-lt"/>
              </a:rPr>
              <a:t>-&gt;</a:t>
            </a:r>
            <a:r>
              <a:rPr sz="1400" dirty="0" err="1">
                <a:solidFill>
                  <a:schemeClr val="bg1">
                    <a:lumMod val="85000"/>
                  </a:schemeClr>
                </a:solidFill>
                <a:latin typeface="Consolas" panose="020B0609020204030204" charset="0"/>
                <a:ea typeface="+mn-ea"/>
                <a:cs typeface="Consolas" panose="020B0609020204030204" charset="0"/>
                <a:sym typeface="+mn-lt"/>
              </a:rPr>
              <a:t>edgecount</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打印边个数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节点编号</a:t>
            </a:r>
            <a:r>
              <a:rPr sz="1400" dirty="0">
                <a:solidFill>
                  <a:schemeClr val="bg1">
                    <a:lumMod val="85000"/>
                  </a:schemeClr>
                </a:solidFill>
                <a:latin typeface="Consolas" panose="020B0609020204030204" charset="0"/>
                <a:ea typeface="+mn-ea"/>
                <a:cs typeface="Consolas" panose="020B0609020204030204" charset="0"/>
                <a:sym typeface="+mn-lt"/>
              </a:rPr>
              <a:t>：\n");</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for(</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=0; </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&lt;M-&gt;</a:t>
            </a:r>
            <a:r>
              <a:rPr sz="1400" dirty="0" err="1">
                <a:solidFill>
                  <a:schemeClr val="bg1">
                    <a:lumMod val="85000"/>
                  </a:schemeClr>
                </a:solidFill>
                <a:latin typeface="Consolas" panose="020B0609020204030204" charset="0"/>
                <a:ea typeface="+mn-ea"/>
                <a:cs typeface="Consolas" panose="020B0609020204030204" charset="0"/>
                <a:sym typeface="+mn-lt"/>
              </a:rPr>
              <a:t>nodecount</a:t>
            </a: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accent5">
                    <a:lumMod val="40000"/>
                    <a:lumOff val="60000"/>
                  </a:schemeClr>
                </a:solidFill>
                <a:latin typeface="Consolas" panose="020B0609020204030204" charset="0"/>
                <a:ea typeface="+mn-ea"/>
                <a:sym typeface="+mn-lt"/>
              </a:rPr>
              <a:t>fscanf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fp</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d",&amp;M</a:t>
            </a:r>
            <a:r>
              <a:rPr sz="1400" dirty="0">
                <a:solidFill>
                  <a:schemeClr val="bg1">
                    <a:lumMod val="85000"/>
                  </a:schemeClr>
                </a:solidFill>
                <a:latin typeface="Consolas" panose="020B0609020204030204" charset="0"/>
                <a:ea typeface="+mn-ea"/>
                <a:cs typeface="Consolas" panose="020B0609020204030204" charset="0"/>
                <a:sym typeface="+mn-lt"/>
              </a:rPr>
              <a:t>-&gt;</a:t>
            </a:r>
            <a:r>
              <a:rPr sz="1400" dirty="0" err="1">
                <a:solidFill>
                  <a:schemeClr val="bg1">
                    <a:lumMod val="85000"/>
                  </a:schemeClr>
                </a:solidFill>
                <a:latin typeface="Consolas" panose="020B0609020204030204" charset="0"/>
                <a:ea typeface="+mn-ea"/>
                <a:cs typeface="Consolas" panose="020B0609020204030204" charset="0"/>
                <a:sym typeface="+mn-lt"/>
              </a:rPr>
              <a:t>nodenumber</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("%d\</a:t>
            </a:r>
            <a:r>
              <a:rPr sz="1400" dirty="0" err="1">
                <a:solidFill>
                  <a:schemeClr val="bg1">
                    <a:lumMod val="85000"/>
                  </a:schemeClr>
                </a:solidFill>
                <a:latin typeface="Consolas" panose="020B0609020204030204" charset="0"/>
                <a:ea typeface="+mn-ea"/>
                <a:cs typeface="Consolas" panose="020B0609020204030204" charset="0"/>
                <a:sym typeface="+mn-lt"/>
              </a:rPr>
              <a:t>n",M</a:t>
            </a:r>
            <a:r>
              <a:rPr sz="1400" dirty="0">
                <a:solidFill>
                  <a:schemeClr val="bg1">
                    <a:lumMod val="85000"/>
                  </a:schemeClr>
                </a:solidFill>
                <a:latin typeface="Consolas" panose="020B0609020204030204" charset="0"/>
                <a:ea typeface="+mn-ea"/>
                <a:cs typeface="Consolas" panose="020B0609020204030204" charset="0"/>
                <a:sym typeface="+mn-lt"/>
              </a:rPr>
              <a:t>-&gt;</a:t>
            </a:r>
            <a:r>
              <a:rPr sz="1400" dirty="0" err="1">
                <a:solidFill>
                  <a:schemeClr val="bg1">
                    <a:lumMod val="85000"/>
                  </a:schemeClr>
                </a:solidFill>
                <a:latin typeface="Consolas" panose="020B0609020204030204" charset="0"/>
                <a:ea typeface="+mn-ea"/>
                <a:cs typeface="Consolas" panose="020B0609020204030204" charset="0"/>
                <a:sym typeface="+mn-lt"/>
              </a:rPr>
              <a:t>nodenumber</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a:t>
            </a: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读取节点编号并打印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5" name="组合 1"/>
          <p:cNvGrpSpPr/>
          <p:nvPr/>
        </p:nvGrpSpPr>
        <p:grpSpPr>
          <a:xfrm>
            <a:off x="266527" y="-315635"/>
            <a:ext cx="11928647" cy="7173635"/>
            <a:chOff x="263352" y="-315635"/>
            <a:chExt cx="11928647" cy="7173635"/>
          </a:xfrm>
        </p:grpSpPr>
        <p:pic>
          <p:nvPicPr>
            <p:cNvPr id="2097159"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28" name="文本框 2"/>
            <p:cNvSpPr txBox="1"/>
            <p:nvPr/>
          </p:nvSpPr>
          <p:spPr>
            <a:xfrm>
              <a:off x="476332" y="332656"/>
              <a:ext cx="8354060" cy="521970"/>
            </a:xfrm>
            <a:prstGeom prst="rect">
              <a:avLst/>
            </a:prstGeom>
            <a:noFill/>
          </p:spPr>
          <p:txBody>
            <a:bodyPr wrap="none" rtlCol="0">
              <a:spAutoFit/>
            </a:bodyPr>
            <a:lstStyle/>
            <a:p>
              <a:pPr algn="l"/>
              <a:r>
                <a:rPr lang="zh-CN" altLang="en-US" sz="2800" b="1" dirty="0">
                  <a:solidFill>
                    <a:schemeClr val="bg1"/>
                  </a:solidFill>
                  <a:cs typeface="+mn-ea"/>
                  <a:sym typeface="+mn-lt"/>
                </a:rPr>
                <a:t>代码</a:t>
              </a:r>
              <a:r>
                <a:rPr lang="en-US" altLang="zh-CN" sz="2800" b="1" dirty="0">
                  <a:solidFill>
                    <a:schemeClr val="bg1"/>
                  </a:solidFill>
                  <a:cs typeface="+mn-ea"/>
                  <a:sym typeface="+mn-lt"/>
                </a:rPr>
                <a:t>		</a:t>
              </a:r>
              <a:r>
                <a:rPr lang="zh-CN" altLang="en-US" sz="2800" b="1" dirty="0">
                  <a:solidFill>
                    <a:schemeClr val="bg1"/>
                  </a:solidFill>
                  <a:cs typeface="+mn-ea"/>
                  <a:sym typeface="+mn-lt"/>
                </a:rPr>
                <a:t>图创建部分</a:t>
              </a:r>
              <a:r>
                <a:rPr lang="en-US" altLang="zh-CN" sz="2800" b="1" dirty="0">
                  <a:solidFill>
                    <a:schemeClr val="bg1"/>
                  </a:solidFill>
                  <a:cs typeface="+mn-ea"/>
                  <a:sym typeface="+mn-lt"/>
                </a:rPr>
                <a:t>		</a:t>
              </a:r>
              <a:r>
                <a:rPr lang="zh-CN" altLang="en-US" sz="2800" b="1" dirty="0">
                  <a:solidFill>
                    <a:schemeClr val="bg1"/>
                  </a:solidFill>
                  <a:cs typeface="+mn-ea"/>
                  <a:sym typeface="+mn-lt"/>
                </a:rPr>
                <a:t>void Graph(Map*M)</a:t>
              </a:r>
            </a:p>
          </p:txBody>
        </p:sp>
        <p:grpSp>
          <p:nvGrpSpPr>
            <p:cNvPr id="56" name="组合 40"/>
            <p:cNvGrpSpPr/>
            <p:nvPr/>
          </p:nvGrpSpPr>
          <p:grpSpPr>
            <a:xfrm rot="10800000" flipV="1">
              <a:off x="263352" y="984158"/>
              <a:ext cx="11745783" cy="45719"/>
              <a:chOff x="3182554" y="3904019"/>
              <a:chExt cx="5543625" cy="45719"/>
            </a:xfrm>
          </p:grpSpPr>
          <p:sp>
            <p:nvSpPr>
              <p:cNvPr id="1048629"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0"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31"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0"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2" name="文本框 1"/>
          <p:cNvSpPr txBox="1"/>
          <p:nvPr/>
        </p:nvSpPr>
        <p:spPr>
          <a:xfrm>
            <a:off x="263525" y="1052830"/>
            <a:ext cx="5835650" cy="4763135"/>
          </a:xfrm>
          <a:prstGeom prst="rect">
            <a:avLst/>
          </a:prstGeom>
          <a:noFill/>
        </p:spPr>
        <p:txBody>
          <a:bodyPr wrap="square" rtlCol="0">
            <a:spAutoFit/>
          </a:bodyPr>
          <a:lstStyle/>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for(</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=0; </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&lt;M-&gt;</a:t>
            </a:r>
            <a:r>
              <a:rPr sz="1600" dirty="0" err="1">
                <a:solidFill>
                  <a:schemeClr val="bg1">
                    <a:lumMod val="85000"/>
                  </a:schemeClr>
                </a:solidFill>
                <a:latin typeface="Consolas" panose="020B0609020204030204" charset="0"/>
                <a:cs typeface="Consolas" panose="020B0609020204030204" charset="0"/>
              </a:rPr>
              <a:t>nodecount</a:t>
            </a:r>
            <a:r>
              <a:rPr sz="1600" dirty="0">
                <a:solidFill>
                  <a:schemeClr val="bg1">
                    <a:lumMod val="85000"/>
                  </a:schemeClr>
                </a:solidFill>
                <a:latin typeface="Consolas" panose="020B0609020204030204" charset="0"/>
                <a:cs typeface="Consolas" panose="020B0609020204030204" charset="0"/>
              </a:rPr>
              <a:t>; </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r>
              <a:rPr sz="1400" dirty="0" err="1">
                <a:solidFill>
                  <a:schemeClr val="accent5">
                    <a:lumMod val="40000"/>
                    <a:lumOff val="60000"/>
                  </a:schemeClr>
                </a:solidFill>
                <a:latin typeface="Consolas" panose="020B0609020204030204" charset="0"/>
              </a:rPr>
              <a:t>fscanf</a:t>
            </a:r>
            <a:r>
              <a:rPr lang="en-US" sz="1600" dirty="0">
                <a:solidFill>
                  <a:schemeClr val="bg1">
                    <a:lumMod val="85000"/>
                  </a:schemeClr>
                </a:solidFill>
                <a:latin typeface="Consolas" panose="020B0609020204030204" charset="0"/>
              </a:rPr>
              <a:t>(</a:t>
            </a:r>
            <a:r>
              <a:rPr sz="1600" dirty="0" err="1">
                <a:solidFill>
                  <a:schemeClr val="bg1">
                    <a:lumMod val="85000"/>
                  </a:schemeClr>
                </a:solidFill>
                <a:latin typeface="Consolas" panose="020B0609020204030204" charset="0"/>
              </a:rPr>
              <a:t>f</a:t>
            </a:r>
            <a:r>
              <a:rPr sz="1600" dirty="0" err="1">
                <a:solidFill>
                  <a:schemeClr val="bg1">
                    <a:lumMod val="85000"/>
                  </a:schemeClr>
                </a:solidFill>
                <a:latin typeface="Consolas" panose="020B0609020204030204" charset="0"/>
                <a:cs typeface="Consolas" panose="020B0609020204030204" charset="0"/>
              </a:rPr>
              <a:t>p</a:t>
            </a:r>
            <a:r>
              <a:rPr sz="1600" dirty="0">
                <a:solidFill>
                  <a:schemeClr val="bg1">
                    <a:lumMod val="85000"/>
                  </a:schemeClr>
                </a:solidFill>
                <a:latin typeface="Consolas" panose="020B0609020204030204" charset="0"/>
                <a:cs typeface="Consolas" panose="020B0609020204030204" charset="0"/>
              </a:rPr>
              <a:t>,"%</a:t>
            </a:r>
            <a:r>
              <a:rPr sz="1600" dirty="0" err="1">
                <a:solidFill>
                  <a:schemeClr val="bg1">
                    <a:lumMod val="85000"/>
                  </a:schemeClr>
                </a:solidFill>
                <a:latin typeface="Consolas" panose="020B0609020204030204" charset="0"/>
                <a:cs typeface="Consolas" panose="020B0609020204030204" charset="0"/>
              </a:rPr>
              <a:t>s",&amp;M</a:t>
            </a:r>
            <a:r>
              <a:rPr sz="1600" dirty="0">
                <a:solidFill>
                  <a:schemeClr val="bg1">
                    <a:lumMod val="85000"/>
                  </a:schemeClr>
                </a:solidFill>
                <a:latin typeface="Consolas" panose="020B0609020204030204" charset="0"/>
                <a:cs typeface="Consolas" panose="020B0609020204030204" charset="0"/>
              </a:rPr>
              <a:t>-&gt;</a:t>
            </a:r>
            <a:r>
              <a:rPr sz="1600" dirty="0" err="1">
                <a:solidFill>
                  <a:schemeClr val="bg1">
                    <a:lumMod val="85000"/>
                  </a:schemeClr>
                </a:solidFill>
                <a:latin typeface="Consolas" panose="020B0609020204030204" charset="0"/>
                <a:cs typeface="Consolas" panose="020B0609020204030204" charset="0"/>
              </a:rPr>
              <a:t>nodename</a:t>
            </a:r>
            <a:r>
              <a:rPr sz="1600" dirty="0">
                <a:solidFill>
                  <a:schemeClr val="bg1">
                    <a:lumMod val="85000"/>
                  </a:schemeClr>
                </a:solidFill>
                <a:latin typeface="Consolas" panose="020B0609020204030204" charset="0"/>
                <a:cs typeface="Consolas" panose="020B0609020204030204" charset="0"/>
              </a:rPr>
              <a:t>[</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r>
              <a:rPr sz="1600" dirty="0" err="1">
                <a:solidFill>
                  <a:schemeClr val="bg1">
                    <a:lumMod val="85000"/>
                  </a:schemeClr>
                </a:solidFill>
                <a:latin typeface="Consolas" panose="020B0609020204030204" charset="0"/>
                <a:cs typeface="Consolas" panose="020B0609020204030204" charset="0"/>
              </a:rPr>
              <a:t>printf</a:t>
            </a:r>
            <a:r>
              <a:rPr sz="1600" dirty="0">
                <a:solidFill>
                  <a:schemeClr val="bg1">
                    <a:lumMod val="85000"/>
                  </a:schemeClr>
                </a:solidFill>
                <a:latin typeface="Consolas" panose="020B0609020204030204" charset="0"/>
                <a:cs typeface="Consolas" panose="020B0609020204030204" charset="0"/>
              </a:rPr>
              <a:t>("%</a:t>
            </a:r>
            <a:r>
              <a:rPr lang="en-US" altLang="zh-CN" sz="1400" dirty="0">
                <a:solidFill>
                  <a:schemeClr val="accent4">
                    <a:lumMod val="40000"/>
                    <a:lumOff val="60000"/>
                  </a:schemeClr>
                </a:solidFill>
                <a:latin typeface="Consolas" panose="020B0609020204030204" charset="0"/>
                <a:cs typeface="Consolas" panose="020B0609020204030204" charset="0"/>
              </a:rPr>
              <a:t>s</a:t>
            </a:r>
            <a:r>
              <a:rPr sz="1600" dirty="0">
                <a:solidFill>
                  <a:schemeClr val="bg1">
                    <a:lumMod val="85000"/>
                  </a:schemeClr>
                </a:solidFill>
                <a:latin typeface="Consolas" panose="020B0609020204030204" charset="0"/>
                <a:cs typeface="Consolas" panose="020B0609020204030204" charset="0"/>
              </a:rPr>
              <a:t>\</a:t>
            </a:r>
            <a:r>
              <a:rPr sz="1600" dirty="0" err="1">
                <a:solidFill>
                  <a:schemeClr val="bg1">
                    <a:lumMod val="85000"/>
                  </a:schemeClr>
                </a:solidFill>
                <a:latin typeface="Consolas" panose="020B0609020204030204" charset="0"/>
                <a:cs typeface="Consolas" panose="020B0609020204030204" charset="0"/>
              </a:rPr>
              <a:t>n",M</a:t>
            </a:r>
            <a:r>
              <a:rPr sz="1600" dirty="0">
                <a:solidFill>
                  <a:schemeClr val="bg1">
                    <a:lumMod val="85000"/>
                  </a:schemeClr>
                </a:solidFill>
                <a:latin typeface="Consolas" panose="020B0609020204030204" charset="0"/>
                <a:cs typeface="Consolas" panose="020B0609020204030204" charset="0"/>
              </a:rPr>
              <a:t>-&gt;</a:t>
            </a:r>
            <a:r>
              <a:rPr sz="1600" dirty="0" err="1">
                <a:solidFill>
                  <a:schemeClr val="bg1">
                    <a:lumMod val="85000"/>
                  </a:schemeClr>
                </a:solidFill>
                <a:latin typeface="Consolas" panose="020B0609020204030204" charset="0"/>
                <a:cs typeface="Consolas" panose="020B0609020204030204" charset="0"/>
              </a:rPr>
              <a:t>nodename</a:t>
            </a:r>
            <a:r>
              <a:rPr sz="1600" dirty="0">
                <a:solidFill>
                  <a:schemeClr val="bg1">
                    <a:lumMod val="85000"/>
                  </a:schemeClr>
                </a:solidFill>
                <a:latin typeface="Consolas" panose="020B0609020204030204" charset="0"/>
                <a:cs typeface="Consolas" panose="020B0609020204030204" charset="0"/>
              </a:rPr>
              <a:t>[</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r>
              <a:rPr lang="en-US" sz="1600" dirty="0">
                <a:solidFill>
                  <a:schemeClr val="bg1">
                    <a:lumMod val="85000"/>
                  </a:schemeClr>
                </a:solidFill>
                <a:latin typeface="Consolas" panose="020B0609020204030204" charset="0"/>
                <a:cs typeface="Consolas" panose="020B0609020204030204" charset="0"/>
              </a:rPr>
              <a:t>	</a:t>
            </a:r>
            <a:r>
              <a:rPr lang="en-US" altLang="zh-CN" sz="1600" dirty="0">
                <a:solidFill>
                  <a:schemeClr val="accent4">
                    <a:lumMod val="40000"/>
                    <a:lumOff val="60000"/>
                  </a:schemeClr>
                </a:solidFill>
                <a:latin typeface="Consolas" panose="020B0609020204030204" charset="0"/>
                <a:cs typeface="Consolas" panose="020B0609020204030204" charset="0"/>
              </a:rPr>
              <a:t>//</a:t>
            </a:r>
            <a:r>
              <a:rPr lang="en-US" altLang="zh-CN" sz="1600" dirty="0" err="1">
                <a:solidFill>
                  <a:schemeClr val="accent4">
                    <a:lumMod val="40000"/>
                    <a:lumOff val="60000"/>
                  </a:schemeClr>
                </a:solidFill>
                <a:latin typeface="Consolas" panose="020B0609020204030204" charset="0"/>
                <a:cs typeface="Consolas" panose="020B0609020204030204" charset="0"/>
              </a:rPr>
              <a:t>读取节点名称并打印</a:t>
            </a:r>
            <a:endParaRPr lang="en-US" altLang="zh-CN" sz="1600" dirty="0">
              <a:solidFill>
                <a:schemeClr val="accent4">
                  <a:lumMod val="40000"/>
                  <a:lumOff val="60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for(</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=0; </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&lt;M-&gt;</a:t>
            </a:r>
            <a:r>
              <a:rPr sz="1600" dirty="0" err="1">
                <a:solidFill>
                  <a:schemeClr val="bg1">
                    <a:lumMod val="85000"/>
                  </a:schemeClr>
                </a:solidFill>
                <a:latin typeface="Consolas" panose="020B0609020204030204" charset="0"/>
                <a:cs typeface="Consolas" panose="020B0609020204030204" charset="0"/>
              </a:rPr>
              <a:t>nodecount</a:t>
            </a:r>
            <a:r>
              <a:rPr sz="1600" dirty="0">
                <a:solidFill>
                  <a:schemeClr val="bg1">
                    <a:lumMod val="85000"/>
                  </a:schemeClr>
                </a:solidFill>
                <a:latin typeface="Consolas" panose="020B0609020204030204" charset="0"/>
                <a:cs typeface="Consolas" panose="020B0609020204030204" charset="0"/>
              </a:rPr>
              <a:t>; </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for(j=0; j&lt;M-&gt;</a:t>
            </a:r>
            <a:r>
              <a:rPr sz="1600" dirty="0" err="1">
                <a:solidFill>
                  <a:schemeClr val="bg1">
                    <a:lumMod val="85000"/>
                  </a:schemeClr>
                </a:solidFill>
                <a:latin typeface="Consolas" panose="020B0609020204030204" charset="0"/>
                <a:cs typeface="Consolas" panose="020B0609020204030204" charset="0"/>
              </a:rPr>
              <a:t>nodecount</a:t>
            </a:r>
            <a:r>
              <a:rPr sz="1600" dirty="0">
                <a:solidFill>
                  <a:schemeClr val="bg1">
                    <a:lumMod val="85000"/>
                  </a:schemeClr>
                </a:solidFill>
                <a:latin typeface="Consolas" panose="020B0609020204030204" charset="0"/>
                <a:cs typeface="Consolas" panose="020B0609020204030204" charset="0"/>
              </a:rPr>
              <a:t>; </a:t>
            </a:r>
            <a:r>
              <a:rPr sz="1600" dirty="0" err="1">
                <a:solidFill>
                  <a:schemeClr val="bg1">
                    <a:lumMod val="85000"/>
                  </a:schemeClr>
                </a:solidFill>
                <a:latin typeface="Consolas" panose="020B0609020204030204" charset="0"/>
                <a:cs typeface="Consolas" panose="020B0609020204030204" charset="0"/>
              </a:rPr>
              <a:t>j++</a:t>
            </a:r>
            <a:r>
              <a:rPr sz="1600" dirty="0">
                <a:solidFill>
                  <a:schemeClr val="bg1">
                    <a:lumMod val="85000"/>
                  </a:schemeClr>
                </a:solidFill>
                <a:latin typeface="Consolas" panose="020B0609020204030204" charset="0"/>
                <a:cs typeface="Consolas" panose="020B0609020204030204" charset="0"/>
              </a:rPr>
              <a:t>)</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M-&gt;distance[</a:t>
            </a:r>
            <a:r>
              <a:rPr sz="1600" dirty="0" err="1">
                <a:solidFill>
                  <a:schemeClr val="bg1">
                    <a:lumMod val="85000"/>
                  </a:schemeClr>
                </a:solidFill>
                <a:latin typeface="Consolas" panose="020B0609020204030204" charset="0"/>
                <a:cs typeface="Consolas" panose="020B0609020204030204" charset="0"/>
              </a:rPr>
              <a:t>i</a:t>
            </a:r>
            <a:r>
              <a:rPr sz="1600" dirty="0">
                <a:solidFill>
                  <a:schemeClr val="bg1">
                    <a:lumMod val="85000"/>
                  </a:schemeClr>
                </a:solidFill>
                <a:latin typeface="Consolas" panose="020B0609020204030204" charset="0"/>
                <a:cs typeface="Consolas" panose="020B0609020204030204" charset="0"/>
              </a:rPr>
              <a:t>][j]=0;</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rPr>
              <a:t>    }</a:t>
            </a:r>
            <a:r>
              <a:rPr lang="en-US" sz="1600" dirty="0">
                <a:solidFill>
                  <a:schemeClr val="bg1">
                    <a:lumMod val="85000"/>
                  </a:schemeClr>
                </a:solidFill>
                <a:latin typeface="Consolas" panose="020B0609020204030204" charset="0"/>
                <a:cs typeface="Consolas" panose="020B0609020204030204" charset="0"/>
              </a:rPr>
              <a:t>	</a:t>
            </a:r>
            <a:r>
              <a:rPr lang="en-US" altLang="zh-CN" sz="1600" dirty="0">
                <a:solidFill>
                  <a:schemeClr val="accent4">
                    <a:lumMod val="40000"/>
                    <a:lumOff val="60000"/>
                  </a:schemeClr>
                </a:solidFill>
                <a:latin typeface="Consolas" panose="020B0609020204030204" charset="0"/>
                <a:cs typeface="Consolas" panose="020B0609020204030204" charset="0"/>
              </a:rPr>
              <a:t>//</a:t>
            </a:r>
            <a:r>
              <a:rPr lang="en-US" altLang="zh-CN" sz="1600" dirty="0" err="1">
                <a:solidFill>
                  <a:schemeClr val="accent4">
                    <a:lumMod val="40000"/>
                    <a:lumOff val="60000"/>
                  </a:schemeClr>
                </a:solidFill>
                <a:latin typeface="Consolas" panose="020B0609020204030204" charset="0"/>
                <a:cs typeface="Consolas" panose="020B0609020204030204" charset="0"/>
              </a:rPr>
              <a:t>初始化两个节点的距离</a:t>
            </a:r>
            <a:endParaRPr sz="1600" dirty="0">
              <a:solidFill>
                <a:schemeClr val="bg1">
                  <a:lumMod val="85000"/>
                </a:schemeClr>
              </a:solidFill>
              <a:latin typeface="Consolas" panose="020B0609020204030204" charset="0"/>
              <a:cs typeface="Consolas" panose="020B0609020204030204" charset="0"/>
            </a:endParaRPr>
          </a:p>
          <a:p>
            <a:pPr algn="l">
              <a:lnSpc>
                <a:spcPct val="130000"/>
              </a:lnSpc>
            </a:pPr>
            <a:r>
              <a:rPr lang="zh-CN" altLang="en-US" sz="1200" dirty="0">
                <a:latin typeface="Consolas" panose="020B0609020204030204" charset="0"/>
                <a:ea typeface="微软雅黑" panose="020B0503020204020204" pitchFamily="34" charset="-122"/>
                <a:cs typeface="Consolas" panose="020B0609020204030204" charset="0"/>
              </a:rPr>
              <a:t>    </a:t>
            </a:r>
          </a:p>
        </p:txBody>
      </p:sp>
      <p:sp>
        <p:nvSpPr>
          <p:cNvPr id="4" name="文本框 3"/>
          <p:cNvSpPr txBox="1"/>
          <p:nvPr/>
        </p:nvSpPr>
        <p:spPr>
          <a:xfrm>
            <a:off x="4988560" y="984250"/>
            <a:ext cx="7372350" cy="6369685"/>
          </a:xfrm>
          <a:prstGeom prst="rect">
            <a:avLst/>
          </a:prstGeom>
          <a:noFill/>
        </p:spPr>
        <p:txBody>
          <a:bodyPr wrap="square" rtlCol="0">
            <a:spAutoFit/>
          </a:bodyPr>
          <a:lstStyle/>
          <a:p>
            <a:pPr algn="l" defTabSz="684530">
              <a:lnSpc>
                <a:spcPct val="150000"/>
              </a:lnSpc>
              <a:buClrTx/>
              <a:buSzTx/>
              <a:buFont typeface="Arial" panose="020B0604020202020204" pitchFamily="34" charset="0"/>
            </a:pPr>
            <a:r>
              <a:rPr sz="1600" dirty="0" err="1">
                <a:solidFill>
                  <a:schemeClr val="bg1">
                    <a:lumMod val="85000"/>
                  </a:schemeClr>
                </a:solidFill>
                <a:latin typeface="Consolas" panose="020B0609020204030204" charset="0"/>
                <a:cs typeface="Consolas" panose="020B0609020204030204" charset="0"/>
              </a:rPr>
              <a:t>printf</a:t>
            </a:r>
            <a:r>
              <a:rPr sz="1600" dirty="0">
                <a:solidFill>
                  <a:schemeClr val="bg1">
                    <a:lumMod val="85000"/>
                  </a:schemeClr>
                </a:solidFill>
                <a:latin typeface="Consolas" panose="020B0609020204030204" charset="0"/>
                <a:cs typeface="Consolas" panose="020B0609020204030204" charset="0"/>
              </a:rPr>
              <a:t>("</a:t>
            </a:r>
            <a:r>
              <a:rPr lang="en-US" altLang="zh-CN" sz="1600" dirty="0" err="1">
                <a:solidFill>
                  <a:schemeClr val="accent4">
                    <a:lumMod val="40000"/>
                    <a:lumOff val="60000"/>
                  </a:schemeClr>
                </a:solidFill>
                <a:latin typeface="Consolas" panose="020B0609020204030204" charset="0"/>
                <a:cs typeface="Consolas" panose="020B0609020204030204" charset="0"/>
              </a:rPr>
              <a:t>所有边的</a:t>
            </a:r>
            <a:r>
              <a:rPr lang="en-US" altLang="zh-CN" sz="1600" dirty="0" err="1">
                <a:solidFill>
                  <a:schemeClr val="accent4">
                    <a:lumMod val="40000"/>
                    <a:lumOff val="60000"/>
                  </a:schemeClr>
                </a:solidFill>
                <a:latin typeface="Consolas" panose="020B0609020204030204" charset="0"/>
                <a:cs typeface="Consolas" panose="020B0609020204030204" charset="0"/>
                <a:sym typeface="+mn-ea"/>
              </a:rPr>
              <a:t>信息</a:t>
            </a:r>
            <a:r>
              <a:rPr lang="en-US" altLang="zh-CN" sz="1600" dirty="0">
                <a:solidFill>
                  <a:schemeClr val="accent4">
                    <a:lumMod val="40000"/>
                    <a:lumOff val="60000"/>
                  </a:schemeClr>
                </a:solidFill>
                <a:latin typeface="Consolas" panose="020B0609020204030204" charset="0"/>
                <a:cs typeface="Consolas" panose="020B0609020204030204" charset="0"/>
                <a:sym typeface="+mn-ea"/>
              </a:rPr>
              <a:t>：</a:t>
            </a:r>
            <a:r>
              <a:rPr sz="1600" dirty="0">
                <a:solidFill>
                  <a:schemeClr val="bg1">
                    <a:lumMod val="85000"/>
                  </a:schemeClr>
                </a:solidFill>
                <a:latin typeface="Consolas" panose="020B0609020204030204" charset="0"/>
                <a:cs typeface="Consolas" panose="020B0609020204030204" charset="0"/>
                <a:sym typeface="+mn-ea"/>
              </a:rPr>
              <a:t>\n");</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for(k=0; k&lt;M-&gt;</a:t>
            </a:r>
            <a:r>
              <a:rPr sz="1600" dirty="0" err="1">
                <a:solidFill>
                  <a:schemeClr val="bg1">
                    <a:lumMod val="85000"/>
                  </a:schemeClr>
                </a:solidFill>
                <a:latin typeface="Consolas" panose="020B0609020204030204" charset="0"/>
                <a:cs typeface="Consolas" panose="020B0609020204030204" charset="0"/>
                <a:sym typeface="+mn-ea"/>
              </a:rPr>
              <a:t>edgecount</a:t>
            </a:r>
            <a:r>
              <a:rPr sz="1600" dirty="0">
                <a:solidFill>
                  <a:schemeClr val="bg1">
                    <a:lumMod val="85000"/>
                  </a:schemeClr>
                </a:solidFill>
                <a:latin typeface="Consolas" panose="020B0609020204030204" charset="0"/>
                <a:cs typeface="Consolas" panose="020B0609020204030204" charset="0"/>
                <a:sym typeface="+mn-ea"/>
              </a:rPr>
              <a:t>; k++)</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r>
              <a:rPr sz="1600" dirty="0" err="1">
                <a:solidFill>
                  <a:schemeClr val="accent5">
                    <a:lumMod val="40000"/>
                    <a:lumOff val="60000"/>
                  </a:schemeClr>
                </a:solidFill>
                <a:latin typeface="Consolas" panose="020B0609020204030204" charset="0"/>
                <a:sym typeface="+mn-ea"/>
              </a:rPr>
              <a:t>fscanf</a:t>
            </a:r>
            <a:r>
              <a:rPr sz="1600" dirty="0">
                <a:solidFill>
                  <a:schemeClr val="bg1">
                    <a:lumMod val="85000"/>
                  </a:schemeClr>
                </a:solidFill>
                <a:latin typeface="Consolas" panose="020B0609020204030204" charset="0"/>
                <a:cs typeface="Consolas" panose="020B0609020204030204" charset="0"/>
                <a:sym typeface="+mn-ea"/>
              </a:rPr>
              <a:t>(</a:t>
            </a:r>
            <a:r>
              <a:rPr sz="1600" dirty="0" err="1">
                <a:solidFill>
                  <a:schemeClr val="bg1">
                    <a:lumMod val="85000"/>
                  </a:schemeClr>
                </a:solidFill>
                <a:latin typeface="Consolas" panose="020B0609020204030204" charset="0"/>
                <a:cs typeface="Consolas" panose="020B0609020204030204" charset="0"/>
                <a:sym typeface="+mn-ea"/>
              </a:rPr>
              <a:t>fp</a:t>
            </a:r>
            <a:r>
              <a:rPr sz="1600" dirty="0">
                <a:solidFill>
                  <a:schemeClr val="bg1">
                    <a:lumMod val="85000"/>
                  </a:schemeClr>
                </a:solidFill>
                <a:latin typeface="Consolas" panose="020B0609020204030204" charset="0"/>
                <a:cs typeface="Consolas" panose="020B0609020204030204" charset="0"/>
                <a:sym typeface="+mn-ea"/>
              </a:rPr>
              <a:t>,"%d %d",&amp;</a:t>
            </a:r>
            <a:r>
              <a:rPr sz="1600" dirty="0" err="1">
                <a:solidFill>
                  <a:schemeClr val="bg1">
                    <a:lumMod val="85000"/>
                  </a:schemeClr>
                </a:solidFill>
                <a:latin typeface="Consolas" panose="020B0609020204030204" charset="0"/>
                <a:cs typeface="Consolas" panose="020B0609020204030204" charset="0"/>
                <a:sym typeface="+mn-ea"/>
              </a:rPr>
              <a:t>i</a:t>
            </a:r>
            <a:r>
              <a:rPr sz="1600" dirty="0">
                <a:solidFill>
                  <a:schemeClr val="bg1">
                    <a:lumMod val="85000"/>
                  </a:schemeClr>
                </a:solidFill>
                <a:latin typeface="Consolas" panose="020B0609020204030204" charset="0"/>
                <a:cs typeface="Consolas" panose="020B0609020204030204" charset="0"/>
                <a:sym typeface="+mn-ea"/>
              </a:rPr>
              <a:t>,&amp;j);</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r>
              <a:rPr sz="1600" dirty="0" err="1">
                <a:solidFill>
                  <a:schemeClr val="accent5">
                    <a:lumMod val="40000"/>
                    <a:lumOff val="60000"/>
                  </a:schemeClr>
                </a:solidFill>
                <a:latin typeface="Consolas" panose="020B0609020204030204" charset="0"/>
                <a:sym typeface="+mn-ea"/>
              </a:rPr>
              <a:t>fscanf</a:t>
            </a:r>
            <a:r>
              <a:rPr sz="1600" dirty="0">
                <a:solidFill>
                  <a:schemeClr val="bg1">
                    <a:lumMod val="85000"/>
                  </a:schemeClr>
                </a:solidFill>
                <a:latin typeface="Consolas" panose="020B0609020204030204" charset="0"/>
                <a:cs typeface="Consolas" panose="020B0609020204030204" charset="0"/>
                <a:sym typeface="+mn-ea"/>
              </a:rPr>
              <a:t>(</a:t>
            </a:r>
            <a:r>
              <a:rPr sz="1600" dirty="0" err="1">
                <a:solidFill>
                  <a:schemeClr val="bg1">
                    <a:lumMod val="85000"/>
                  </a:schemeClr>
                </a:solidFill>
                <a:latin typeface="Consolas" panose="020B0609020204030204" charset="0"/>
                <a:cs typeface="Consolas" panose="020B0609020204030204" charset="0"/>
                <a:sym typeface="+mn-ea"/>
              </a:rPr>
              <a:t>fp</a:t>
            </a:r>
            <a:r>
              <a:rPr sz="1600" dirty="0">
                <a:solidFill>
                  <a:schemeClr val="bg1">
                    <a:lumMod val="85000"/>
                  </a:schemeClr>
                </a:solidFill>
                <a:latin typeface="Consolas" panose="020B0609020204030204" charset="0"/>
                <a:cs typeface="Consolas" panose="020B0609020204030204" charset="0"/>
                <a:sym typeface="+mn-ea"/>
              </a:rPr>
              <a:t>,"%</a:t>
            </a:r>
            <a:r>
              <a:rPr sz="1600" dirty="0" err="1">
                <a:solidFill>
                  <a:schemeClr val="bg1">
                    <a:lumMod val="85000"/>
                  </a:schemeClr>
                </a:solidFill>
                <a:latin typeface="Consolas" panose="020B0609020204030204" charset="0"/>
                <a:cs typeface="Consolas" panose="020B0609020204030204" charset="0"/>
                <a:sym typeface="+mn-ea"/>
              </a:rPr>
              <a:t>d",&amp;M</a:t>
            </a:r>
            <a:r>
              <a:rPr sz="1600" dirty="0">
                <a:solidFill>
                  <a:schemeClr val="bg1">
                    <a:lumMod val="85000"/>
                  </a:schemeClr>
                </a:solidFill>
                <a:latin typeface="Consolas" panose="020B0609020204030204" charset="0"/>
                <a:cs typeface="Consolas" panose="020B0609020204030204" charset="0"/>
                <a:sym typeface="+mn-ea"/>
              </a:rPr>
              <a:t>-&gt;distance[i-1][j-1]);</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M-&gt;distance[j-1][i-1]=M-&gt;distance[i-1][j-1];</a:t>
            </a:r>
            <a:r>
              <a:rPr lang="en-US" sz="1600" dirty="0">
                <a:solidFill>
                  <a:schemeClr val="bg1">
                    <a:lumMod val="85000"/>
                  </a:schemeClr>
                </a:solidFill>
                <a:latin typeface="Consolas" panose="020B0609020204030204" charset="0"/>
                <a:cs typeface="Consolas" panose="020B0609020204030204" charset="0"/>
                <a:sym typeface="+mn-ea"/>
              </a:rPr>
              <a:t>	</a:t>
            </a:r>
          </a:p>
          <a:p>
            <a:pPr algn="l" defTabSz="684530">
              <a:lnSpc>
                <a:spcPct val="150000"/>
              </a:lnSpc>
              <a:buClrTx/>
              <a:buSzTx/>
              <a:buFont typeface="Arial" panose="020B0604020202020204" pitchFamily="34" charset="0"/>
            </a:pPr>
            <a:r>
              <a:rPr lang="en-US" sz="1600" dirty="0">
                <a:solidFill>
                  <a:schemeClr val="bg1">
                    <a:lumMod val="85000"/>
                  </a:schemeClr>
                </a:solidFill>
                <a:latin typeface="Consolas" panose="020B0609020204030204" charset="0"/>
                <a:cs typeface="Consolas" panose="020B0609020204030204" charset="0"/>
                <a:sym typeface="+mn-ea"/>
              </a:rPr>
              <a:t>						</a:t>
            </a:r>
            <a:r>
              <a:rPr lang="en-US" altLang="zh-CN" sz="1600" dirty="0">
                <a:solidFill>
                  <a:schemeClr val="accent4">
                    <a:lumMod val="40000"/>
                    <a:lumOff val="60000"/>
                  </a:schemeClr>
                </a:solidFill>
                <a:latin typeface="Consolas" panose="020B0609020204030204" charset="0"/>
                <a:cs typeface="Consolas" panose="020B0609020204030204" charset="0"/>
                <a:sym typeface="+mn-ea"/>
              </a:rPr>
              <a:t>//</a:t>
            </a:r>
            <a:r>
              <a:rPr lang="en-US" altLang="zh-CN" sz="1600" dirty="0" err="1">
                <a:solidFill>
                  <a:schemeClr val="accent4">
                    <a:lumMod val="40000"/>
                    <a:lumOff val="60000"/>
                  </a:schemeClr>
                </a:solidFill>
                <a:latin typeface="Consolas" panose="020B0609020204030204" charset="0"/>
                <a:cs typeface="Consolas" panose="020B0609020204030204" charset="0"/>
                <a:sym typeface="+mn-ea"/>
              </a:rPr>
              <a:t>构建无向图</a:t>
            </a:r>
            <a:endParaRPr lang="en-US" altLang="zh-CN" sz="1600" dirty="0">
              <a:solidFill>
                <a:schemeClr val="accent4">
                  <a:lumMod val="40000"/>
                  <a:lumOff val="60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r>
              <a:rPr lang="en-US" sz="1600" dirty="0">
                <a:solidFill>
                  <a:schemeClr val="bg1">
                    <a:lumMod val="85000"/>
                  </a:schemeClr>
                </a:solidFill>
                <a:latin typeface="Consolas" panose="020B0609020204030204" charset="0"/>
                <a:cs typeface="Consolas" panose="020B0609020204030204" charset="0"/>
                <a:sym typeface="+mn-ea"/>
              </a:rPr>
              <a:t>	</a:t>
            </a:r>
            <a:r>
              <a:rPr lang="en-US" altLang="zh-CN" sz="1600" dirty="0">
                <a:solidFill>
                  <a:schemeClr val="accent4">
                    <a:lumMod val="40000"/>
                    <a:lumOff val="60000"/>
                  </a:schemeClr>
                </a:solidFill>
                <a:latin typeface="Consolas" panose="020B0609020204030204" charset="0"/>
                <a:cs typeface="Consolas" panose="020B0609020204030204" charset="0"/>
                <a:sym typeface="+mn-ea"/>
              </a:rPr>
              <a:t>//</a:t>
            </a:r>
            <a:r>
              <a:rPr lang="en-US" altLang="zh-CN" sz="1600" dirty="0" err="1">
                <a:solidFill>
                  <a:schemeClr val="accent4">
                    <a:lumMod val="40000"/>
                    <a:lumOff val="60000"/>
                  </a:schemeClr>
                </a:solidFill>
                <a:latin typeface="Consolas" panose="020B0609020204030204" charset="0"/>
                <a:cs typeface="Consolas" panose="020B0609020204030204" charset="0"/>
                <a:sym typeface="+mn-ea"/>
              </a:rPr>
              <a:t>读取图中各边的信息</a:t>
            </a:r>
            <a:endParaRPr lang="en-US" altLang="zh-CN" sz="1600" dirty="0">
              <a:solidFill>
                <a:schemeClr val="accent4">
                  <a:lumMod val="40000"/>
                  <a:lumOff val="60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for(</a:t>
            </a:r>
            <a:r>
              <a:rPr sz="1600" dirty="0" err="1">
                <a:solidFill>
                  <a:schemeClr val="bg1">
                    <a:lumMod val="85000"/>
                  </a:schemeClr>
                </a:solidFill>
                <a:latin typeface="Consolas" panose="020B0609020204030204" charset="0"/>
                <a:cs typeface="Consolas" panose="020B0609020204030204" charset="0"/>
                <a:sym typeface="+mn-ea"/>
              </a:rPr>
              <a:t>i</a:t>
            </a:r>
            <a:r>
              <a:rPr sz="1600" dirty="0">
                <a:solidFill>
                  <a:schemeClr val="bg1">
                    <a:lumMod val="85000"/>
                  </a:schemeClr>
                </a:solidFill>
                <a:latin typeface="Consolas" panose="020B0609020204030204" charset="0"/>
                <a:cs typeface="Consolas" panose="020B0609020204030204" charset="0"/>
                <a:sym typeface="+mn-ea"/>
              </a:rPr>
              <a:t>=0; </a:t>
            </a:r>
            <a:r>
              <a:rPr sz="1600" dirty="0" err="1">
                <a:solidFill>
                  <a:schemeClr val="bg1">
                    <a:lumMod val="85000"/>
                  </a:schemeClr>
                </a:solidFill>
                <a:latin typeface="Consolas" panose="020B0609020204030204" charset="0"/>
                <a:cs typeface="Consolas" panose="020B0609020204030204" charset="0"/>
                <a:sym typeface="+mn-ea"/>
              </a:rPr>
              <a:t>i</a:t>
            </a:r>
            <a:r>
              <a:rPr sz="1600" dirty="0">
                <a:solidFill>
                  <a:schemeClr val="bg1">
                    <a:lumMod val="85000"/>
                  </a:schemeClr>
                </a:solidFill>
                <a:latin typeface="Consolas" panose="020B0609020204030204" charset="0"/>
                <a:cs typeface="Consolas" panose="020B0609020204030204" charset="0"/>
                <a:sym typeface="+mn-ea"/>
              </a:rPr>
              <a:t>&lt;M-&gt;</a:t>
            </a:r>
            <a:r>
              <a:rPr sz="1600" dirty="0" err="1">
                <a:solidFill>
                  <a:schemeClr val="bg1">
                    <a:lumMod val="85000"/>
                  </a:schemeClr>
                </a:solidFill>
                <a:latin typeface="Consolas" panose="020B0609020204030204" charset="0"/>
                <a:cs typeface="Consolas" panose="020B0609020204030204" charset="0"/>
                <a:sym typeface="+mn-ea"/>
              </a:rPr>
              <a:t>nodecount</a:t>
            </a:r>
            <a:r>
              <a:rPr sz="1600" dirty="0">
                <a:solidFill>
                  <a:schemeClr val="bg1">
                    <a:lumMod val="85000"/>
                  </a:schemeClr>
                </a:solidFill>
                <a:latin typeface="Consolas" panose="020B0609020204030204" charset="0"/>
                <a:cs typeface="Consolas" panose="020B0609020204030204" charset="0"/>
                <a:sym typeface="+mn-ea"/>
              </a:rPr>
              <a:t>; </a:t>
            </a:r>
            <a:r>
              <a:rPr sz="1600" dirty="0" err="1">
                <a:solidFill>
                  <a:schemeClr val="bg1">
                    <a:lumMod val="85000"/>
                  </a:schemeClr>
                </a:solidFill>
                <a:latin typeface="Consolas" panose="020B0609020204030204" charset="0"/>
                <a:cs typeface="Consolas" panose="020B0609020204030204" charset="0"/>
                <a:sym typeface="+mn-ea"/>
              </a:rPr>
              <a:t>i</a:t>
            </a:r>
            <a:r>
              <a:rPr sz="1600" dirty="0">
                <a:solidFill>
                  <a:schemeClr val="bg1">
                    <a:lumMod val="85000"/>
                  </a:schemeClr>
                </a:solidFill>
                <a:latin typeface="Consolas" panose="020B0609020204030204" charset="0"/>
                <a:cs typeface="Consolas" panose="020B0609020204030204" charset="0"/>
                <a:sym typeface="+mn-ea"/>
              </a:rPr>
              <a:t>++)</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for(j=0; j&lt;M-&gt;</a:t>
            </a:r>
            <a:r>
              <a:rPr sz="1600" dirty="0" err="1">
                <a:solidFill>
                  <a:schemeClr val="bg1">
                    <a:lumMod val="85000"/>
                  </a:schemeClr>
                </a:solidFill>
                <a:latin typeface="Consolas" panose="020B0609020204030204" charset="0"/>
                <a:cs typeface="Consolas" panose="020B0609020204030204" charset="0"/>
                <a:sym typeface="+mn-ea"/>
              </a:rPr>
              <a:t>nodecount</a:t>
            </a:r>
            <a:r>
              <a:rPr sz="1600" dirty="0">
                <a:solidFill>
                  <a:schemeClr val="bg1">
                    <a:lumMod val="85000"/>
                  </a:schemeClr>
                </a:solidFill>
                <a:latin typeface="Consolas" panose="020B0609020204030204" charset="0"/>
                <a:cs typeface="Consolas" panose="020B0609020204030204" charset="0"/>
                <a:sym typeface="+mn-ea"/>
              </a:rPr>
              <a:t>; </a:t>
            </a:r>
            <a:r>
              <a:rPr sz="1600" dirty="0" err="1">
                <a:solidFill>
                  <a:schemeClr val="bg1">
                    <a:lumMod val="85000"/>
                  </a:schemeClr>
                </a:solidFill>
                <a:latin typeface="Consolas" panose="020B0609020204030204" charset="0"/>
                <a:cs typeface="Consolas" panose="020B0609020204030204" charset="0"/>
                <a:sym typeface="+mn-ea"/>
              </a:rPr>
              <a:t>j++</a:t>
            </a:r>
            <a:r>
              <a:rPr sz="1600" dirty="0">
                <a:solidFill>
                  <a:schemeClr val="bg1">
                    <a:lumMod val="85000"/>
                  </a:schemeClr>
                </a:solidFill>
                <a:latin typeface="Consolas" panose="020B0609020204030204" charset="0"/>
                <a:cs typeface="Consolas" panose="020B0609020204030204" charset="0"/>
                <a:sym typeface="+mn-ea"/>
              </a:rPr>
              <a:t>)</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r>
              <a:rPr sz="1600" dirty="0" err="1">
                <a:solidFill>
                  <a:schemeClr val="bg1">
                    <a:lumMod val="85000"/>
                  </a:schemeClr>
                </a:solidFill>
                <a:latin typeface="Consolas" panose="020B0609020204030204" charset="0"/>
                <a:cs typeface="Consolas" panose="020B0609020204030204" charset="0"/>
                <a:sym typeface="+mn-ea"/>
              </a:rPr>
              <a:t>printf</a:t>
            </a:r>
            <a:r>
              <a:rPr sz="1600" dirty="0">
                <a:solidFill>
                  <a:schemeClr val="bg1">
                    <a:lumMod val="85000"/>
                  </a:schemeClr>
                </a:solidFill>
                <a:latin typeface="Consolas" panose="020B0609020204030204" charset="0"/>
                <a:cs typeface="Consolas" panose="020B0609020204030204" charset="0"/>
                <a:sym typeface="+mn-ea"/>
              </a:rPr>
              <a:t>("%d ",M-&gt;distance[</a:t>
            </a:r>
            <a:r>
              <a:rPr sz="1600" dirty="0" err="1">
                <a:solidFill>
                  <a:schemeClr val="bg1">
                    <a:lumMod val="85000"/>
                  </a:schemeClr>
                </a:solidFill>
                <a:latin typeface="Consolas" panose="020B0609020204030204" charset="0"/>
                <a:cs typeface="Consolas" panose="020B0609020204030204" charset="0"/>
                <a:sym typeface="+mn-ea"/>
              </a:rPr>
              <a:t>i</a:t>
            </a:r>
            <a:r>
              <a:rPr sz="1600" dirty="0">
                <a:solidFill>
                  <a:schemeClr val="bg1">
                    <a:lumMod val="85000"/>
                  </a:schemeClr>
                </a:solidFill>
                <a:latin typeface="Consolas" panose="020B0609020204030204" charset="0"/>
                <a:cs typeface="Consolas" panose="020B0609020204030204" charset="0"/>
                <a:sym typeface="+mn-ea"/>
              </a:rPr>
              <a:t>][j]);</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r>
              <a:rPr sz="1600" dirty="0" err="1">
                <a:solidFill>
                  <a:schemeClr val="bg1">
                    <a:lumMod val="85000"/>
                  </a:schemeClr>
                </a:solidFill>
                <a:latin typeface="Consolas" panose="020B0609020204030204" charset="0"/>
                <a:cs typeface="Consolas" panose="020B0609020204030204" charset="0"/>
                <a:sym typeface="+mn-ea"/>
              </a:rPr>
              <a:t>printf</a:t>
            </a:r>
            <a:r>
              <a:rPr sz="1600" dirty="0">
                <a:solidFill>
                  <a:schemeClr val="bg1">
                    <a:lumMod val="85000"/>
                  </a:schemeClr>
                </a:solidFill>
                <a:latin typeface="Consolas" panose="020B0609020204030204" charset="0"/>
                <a:cs typeface="Consolas" panose="020B0609020204030204" charset="0"/>
                <a:sym typeface="+mn-ea"/>
              </a:rPr>
              <a:t>("\n");</a:t>
            </a:r>
            <a:endParaRPr sz="1600" dirty="0">
              <a:solidFill>
                <a:schemeClr val="bg1">
                  <a:lumMod val="85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r>
              <a:rPr sz="1600" dirty="0">
                <a:solidFill>
                  <a:schemeClr val="bg1">
                    <a:lumMod val="85000"/>
                  </a:schemeClr>
                </a:solidFill>
                <a:latin typeface="Consolas" panose="020B0609020204030204" charset="0"/>
                <a:cs typeface="Consolas" panose="020B0609020204030204" charset="0"/>
                <a:sym typeface="+mn-ea"/>
              </a:rPr>
              <a:t>    }</a:t>
            </a:r>
            <a:r>
              <a:rPr lang="en-US" sz="1600" dirty="0">
                <a:solidFill>
                  <a:schemeClr val="bg1">
                    <a:lumMod val="85000"/>
                  </a:schemeClr>
                </a:solidFill>
                <a:latin typeface="Consolas" panose="020B0609020204030204" charset="0"/>
                <a:cs typeface="Consolas" panose="020B0609020204030204" charset="0"/>
                <a:sym typeface="+mn-ea"/>
              </a:rPr>
              <a:t>	</a:t>
            </a:r>
            <a:r>
              <a:rPr lang="en-US" altLang="zh-CN" sz="1600" dirty="0">
                <a:solidFill>
                  <a:schemeClr val="accent4">
                    <a:lumMod val="40000"/>
                    <a:lumOff val="60000"/>
                  </a:schemeClr>
                </a:solidFill>
                <a:latin typeface="Consolas" panose="020B0609020204030204" charset="0"/>
                <a:cs typeface="Consolas" panose="020B0609020204030204" charset="0"/>
                <a:sym typeface="+mn-ea"/>
              </a:rPr>
              <a:t>//</a:t>
            </a:r>
            <a:r>
              <a:rPr lang="en-US" altLang="zh-CN" sz="1600" dirty="0" err="1">
                <a:solidFill>
                  <a:schemeClr val="accent4">
                    <a:lumMod val="40000"/>
                    <a:lumOff val="60000"/>
                  </a:schemeClr>
                </a:solidFill>
                <a:latin typeface="Consolas" panose="020B0609020204030204" charset="0"/>
                <a:cs typeface="Consolas" panose="020B0609020204030204" charset="0"/>
                <a:sym typeface="+mn-ea"/>
              </a:rPr>
              <a:t>打印邻接矩阵</a:t>
            </a:r>
            <a:endParaRPr lang="en-US" altLang="zh-CN" sz="1600" dirty="0">
              <a:solidFill>
                <a:schemeClr val="accent4">
                  <a:lumMod val="40000"/>
                  <a:lumOff val="60000"/>
                </a:schemeClr>
              </a:solidFill>
              <a:latin typeface="Consolas" panose="020B0609020204030204" charset="0"/>
              <a:cs typeface="Consolas" panose="020B0609020204030204" charset="0"/>
            </a:endParaRPr>
          </a:p>
          <a:p>
            <a:pPr algn="l" defTabSz="684530">
              <a:lnSpc>
                <a:spcPct val="150000"/>
              </a:lnSpc>
              <a:buClrTx/>
              <a:buSzTx/>
              <a:buFont typeface="Arial" panose="020B0604020202020204" pitchFamily="34" charset="0"/>
            </a:pPr>
            <a:endParaRPr sz="1600" dirty="0">
              <a:solidFill>
                <a:schemeClr val="bg1">
                  <a:lumMod val="85000"/>
                </a:schemeClr>
              </a:solidFill>
              <a:latin typeface="Consolas" panose="020B0609020204030204" charset="0"/>
              <a:cs typeface="Consolas" panose="020B060902020403020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9062720" cy="953135"/>
            </a:xfrm>
            <a:prstGeom prst="rect">
              <a:avLst/>
            </a:prstGeom>
            <a:noFill/>
          </p:spPr>
          <p:txBody>
            <a:bodyPr wrap="square" rtlCol="0">
              <a:spAutoFit/>
            </a:bodyPr>
            <a:lstStyle/>
            <a:p>
              <a:pPr algn="l">
                <a:buClrTx/>
                <a:buSzTx/>
                <a:buFontTx/>
              </a:pPr>
              <a:r>
                <a:rPr lang="zh-CN" altLang="en-US" sz="2800" b="1" dirty="0">
                  <a:solidFill>
                    <a:schemeClr val="bg1"/>
                  </a:solidFill>
                  <a:cs typeface="+mn-ea"/>
                  <a:sym typeface="+mn-lt"/>
                </a:rPr>
                <a:t>代码</a:t>
              </a:r>
              <a:r>
                <a:rPr lang="en-US" altLang="zh-CN" sz="2800" b="1" dirty="0">
                  <a:solidFill>
                    <a:schemeClr val="bg1"/>
                  </a:solidFill>
                  <a:cs typeface="+mn-ea"/>
                  <a:sym typeface="+mn-lt"/>
                </a:rPr>
                <a:t>		DFS		void DFS(Map*M,int v)</a:t>
              </a:r>
              <a:endParaRPr lang="en-US" altLang="zh-CN" sz="2800" b="1" dirty="0">
                <a:solidFill>
                  <a:schemeClr val="bg1"/>
                </a:solidFill>
                <a:latin typeface="+mn-lt"/>
                <a:ea typeface="+mn-ea"/>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340360" y="1070610"/>
            <a:ext cx="11377930" cy="5446395"/>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600" dirty="0">
                <a:solidFill>
                  <a:schemeClr val="bg1">
                    <a:lumMod val="85000"/>
                  </a:schemeClr>
                </a:solidFill>
                <a:latin typeface="Consolas" panose="020B0609020204030204" charset="0"/>
                <a:ea typeface="+mn-ea"/>
                <a:cs typeface="Consolas" panose="020B0609020204030204" charset="0"/>
                <a:sym typeface="+mn-lt"/>
              </a:rPr>
              <a:t>   </a:t>
            </a:r>
            <a:r>
              <a:rPr sz="2000" dirty="0">
                <a:solidFill>
                  <a:schemeClr val="bg1">
                    <a:lumMod val="85000"/>
                  </a:schemeClr>
                </a:solidFill>
                <a:latin typeface="Consolas" panose="020B0609020204030204" charset="0"/>
                <a:ea typeface="+mn-ea"/>
                <a:cs typeface="Consolas" panose="020B0609020204030204" charset="0"/>
                <a:sym typeface="+mn-lt"/>
              </a:rPr>
              <a:t> </a:t>
            </a:r>
            <a:r>
              <a:rPr sz="2000" dirty="0" err="1">
                <a:solidFill>
                  <a:schemeClr val="bg1">
                    <a:lumMod val="85000"/>
                  </a:schemeClr>
                </a:solidFill>
                <a:latin typeface="Consolas" panose="020B0609020204030204" charset="0"/>
                <a:ea typeface="+mn-ea"/>
                <a:cs typeface="Consolas" panose="020B0609020204030204" charset="0"/>
                <a:sym typeface="+mn-lt"/>
              </a:rPr>
              <a:t>printf</a:t>
            </a:r>
            <a:r>
              <a:rPr sz="2000" dirty="0">
                <a:solidFill>
                  <a:schemeClr val="bg1">
                    <a:lumMod val="85000"/>
                  </a:schemeClr>
                </a:solidFill>
                <a:latin typeface="Consolas" panose="020B0609020204030204" charset="0"/>
                <a:ea typeface="+mn-ea"/>
                <a:cs typeface="Consolas" panose="020B0609020204030204" charset="0"/>
                <a:sym typeface="+mn-lt"/>
              </a:rPr>
              <a:t>("%d-%s ",M-&gt;</a:t>
            </a:r>
            <a:r>
              <a:rPr sz="2000" dirty="0" err="1">
                <a:solidFill>
                  <a:schemeClr val="bg1">
                    <a:lumMod val="85000"/>
                  </a:schemeClr>
                </a:solidFill>
                <a:latin typeface="Consolas" panose="020B0609020204030204" charset="0"/>
                <a:ea typeface="+mn-ea"/>
                <a:cs typeface="Consolas" panose="020B0609020204030204" charset="0"/>
                <a:sym typeface="+mn-lt"/>
              </a:rPr>
              <a:t>nodenumber</a:t>
            </a:r>
            <a:r>
              <a:rPr sz="2000" dirty="0">
                <a:solidFill>
                  <a:schemeClr val="bg1">
                    <a:lumMod val="85000"/>
                  </a:schemeClr>
                </a:solidFill>
                <a:latin typeface="Consolas" panose="020B0609020204030204" charset="0"/>
                <a:ea typeface="+mn-ea"/>
                <a:cs typeface="Consolas" panose="020B0609020204030204" charset="0"/>
                <a:sym typeface="+mn-lt"/>
              </a:rPr>
              <a:t>[v],M-&gt;</a:t>
            </a:r>
            <a:r>
              <a:rPr sz="2000" dirty="0" err="1">
                <a:solidFill>
                  <a:schemeClr val="bg1">
                    <a:lumMod val="85000"/>
                  </a:schemeClr>
                </a:solidFill>
                <a:latin typeface="Consolas" panose="020B0609020204030204" charset="0"/>
                <a:ea typeface="+mn-ea"/>
                <a:cs typeface="Consolas" panose="020B0609020204030204" charset="0"/>
                <a:sym typeface="+mn-lt"/>
              </a:rPr>
              <a:t>nodename</a:t>
            </a:r>
            <a:r>
              <a:rPr sz="2000" dirty="0">
                <a:solidFill>
                  <a:schemeClr val="bg1">
                    <a:lumMod val="85000"/>
                  </a:schemeClr>
                </a:solidFill>
                <a:latin typeface="Consolas" panose="020B0609020204030204" charset="0"/>
                <a:ea typeface="+mn-ea"/>
                <a:cs typeface="Consolas" panose="020B0609020204030204" charset="0"/>
                <a:sym typeface="+mn-lt"/>
              </a:rPr>
              <a:t>[v]);</a:t>
            </a:r>
            <a:r>
              <a:rPr lang="en-US" sz="2000" dirty="0">
                <a:solidFill>
                  <a:schemeClr val="bg1">
                    <a:lumMod val="85000"/>
                  </a:schemeClr>
                </a:solidFill>
                <a:latin typeface="Consolas" panose="020B0609020204030204" charset="0"/>
                <a:ea typeface="+mn-ea"/>
                <a:cs typeface="Consolas" panose="020B0609020204030204" charset="0"/>
                <a:sym typeface="+mn-lt"/>
              </a:rPr>
              <a:t>	</a:t>
            </a:r>
            <a:r>
              <a:rPr lang="en-US" altLang="zh-CN" sz="16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2000" dirty="0" err="1">
                <a:solidFill>
                  <a:schemeClr val="accent4">
                    <a:lumMod val="40000"/>
                    <a:lumOff val="60000"/>
                  </a:schemeClr>
                </a:solidFill>
                <a:latin typeface="Consolas" panose="020B0609020204030204" charset="0"/>
                <a:ea typeface="+mn-ea"/>
                <a:cs typeface="Consolas" panose="020B0609020204030204" charset="0"/>
                <a:sym typeface="+mn-lt"/>
              </a:rPr>
              <a:t>打印节点编号及名称</a:t>
            </a:r>
            <a:endParaRPr sz="20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2000" dirty="0">
                <a:solidFill>
                  <a:schemeClr val="bg1">
                    <a:lumMod val="85000"/>
                  </a:schemeClr>
                </a:solidFill>
                <a:latin typeface="Consolas" panose="020B0609020204030204" charset="0"/>
                <a:ea typeface="+mn-ea"/>
                <a:cs typeface="Consolas" panose="020B0609020204030204" charset="0"/>
                <a:sym typeface="+mn-lt"/>
              </a:rPr>
              <a:t>    </a:t>
            </a:r>
            <a:r>
              <a:rPr sz="2000" dirty="0">
                <a:solidFill>
                  <a:schemeClr val="accent3">
                    <a:lumMod val="75000"/>
                  </a:schemeClr>
                </a:solidFill>
                <a:latin typeface="Consolas" panose="020B0609020204030204" charset="0"/>
                <a:ea typeface="+mn-ea"/>
                <a:cs typeface="Consolas" panose="020B0609020204030204" charset="0"/>
                <a:sym typeface="+mn-lt"/>
              </a:rPr>
              <a:t>visited[v]=1;</a:t>
            </a:r>
            <a:r>
              <a:rPr lang="en-US" sz="2000" dirty="0">
                <a:solidFill>
                  <a:schemeClr val="bg1">
                    <a:lumMod val="85000"/>
                  </a:schemeClr>
                </a:solidFill>
                <a:latin typeface="Consolas" panose="020B0609020204030204" charset="0"/>
                <a:ea typeface="+mn-ea"/>
                <a:cs typeface="Consolas" panose="020B0609020204030204" charset="0"/>
                <a:sym typeface="+mn-lt"/>
              </a:rPr>
              <a:t>					</a:t>
            </a:r>
            <a:r>
              <a:rPr lang="en-US" altLang="zh-CN" sz="2000" dirty="0">
                <a:solidFill>
                  <a:schemeClr val="accent4">
                    <a:lumMod val="40000"/>
                    <a:lumOff val="60000"/>
                  </a:schemeClr>
                </a:solidFill>
                <a:latin typeface="Consolas" panose="020B0609020204030204" charset="0"/>
                <a:ea typeface="+mn-ea"/>
                <a:cs typeface="Consolas" panose="020B0609020204030204" charset="0"/>
                <a:sym typeface="+mn-lt"/>
              </a:rPr>
              <a:t>//将访问过的节点赋值1</a:t>
            </a:r>
          </a:p>
          <a:p>
            <a:pPr eaLnBrk="1" hangingPunct="1">
              <a:lnSpc>
                <a:spcPct val="150000"/>
              </a:lnSpc>
            </a:pPr>
            <a:r>
              <a:rPr sz="2000" dirty="0">
                <a:solidFill>
                  <a:schemeClr val="bg1">
                    <a:lumMod val="85000"/>
                  </a:schemeClr>
                </a:solidFill>
                <a:latin typeface="Consolas" panose="020B0609020204030204" charset="0"/>
                <a:ea typeface="+mn-ea"/>
                <a:cs typeface="Consolas" panose="020B0609020204030204" charset="0"/>
                <a:sym typeface="+mn-lt"/>
              </a:rPr>
              <a:t>    for(int </a:t>
            </a:r>
            <a:r>
              <a:rPr sz="2000" dirty="0" err="1">
                <a:solidFill>
                  <a:schemeClr val="bg1">
                    <a:lumMod val="85000"/>
                  </a:schemeClr>
                </a:solidFill>
                <a:latin typeface="Consolas" panose="020B0609020204030204" charset="0"/>
                <a:ea typeface="+mn-ea"/>
                <a:cs typeface="Consolas" panose="020B0609020204030204" charset="0"/>
                <a:sym typeface="+mn-lt"/>
              </a:rPr>
              <a:t>i</a:t>
            </a:r>
            <a:r>
              <a:rPr sz="2000" dirty="0">
                <a:solidFill>
                  <a:schemeClr val="bg1">
                    <a:lumMod val="85000"/>
                  </a:schemeClr>
                </a:solidFill>
                <a:latin typeface="Consolas" panose="020B0609020204030204" charset="0"/>
                <a:ea typeface="+mn-ea"/>
                <a:cs typeface="Consolas" panose="020B0609020204030204" charset="0"/>
                <a:sym typeface="+mn-lt"/>
              </a:rPr>
              <a:t>=0; </a:t>
            </a:r>
            <a:r>
              <a:rPr sz="2000" dirty="0" err="1">
                <a:solidFill>
                  <a:schemeClr val="bg1">
                    <a:lumMod val="85000"/>
                  </a:schemeClr>
                </a:solidFill>
                <a:latin typeface="Consolas" panose="020B0609020204030204" charset="0"/>
                <a:ea typeface="+mn-ea"/>
                <a:cs typeface="Consolas" panose="020B0609020204030204" charset="0"/>
                <a:sym typeface="+mn-lt"/>
              </a:rPr>
              <a:t>i</a:t>
            </a:r>
            <a:r>
              <a:rPr sz="2000" dirty="0">
                <a:solidFill>
                  <a:schemeClr val="bg1">
                    <a:lumMod val="85000"/>
                  </a:schemeClr>
                </a:solidFill>
                <a:latin typeface="Consolas" panose="020B0609020204030204" charset="0"/>
                <a:ea typeface="+mn-ea"/>
                <a:cs typeface="Consolas" panose="020B0609020204030204" charset="0"/>
                <a:sym typeface="+mn-lt"/>
              </a:rPr>
              <a:t>&lt;M-&gt;</a:t>
            </a:r>
            <a:r>
              <a:rPr sz="2000" dirty="0" err="1">
                <a:solidFill>
                  <a:schemeClr val="bg1">
                    <a:lumMod val="85000"/>
                  </a:schemeClr>
                </a:solidFill>
                <a:latin typeface="Consolas" panose="020B0609020204030204" charset="0"/>
                <a:ea typeface="+mn-ea"/>
                <a:cs typeface="Consolas" panose="020B0609020204030204" charset="0"/>
                <a:sym typeface="+mn-lt"/>
              </a:rPr>
              <a:t>nodecount</a:t>
            </a:r>
            <a:r>
              <a:rPr sz="2000" dirty="0">
                <a:solidFill>
                  <a:schemeClr val="bg1">
                    <a:lumMod val="85000"/>
                  </a:schemeClr>
                </a:solidFill>
                <a:latin typeface="Consolas" panose="020B0609020204030204" charset="0"/>
                <a:ea typeface="+mn-ea"/>
                <a:cs typeface="Consolas" panose="020B0609020204030204" charset="0"/>
                <a:sym typeface="+mn-lt"/>
              </a:rPr>
              <a:t>; </a:t>
            </a:r>
            <a:r>
              <a:rPr sz="2000" dirty="0" err="1">
                <a:solidFill>
                  <a:schemeClr val="bg1">
                    <a:lumMod val="85000"/>
                  </a:schemeClr>
                </a:solidFill>
                <a:latin typeface="Consolas" panose="020B0609020204030204" charset="0"/>
                <a:ea typeface="+mn-ea"/>
                <a:cs typeface="Consolas" panose="020B0609020204030204" charset="0"/>
                <a:sym typeface="+mn-lt"/>
              </a:rPr>
              <a:t>i</a:t>
            </a:r>
            <a:r>
              <a:rPr sz="20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2000" dirty="0">
                <a:solidFill>
                  <a:schemeClr val="bg1">
                    <a:lumMod val="85000"/>
                  </a:schemeClr>
                </a:solidFill>
                <a:latin typeface="Consolas" panose="020B0609020204030204" charset="0"/>
                <a:ea typeface="+mn-ea"/>
                <a:cs typeface="Consolas" panose="020B0609020204030204" charset="0"/>
                <a:sym typeface="+mn-lt"/>
              </a:rPr>
              <a:t>    {</a:t>
            </a:r>
          </a:p>
          <a:p>
            <a:pPr algn="l" eaLnBrk="1" hangingPunct="1">
              <a:lnSpc>
                <a:spcPct val="150000"/>
              </a:lnSpc>
              <a:buClrTx/>
              <a:buSzTx/>
            </a:pPr>
            <a:r>
              <a:rPr sz="2000" dirty="0">
                <a:solidFill>
                  <a:schemeClr val="bg1">
                    <a:lumMod val="85000"/>
                  </a:schemeClr>
                </a:solidFill>
                <a:latin typeface="Consolas" panose="020B0609020204030204" charset="0"/>
                <a:ea typeface="+mn-ea"/>
                <a:cs typeface="Consolas" panose="020B0609020204030204" charset="0"/>
                <a:sym typeface="+mn-lt"/>
              </a:rPr>
              <a:t>        if(visited[</a:t>
            </a:r>
            <a:r>
              <a:rPr sz="2000" dirty="0" err="1">
                <a:solidFill>
                  <a:schemeClr val="bg1">
                    <a:lumMod val="85000"/>
                  </a:schemeClr>
                </a:solidFill>
                <a:latin typeface="Consolas" panose="020B0609020204030204" charset="0"/>
                <a:ea typeface="+mn-ea"/>
                <a:cs typeface="Consolas" panose="020B0609020204030204" charset="0"/>
                <a:sym typeface="+mn-lt"/>
              </a:rPr>
              <a:t>i</a:t>
            </a:r>
            <a:r>
              <a:rPr sz="2000" dirty="0">
                <a:solidFill>
                  <a:schemeClr val="bg1">
                    <a:lumMod val="85000"/>
                  </a:schemeClr>
                </a:solidFill>
                <a:latin typeface="Consolas" panose="020B0609020204030204" charset="0"/>
                <a:ea typeface="+mn-ea"/>
                <a:cs typeface="Consolas" panose="020B0609020204030204" charset="0"/>
                <a:sym typeface="+mn-lt"/>
              </a:rPr>
              <a:t>]==0&amp;&amp;M-&gt;distance[v][</a:t>
            </a:r>
            <a:r>
              <a:rPr sz="2000" dirty="0" err="1">
                <a:solidFill>
                  <a:schemeClr val="bg1">
                    <a:lumMod val="85000"/>
                  </a:schemeClr>
                </a:solidFill>
                <a:latin typeface="Consolas" panose="020B0609020204030204" charset="0"/>
                <a:ea typeface="+mn-ea"/>
                <a:cs typeface="Consolas" panose="020B0609020204030204" charset="0"/>
                <a:sym typeface="+mn-lt"/>
              </a:rPr>
              <a:t>i</a:t>
            </a:r>
            <a:r>
              <a:rPr sz="2000" dirty="0">
                <a:solidFill>
                  <a:schemeClr val="bg1">
                    <a:lumMod val="85000"/>
                  </a:schemeClr>
                </a:solidFill>
                <a:latin typeface="Consolas" panose="020B0609020204030204" charset="0"/>
                <a:ea typeface="+mn-ea"/>
                <a:cs typeface="Consolas" panose="020B0609020204030204" charset="0"/>
                <a:sym typeface="+mn-lt"/>
              </a:rPr>
              <a:t>]!=0)</a:t>
            </a:r>
          </a:p>
          <a:p>
            <a:pPr algn="l" eaLnBrk="1" hangingPunct="1">
              <a:lnSpc>
                <a:spcPct val="150000"/>
              </a:lnSpc>
              <a:buClrTx/>
              <a:buSzTx/>
            </a:pPr>
            <a:r>
              <a:rPr lang="en-US" sz="2000" dirty="0">
                <a:solidFill>
                  <a:schemeClr val="bg1">
                    <a:lumMod val="85000"/>
                  </a:schemeClr>
                </a:solidFill>
                <a:latin typeface="Consolas" panose="020B0609020204030204" charset="0"/>
                <a:ea typeface="+mn-ea"/>
                <a:cs typeface="Consolas" panose="020B0609020204030204" charset="0"/>
                <a:sym typeface="+mn-lt"/>
              </a:rPr>
              <a:t>								</a:t>
            </a:r>
            <a:r>
              <a:rPr lang="en-US" altLang="zh-CN" sz="20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2000" dirty="0" err="1">
                <a:solidFill>
                  <a:schemeClr val="accent4">
                    <a:lumMod val="40000"/>
                    <a:lumOff val="60000"/>
                  </a:schemeClr>
                </a:solidFill>
                <a:latin typeface="Consolas" panose="020B0609020204030204" charset="0"/>
                <a:ea typeface="+mn-ea"/>
                <a:cs typeface="Consolas" panose="020B0609020204030204" charset="0"/>
                <a:sym typeface="+mn-lt"/>
              </a:rPr>
              <a:t>判断是否被访问以及是否与相应节点相邻</a:t>
            </a:r>
            <a:endParaRPr lang="en-US" altLang="zh-CN" sz="2000" dirty="0">
              <a:solidFill>
                <a:schemeClr val="accent4">
                  <a:lumMod val="40000"/>
                  <a:lumOff val="60000"/>
                </a:schemeClr>
              </a:solidFill>
              <a:latin typeface="Consolas" panose="020B0609020204030204" charset="0"/>
              <a:ea typeface="+mn-ea"/>
              <a:cs typeface="Consolas" panose="020B0609020204030204" charset="0"/>
              <a:sym typeface="+mn-lt"/>
            </a:endParaRPr>
          </a:p>
          <a:p>
            <a:pPr eaLnBrk="1" hangingPunct="1">
              <a:lnSpc>
                <a:spcPct val="150000"/>
              </a:lnSpc>
            </a:pPr>
            <a:r>
              <a:rPr sz="2000" dirty="0">
                <a:solidFill>
                  <a:schemeClr val="bg1">
                    <a:lumMod val="85000"/>
                  </a:schemeClr>
                </a:solidFill>
                <a:latin typeface="Consolas" panose="020B0609020204030204" charset="0"/>
                <a:ea typeface="+mn-ea"/>
                <a:cs typeface="Consolas" panose="020B0609020204030204" charset="0"/>
                <a:sym typeface="+mn-lt"/>
              </a:rPr>
              <a:t>        {</a:t>
            </a:r>
          </a:p>
          <a:p>
            <a:pPr eaLnBrk="1" hangingPunct="1">
              <a:lnSpc>
                <a:spcPct val="150000"/>
              </a:lnSpc>
            </a:pPr>
            <a:r>
              <a:rPr sz="2000" dirty="0">
                <a:solidFill>
                  <a:schemeClr val="bg1">
                    <a:lumMod val="85000"/>
                  </a:schemeClr>
                </a:solidFill>
                <a:latin typeface="Consolas" panose="020B0609020204030204" charset="0"/>
                <a:ea typeface="+mn-ea"/>
                <a:cs typeface="Consolas" panose="020B0609020204030204" charset="0"/>
                <a:sym typeface="+mn-lt"/>
              </a:rPr>
              <a:t>            </a:t>
            </a:r>
            <a:r>
              <a:rPr sz="2000" dirty="0">
                <a:solidFill>
                  <a:schemeClr val="accent3">
                    <a:lumMod val="75000"/>
                  </a:schemeClr>
                </a:solidFill>
                <a:latin typeface="Consolas" panose="020B0609020204030204" charset="0"/>
                <a:ea typeface="+mn-ea"/>
                <a:sym typeface="+mn-lt"/>
              </a:rPr>
              <a:t>DFS(</a:t>
            </a:r>
            <a:r>
              <a:rPr sz="2000" dirty="0" err="1">
                <a:solidFill>
                  <a:schemeClr val="accent3">
                    <a:lumMod val="75000"/>
                  </a:schemeClr>
                </a:solidFill>
                <a:latin typeface="Consolas" panose="020B0609020204030204" charset="0"/>
                <a:ea typeface="+mn-ea"/>
                <a:sym typeface="+mn-lt"/>
              </a:rPr>
              <a:t>M,i</a:t>
            </a:r>
            <a:r>
              <a:rPr sz="2000" dirty="0">
                <a:solidFill>
                  <a:schemeClr val="accent3">
                    <a:lumMod val="75000"/>
                  </a:schemeClr>
                </a:solidFill>
                <a:latin typeface="Consolas" panose="020B0609020204030204" charset="0"/>
                <a:ea typeface="+mn-ea"/>
                <a:sym typeface="+mn-lt"/>
              </a:rPr>
              <a:t>);</a:t>
            </a:r>
            <a:r>
              <a:rPr lang="en-US" sz="2000" dirty="0">
                <a:solidFill>
                  <a:schemeClr val="bg1">
                    <a:lumMod val="85000"/>
                  </a:schemeClr>
                </a:solidFill>
                <a:latin typeface="Consolas" panose="020B0609020204030204" charset="0"/>
                <a:ea typeface="+mn-ea"/>
                <a:cs typeface="Consolas" panose="020B0609020204030204" charset="0"/>
                <a:sym typeface="+mn-lt"/>
              </a:rPr>
              <a:t>				</a:t>
            </a:r>
            <a:r>
              <a:rPr lang="en-US" altLang="zh-CN" sz="20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2000" dirty="0" err="1">
                <a:solidFill>
                  <a:schemeClr val="accent4">
                    <a:lumMod val="40000"/>
                    <a:lumOff val="60000"/>
                  </a:schemeClr>
                </a:solidFill>
                <a:latin typeface="Consolas" panose="020B0609020204030204" charset="0"/>
                <a:ea typeface="+mn-ea"/>
                <a:cs typeface="Consolas" panose="020B0609020204030204" charset="0"/>
                <a:sym typeface="+mn-lt"/>
              </a:rPr>
              <a:t>符合条件则递归深度遍历</a:t>
            </a:r>
            <a:endParaRPr sz="2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2000" dirty="0">
                <a:solidFill>
                  <a:schemeClr val="bg1">
                    <a:lumMod val="85000"/>
                  </a:schemeClr>
                </a:solidFill>
                <a:latin typeface="Consolas" panose="020B0609020204030204" charset="0"/>
                <a:ea typeface="+mn-ea"/>
                <a:cs typeface="Consolas" panose="020B0609020204030204" charset="0"/>
                <a:sym typeface="+mn-lt"/>
              </a:rPr>
              <a:t>        }</a:t>
            </a:r>
            <a:endParaRPr lang="en-US" altLang="zh-CN" sz="2000" dirty="0">
              <a:solidFill>
                <a:schemeClr val="accent4">
                  <a:lumMod val="40000"/>
                  <a:lumOff val="60000"/>
                </a:schemeClr>
              </a:solidFill>
              <a:latin typeface="Consolas" panose="020B0609020204030204" charset="0"/>
              <a:ea typeface="+mn-ea"/>
              <a:cs typeface="Consolas" panose="020B0609020204030204" charset="0"/>
              <a:sym typeface="+mn-lt"/>
            </a:endParaRPr>
          </a:p>
          <a:p>
            <a:pPr eaLnBrk="1" hangingPunct="1">
              <a:lnSpc>
                <a:spcPct val="150000"/>
              </a:lnSpc>
            </a:pPr>
            <a:r>
              <a:rPr sz="2000" dirty="0">
                <a:solidFill>
                  <a:schemeClr val="bg1">
                    <a:lumMod val="85000"/>
                  </a:schemeClr>
                </a:solidFill>
                <a:latin typeface="Consolas" panose="020B0609020204030204" charset="0"/>
                <a:ea typeface="+mn-ea"/>
                <a:cs typeface="Consolas" panose="020B0609020204030204" charset="0"/>
                <a:sym typeface="+mn-lt"/>
              </a:rPr>
              <a:t>    </a:t>
            </a:r>
            <a:r>
              <a:rPr lang="en-US" sz="2000" dirty="0">
                <a:solidFill>
                  <a:schemeClr val="bg1">
                    <a:lumMod val="85000"/>
                  </a:schemeClr>
                </a:solidFill>
                <a:latin typeface="Consolas" panose="020B0609020204030204" charset="0"/>
                <a:ea typeface="+mn-ea"/>
                <a:cs typeface="Consolas" panose="020B0609020204030204" charset="0"/>
                <a:sym typeface="+mn-lt"/>
              </a:rPr>
              <a:t>}</a:t>
            </a:r>
            <a:endParaRPr sz="20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lang="en-US" altLang="zh-CN" sz="16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lang="en-US" altLang="zh-CN" sz="1600" dirty="0">
              <a:solidFill>
                <a:schemeClr val="bg1">
                  <a:lumMod val="85000"/>
                </a:schemeClr>
              </a:solidFill>
              <a:latin typeface="Consolas" panose="020B0609020204030204" charset="0"/>
              <a:ea typeface="+mn-ea"/>
              <a:cs typeface="Consolas" panose="020B0609020204030204" charset="0"/>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8"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9062720" cy="953135"/>
            </a:xfrm>
            <a:prstGeom prst="rect">
              <a:avLst/>
            </a:prstGeom>
            <a:noFill/>
          </p:spPr>
          <p:txBody>
            <a:bodyPr wrap="square" rtlCol="0">
              <a:spAutoFit/>
            </a:bodyPr>
            <a:lstStyle/>
            <a:p>
              <a:pPr algn="l">
                <a:buClrTx/>
                <a:buSzTx/>
                <a:buFontTx/>
              </a:pPr>
              <a:r>
                <a:rPr lang="zh-CN" altLang="en-US" sz="2800" b="1" dirty="0">
                  <a:solidFill>
                    <a:schemeClr val="bg1"/>
                  </a:solidFill>
                  <a:cs typeface="+mn-ea"/>
                  <a:sym typeface="+mn-lt"/>
                </a:rPr>
                <a:t>代码</a:t>
              </a:r>
              <a:r>
                <a:rPr lang="en-US" altLang="zh-CN" sz="2800" b="1" dirty="0">
                  <a:solidFill>
                    <a:schemeClr val="bg1"/>
                  </a:solidFill>
                  <a:cs typeface="+mn-ea"/>
                  <a:sym typeface="+mn-lt"/>
                </a:rPr>
                <a:t>		BFS		BFS(Map*M,int v)</a:t>
              </a: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9"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5464175" cy="429260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int </a:t>
            </a:r>
            <a:r>
              <a:rPr sz="1400" dirty="0" err="1">
                <a:solidFill>
                  <a:schemeClr val="bg1">
                    <a:lumMod val="85000"/>
                  </a:schemeClr>
                </a:solidFill>
                <a:latin typeface="Consolas" panose="020B0609020204030204" charset="0"/>
                <a:ea typeface="+mn-ea"/>
                <a:cs typeface="Consolas" panose="020B0609020204030204" charset="0"/>
                <a:sym typeface="+mn-lt"/>
              </a:rPr>
              <a:t>i,j</a:t>
            </a:r>
            <a:r>
              <a:rPr sz="1400" dirty="0">
                <a:solidFill>
                  <a:schemeClr val="bg1">
                    <a:lumMod val="85000"/>
                  </a:schemeClr>
                </a:solidFill>
                <a:latin typeface="Consolas" panose="020B0609020204030204" charset="0"/>
                <a:ea typeface="+mn-ea"/>
                <a:cs typeface="Consolas" panose="020B0609020204030204" charset="0"/>
                <a:sym typeface="+mn-lt"/>
              </a:rPr>
              <a:t>;</a:t>
            </a: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3">
                    <a:lumMod val="75000"/>
                  </a:schemeClr>
                </a:solidFill>
                <a:latin typeface="Consolas" panose="020B0609020204030204" charset="0"/>
                <a:ea typeface="+mn-ea"/>
                <a:cs typeface="Consolas" panose="020B0609020204030204" charset="0"/>
                <a:sym typeface="+mn-lt"/>
              </a:rPr>
              <a:t>queue </a:t>
            </a:r>
            <a:r>
              <a:rPr sz="1400" dirty="0" err="1">
                <a:solidFill>
                  <a:schemeClr val="accent3">
                    <a:lumMod val="75000"/>
                  </a:schemeClr>
                </a:solidFill>
                <a:latin typeface="Consolas" panose="020B0609020204030204" charset="0"/>
                <a:ea typeface="+mn-ea"/>
                <a:cs typeface="Consolas" panose="020B0609020204030204" charset="0"/>
                <a:sym typeface="+mn-lt"/>
              </a:rPr>
              <a:t>qlist</a:t>
            </a:r>
            <a:r>
              <a:rPr sz="1400" dirty="0">
                <a:solidFill>
                  <a:schemeClr val="accent3">
                    <a:lumMod val="75000"/>
                  </a:schemeClr>
                </a:solidFill>
                <a:latin typeface="Consolas" panose="020B0609020204030204" charset="0"/>
                <a:ea typeface="+mn-ea"/>
                <a:sym typeface="+mn-lt"/>
              </a:rPr>
              <a:t>,*q</a:t>
            </a:r>
            <a:r>
              <a:rPr lang="en-US" sz="1400" dirty="0">
                <a:solidFill>
                  <a:schemeClr val="accent3">
                    <a:lumMod val="75000"/>
                  </a:schemeClr>
                </a:solidFill>
                <a:latin typeface="Consolas" panose="020B0609020204030204" charset="0"/>
                <a:ea typeface="+mn-ea"/>
                <a:sym typeface="+mn-lt"/>
              </a:rPr>
              <a:t>;	</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定义对列及指向队列的指针</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q=&amp;</a:t>
            </a:r>
            <a:r>
              <a:rPr sz="1400" dirty="0" err="1">
                <a:solidFill>
                  <a:schemeClr val="bg1">
                    <a:lumMod val="85000"/>
                  </a:schemeClr>
                </a:solidFill>
                <a:latin typeface="Consolas" panose="020B0609020204030204" charset="0"/>
                <a:ea typeface="+mn-ea"/>
                <a:cs typeface="Consolas" panose="020B0609020204030204" charset="0"/>
                <a:sym typeface="+mn-lt"/>
              </a:rPr>
              <a:t>qlist</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使指针q指向队列</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q-&gt;front=0;</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初始化队首</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q-&gt;rear=0;</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初始化队尾</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("%d-%s ",M-&gt;</a:t>
            </a:r>
            <a:r>
              <a:rPr sz="1400" dirty="0" err="1">
                <a:solidFill>
                  <a:schemeClr val="bg1">
                    <a:lumMod val="85000"/>
                  </a:schemeClr>
                </a:solidFill>
                <a:latin typeface="Consolas" panose="020B0609020204030204" charset="0"/>
                <a:ea typeface="+mn-ea"/>
                <a:cs typeface="Consolas" panose="020B0609020204030204" charset="0"/>
                <a:sym typeface="+mn-lt"/>
              </a:rPr>
              <a:t>nodenumber</a:t>
            </a:r>
            <a:r>
              <a:rPr sz="1400" dirty="0">
                <a:solidFill>
                  <a:schemeClr val="bg1">
                    <a:lumMod val="85000"/>
                  </a:schemeClr>
                </a:solidFill>
                <a:latin typeface="Consolas" panose="020B0609020204030204" charset="0"/>
                <a:ea typeface="+mn-ea"/>
                <a:cs typeface="Consolas" panose="020B0609020204030204" charset="0"/>
                <a:sym typeface="+mn-lt"/>
              </a:rPr>
              <a:t>[v],M-&gt;</a:t>
            </a:r>
            <a:r>
              <a:rPr sz="1400" dirty="0" err="1">
                <a:solidFill>
                  <a:schemeClr val="bg1">
                    <a:lumMod val="85000"/>
                  </a:schemeClr>
                </a:solidFill>
                <a:latin typeface="Consolas" panose="020B0609020204030204" charset="0"/>
                <a:ea typeface="+mn-ea"/>
                <a:cs typeface="Consolas" panose="020B0609020204030204" charset="0"/>
                <a:sym typeface="+mn-lt"/>
              </a:rPr>
              <a:t>nodename</a:t>
            </a:r>
            <a:r>
              <a:rPr sz="1400" dirty="0">
                <a:solidFill>
                  <a:schemeClr val="bg1">
                    <a:lumMod val="85000"/>
                  </a:schemeClr>
                </a:solidFill>
                <a:latin typeface="Consolas" panose="020B0609020204030204" charset="0"/>
                <a:ea typeface="+mn-ea"/>
                <a:cs typeface="Consolas" panose="020B0609020204030204" charset="0"/>
                <a:sym typeface="+mn-lt"/>
              </a:rPr>
              <a:t>[v]);</a:t>
            </a:r>
          </a:p>
          <a:p>
            <a:pPr algn="l" eaLnBrk="1" hangingPunct="1">
              <a:lnSpc>
                <a:spcPct val="150000"/>
              </a:lnSpc>
              <a:buClrTx/>
              <a:buSzTx/>
            </a:pP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打印头节点编号及名称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q-&gt;data[q-&gt;rear]=v;</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将要访问的节点入队</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q-&gt;rear=(q-&gt;rear+1)%MAX;</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ea typeface="+mn-ea"/>
                <a:cs typeface="Consolas" panose="020B0609020204030204" charset="0"/>
                <a:sym typeface="+mn-lt"/>
              </a:rPr>
              <a:t>尾指针向后移</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lang="en-US" altLang="zh-CN" sz="1400" dirty="0">
                <a:solidFill>
                  <a:schemeClr val="accent3">
                    <a:lumMod val="75000"/>
                  </a:schemeClr>
                </a:solidFill>
                <a:latin typeface="Consolas" panose="020B0609020204030204" charset="0"/>
                <a:ea typeface="+mn-ea"/>
                <a:sym typeface="+mn-lt"/>
              </a:rPr>
              <a:t>   </a:t>
            </a:r>
            <a:r>
              <a:rPr sz="1400" dirty="0">
                <a:solidFill>
                  <a:schemeClr val="accent3">
                    <a:lumMod val="75000"/>
                  </a:schemeClr>
                </a:solidFill>
                <a:latin typeface="Consolas" panose="020B0609020204030204" charset="0"/>
                <a:ea typeface="+mn-ea"/>
                <a:sym typeface="+mn-lt"/>
              </a:rPr>
              <a:t> visited[v]=1;	</a:t>
            </a: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	//将访问过的节点赋值1</a:t>
            </a:r>
          </a:p>
          <a:p>
            <a:pPr algn="l" eaLnBrk="1" hangingPunct="1">
              <a:lnSpc>
                <a:spcPct val="150000"/>
              </a:lnSpc>
              <a:buClrTx/>
              <a:buSzTx/>
            </a:pPr>
            <a:r>
              <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rPr>
              <a:t>   </a:t>
            </a:r>
          </a:p>
          <a:p>
            <a:pPr eaLnBrk="1" hangingPunct="1">
              <a:lnSpc>
                <a:spcPct val="150000"/>
              </a:lnSpc>
            </a:pP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lang="en-US" altLang="zh-CN" sz="1400"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5591810" y="1029970"/>
            <a:ext cx="6600190" cy="5864860"/>
          </a:xfrm>
          <a:prstGeom prst="rect">
            <a:avLst/>
          </a:prstGeom>
          <a:noFill/>
        </p:spPr>
        <p:txBody>
          <a:bodyPr wrap="square" rtlCol="0">
            <a:spAutoFit/>
          </a:bodyPr>
          <a:lstStyle/>
          <a:p>
            <a:pPr algn="l" defTabSz="684530" eaLnBrk="1" hangingPunct="1">
              <a:lnSpc>
                <a:spcPct val="150000"/>
              </a:lnSpc>
              <a:buClrTx/>
              <a:buSzTx/>
              <a:buFont typeface="Arial" panose="020B0604020202020204" pitchFamily="34" charset="0"/>
            </a:pPr>
            <a:r>
              <a:rPr sz="1400" dirty="0">
                <a:solidFill>
                  <a:schemeClr val="bg1">
                    <a:lumMod val="85000"/>
                  </a:schemeClr>
                </a:solidFill>
                <a:cs typeface="+mn-ea"/>
                <a:sym typeface="+mn-lt"/>
              </a:rPr>
              <a:t> </a:t>
            </a:r>
            <a:r>
              <a:rPr sz="1400" dirty="0">
                <a:solidFill>
                  <a:schemeClr val="bg1">
                    <a:lumMod val="85000"/>
                  </a:schemeClr>
                </a:solidFill>
                <a:latin typeface="Consolas" panose="020B0609020204030204" charset="0"/>
                <a:cs typeface="Consolas" panose="020B0609020204030204" charset="0"/>
                <a:sym typeface="+mn-lt"/>
              </a:rPr>
              <a:t>while(q-&gt;rear!=q-&gt;front)</a:t>
            </a: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判断是否为空队列</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=q-&gt;data[q-&gt;front];</a:t>
            </a: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头指针指向的值赋给i</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q-&gt;front=(q-&gt;front+1)%MAX;</a:t>
            </a: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头指针向后移</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for(j=0; j&lt;M-&gt;</a:t>
            </a:r>
            <a:r>
              <a:rPr sz="1400" dirty="0" err="1">
                <a:solidFill>
                  <a:schemeClr val="bg1">
                    <a:lumMod val="85000"/>
                  </a:schemeClr>
                </a:solidFill>
                <a:latin typeface="Consolas" panose="020B0609020204030204" charset="0"/>
                <a:cs typeface="Consolas" panose="020B0609020204030204" charset="0"/>
                <a:sym typeface="+mn-lt"/>
              </a:rPr>
              <a:t>nodecount</a:t>
            </a: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j++</a:t>
            </a:r>
            <a:r>
              <a:rPr sz="1400" dirty="0">
                <a:solidFill>
                  <a:schemeClr val="bg1">
                    <a:lumMod val="85000"/>
                  </a:schemeClr>
                </a:solidFill>
                <a:latin typeface="Consolas" panose="020B0609020204030204" charset="0"/>
                <a:cs typeface="Consolas" panose="020B0609020204030204" charset="0"/>
                <a:sym typeface="+mn-lt"/>
              </a:rPr>
              <a:t>)</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if(visited[j]==0&amp;&amp;M-&gt;distance[</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][j]!=0)</a:t>
            </a:r>
          </a:p>
          <a:p>
            <a:pPr algn="l" defTabSz="684530" eaLnBrk="1" hangingPunct="1">
              <a:lnSpc>
                <a:spcPct val="150000"/>
              </a:lnSpc>
              <a:buClrTx/>
              <a:buSzTx/>
              <a:buFont typeface="Arial" panose="020B0604020202020204" pitchFamily="34" charset="0"/>
            </a:pP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判断是否被访问以及与相应节点是否相邻</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printf</a:t>
            </a:r>
            <a:r>
              <a:rPr sz="1400" dirty="0">
                <a:solidFill>
                  <a:schemeClr val="bg1">
                    <a:lumMod val="85000"/>
                  </a:schemeClr>
                </a:solidFill>
                <a:latin typeface="Consolas" panose="020B0609020204030204" charset="0"/>
                <a:cs typeface="Consolas" panose="020B0609020204030204" charset="0"/>
                <a:sym typeface="+mn-lt"/>
              </a:rPr>
              <a:t>("%d-%s ",M-&gt;</a:t>
            </a:r>
            <a:r>
              <a:rPr sz="1400" dirty="0" err="1">
                <a:solidFill>
                  <a:schemeClr val="bg1">
                    <a:lumMod val="85000"/>
                  </a:schemeClr>
                </a:solidFill>
                <a:latin typeface="Consolas" panose="020B0609020204030204" charset="0"/>
                <a:cs typeface="Consolas" panose="020B0609020204030204" charset="0"/>
                <a:sym typeface="+mn-lt"/>
              </a:rPr>
              <a:t>nodenumber</a:t>
            </a:r>
            <a:r>
              <a:rPr sz="1400" dirty="0">
                <a:solidFill>
                  <a:schemeClr val="bg1">
                    <a:lumMod val="85000"/>
                  </a:schemeClr>
                </a:solidFill>
                <a:latin typeface="Consolas" panose="020B0609020204030204" charset="0"/>
                <a:cs typeface="Consolas" panose="020B0609020204030204" charset="0"/>
                <a:sym typeface="+mn-lt"/>
              </a:rPr>
              <a:t>[j],M</a:t>
            </a:r>
            <a:r>
              <a:rPr lang="en-US" sz="1400" dirty="0">
                <a:solidFill>
                  <a:schemeClr val="bg1">
                    <a:lumMod val="85000"/>
                  </a:schemeClr>
                </a:solidFill>
                <a:latin typeface="Consolas" panose="020B0609020204030204" charset="0"/>
                <a:cs typeface="Consolas" panose="020B0609020204030204" charset="0"/>
                <a:sym typeface="+mn-lt"/>
              </a:rPr>
              <a:t>-</a:t>
            </a:r>
            <a:r>
              <a:rPr sz="1400" dirty="0">
                <a:solidFill>
                  <a:schemeClr val="bg1">
                    <a:lumMod val="85000"/>
                  </a:schemeClr>
                </a:solidFill>
                <a:latin typeface="Consolas" panose="020B0609020204030204" charset="0"/>
                <a:cs typeface="Consolas" panose="020B0609020204030204" charset="0"/>
                <a:sym typeface="+mn-lt"/>
              </a:rPr>
              <a:t>&gt;</a:t>
            </a:r>
            <a:r>
              <a:rPr sz="1400" dirty="0" err="1">
                <a:solidFill>
                  <a:schemeClr val="bg1">
                    <a:lumMod val="85000"/>
                  </a:schemeClr>
                </a:solidFill>
                <a:latin typeface="Consolas" panose="020B0609020204030204" charset="0"/>
                <a:cs typeface="Consolas" panose="020B0609020204030204" charset="0"/>
                <a:sym typeface="+mn-lt"/>
              </a:rPr>
              <a:t>nodename</a:t>
            </a:r>
            <a:r>
              <a:rPr sz="1400" dirty="0">
                <a:solidFill>
                  <a:schemeClr val="bg1">
                    <a:lumMod val="85000"/>
                  </a:schemeClr>
                </a:solidFill>
                <a:latin typeface="Consolas" panose="020B0609020204030204" charset="0"/>
                <a:cs typeface="Consolas" panose="020B0609020204030204" charset="0"/>
                <a:sym typeface="+mn-lt"/>
              </a:rPr>
              <a:t>[j]);</a:t>
            </a:r>
          </a:p>
          <a:p>
            <a:pPr algn="l" defTabSz="684530" eaLnBrk="1" hangingPunct="1">
              <a:lnSpc>
                <a:spcPct val="150000"/>
              </a:lnSpc>
              <a:buClrTx/>
              <a:buSzTx/>
              <a:buFont typeface="Arial" panose="020B0604020202020204" pitchFamily="34" charset="0"/>
            </a:pP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打印节点编号及名称</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lang="en-US" altLang="zh-CN" sz="1400" dirty="0">
                <a:solidFill>
                  <a:schemeClr val="accent4">
                    <a:lumMod val="40000"/>
                    <a:lumOff val="60000"/>
                  </a:schemeClr>
                </a:solidFill>
                <a:latin typeface="Consolas" panose="020B0609020204030204" charset="0"/>
                <a:cs typeface="Consolas" panose="020B0609020204030204" charset="0"/>
                <a:sym typeface="+mn-lt"/>
              </a:rPr>
              <a:t>             </a:t>
            </a:r>
            <a:r>
              <a:rPr sz="1400" dirty="0">
                <a:solidFill>
                  <a:schemeClr val="bg1">
                    <a:lumMod val="85000"/>
                  </a:schemeClr>
                </a:solidFill>
                <a:latin typeface="Consolas" panose="020B0609020204030204" charset="0"/>
                <a:cs typeface="Consolas" panose="020B0609020204030204" charset="0"/>
                <a:sym typeface="+mn-lt"/>
              </a:rPr>
              <a:t>   </a:t>
            </a:r>
            <a:r>
              <a:rPr sz="1400" dirty="0">
                <a:solidFill>
                  <a:schemeClr val="accent3">
                    <a:lumMod val="75000"/>
                  </a:schemeClr>
                </a:solidFill>
                <a:latin typeface="Consolas" panose="020B0609020204030204" charset="0"/>
                <a:sym typeface="+mn-lt"/>
              </a:rPr>
              <a:t>visited[j]=1;</a:t>
            </a:r>
            <a:r>
              <a:rPr lang="en-US" altLang="zh-CN" sz="1400" dirty="0">
                <a:solidFill>
                  <a:schemeClr val="accent3">
                    <a:lumMod val="75000"/>
                  </a:schemeClr>
                </a:solidFill>
                <a:latin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	//将访问过的节点赋值1</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q-&gt;data[q-&gt;rear]=j;</a:t>
            </a: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将相邻的节点入队</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q-&gt;rear=(q-&gt;rear+1)%MAX;</a:t>
            </a:r>
            <a:r>
              <a:rPr lang="en-US" sz="1400" dirty="0">
                <a:solidFill>
                  <a:schemeClr val="bg1">
                    <a:lumMod val="85000"/>
                  </a:schemeClr>
                </a:solidFill>
                <a:latin typeface="Consolas" panose="020B0609020204030204" charset="0"/>
                <a:cs typeface="Consolas" panose="020B0609020204030204" charset="0"/>
                <a:sym typeface="+mn-lt"/>
              </a:rPr>
              <a:t>	</a:t>
            </a:r>
            <a:r>
              <a:rPr lang="en-US" altLang="zh-CN" sz="1400" dirty="0">
                <a:solidFill>
                  <a:schemeClr val="accent4">
                    <a:lumMod val="40000"/>
                    <a:lumOff val="60000"/>
                  </a:schemeClr>
                </a:solidFill>
                <a:latin typeface="Consolas" panose="020B0609020204030204" charset="0"/>
                <a:cs typeface="Consolas" panose="020B0609020204030204" charset="0"/>
                <a:sym typeface="+mn-lt"/>
              </a:rPr>
              <a:t>//</a:t>
            </a:r>
            <a:r>
              <a:rPr lang="en-US" altLang="zh-CN" sz="1400" dirty="0" err="1">
                <a:solidFill>
                  <a:schemeClr val="accent4">
                    <a:lumMod val="40000"/>
                    <a:lumOff val="60000"/>
                  </a:schemeClr>
                </a:solidFill>
                <a:latin typeface="Consolas" panose="020B0609020204030204" charset="0"/>
                <a:cs typeface="Consolas" panose="020B0609020204030204" charset="0"/>
                <a:sym typeface="+mn-lt"/>
              </a:rPr>
              <a:t>尾指针向后移</a:t>
            </a:r>
            <a:endParaRPr lang="en-US" altLang="zh-CN" sz="1400" dirty="0">
              <a:solidFill>
                <a:schemeClr val="accent4">
                  <a:lumMod val="40000"/>
                  <a:lumOff val="60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ea typeface="+mn-ea"/>
              <a:cs typeface="Consolas" panose="020B0609020204030204" charset="0"/>
              <a:sym typeface="+mn-lt"/>
            </a:endParaRPr>
          </a:p>
          <a:p>
            <a:pPr>
              <a:lnSpc>
                <a:spcPct val="130000"/>
              </a:lnSpc>
            </a:pPr>
            <a:endParaRPr lang="zh-CN" altLang="en-US" sz="1400" dirty="0">
              <a:latin typeface="Consolas" panose="020B0609020204030204" charset="0"/>
              <a:ea typeface="微软雅黑" panose="020B0503020204020204" pitchFamily="34" charset="-122"/>
              <a:cs typeface="Consolas" panose="020B0609020204030204" charset="0"/>
            </a:endParaRPr>
          </a:p>
        </p:txBody>
      </p:sp>
    </p:spTree>
    <p:custDataLst>
      <p:tags r:id="rId2"/>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9062720" cy="953135"/>
            </a:xfrm>
            <a:prstGeom prst="rect">
              <a:avLst/>
            </a:prstGeom>
            <a:noFill/>
          </p:spPr>
          <p:txBody>
            <a:bodyPr wrap="square" rtlCol="0">
              <a:spAutoFit/>
            </a:bodyPr>
            <a:lstStyle/>
            <a:p>
              <a:pPr algn="l">
                <a:buClrTx/>
                <a:buSzTx/>
                <a:buFontTx/>
              </a:pPr>
              <a:r>
                <a:rPr lang="zh-CN" altLang="en-US" sz="2800" b="1" dirty="0">
                  <a:solidFill>
                    <a:schemeClr val="bg1"/>
                  </a:solidFill>
                  <a:cs typeface="+mn-ea"/>
                  <a:sym typeface="+mn-lt"/>
                </a:rPr>
                <a:t>代码</a:t>
              </a:r>
              <a:r>
                <a:rPr lang="en-US" altLang="zh-CN" sz="2800" b="1" dirty="0">
                  <a:solidFill>
                    <a:schemeClr val="bg1"/>
                  </a:solidFill>
                  <a:cs typeface="+mn-ea"/>
                  <a:sym typeface="+mn-lt"/>
                </a:rPr>
                <a:t>		</a:t>
              </a:r>
              <a:r>
                <a:rPr lang="zh-CN" altLang="en-US" sz="2800" b="1" dirty="0">
                  <a:solidFill>
                    <a:schemeClr val="bg1"/>
                  </a:solidFill>
                  <a:cs typeface="+mn-ea"/>
                  <a:sym typeface="+mn-lt"/>
                </a:rPr>
                <a:t>其余部分</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4547235" cy="3322955"/>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void clear(Map*</a:t>
            </a:r>
            <a:r>
              <a:rPr sz="1400" dirty="0" err="1">
                <a:solidFill>
                  <a:schemeClr val="bg1">
                    <a:lumMod val="85000"/>
                  </a:schemeClr>
                </a:solidFill>
                <a:latin typeface="Consolas" panose="020B0609020204030204" charset="0"/>
                <a:ea typeface="+mn-ea"/>
                <a:cs typeface="Consolas" panose="020B0609020204030204" charset="0"/>
                <a:sym typeface="+mn-lt"/>
              </a:rPr>
              <a:t>M,int</a:t>
            </a:r>
            <a:r>
              <a:rPr sz="1400" dirty="0">
                <a:solidFill>
                  <a:schemeClr val="bg1">
                    <a:lumMod val="85000"/>
                  </a:schemeClr>
                </a:solidFill>
                <a:latin typeface="Consolas" panose="020B0609020204030204" charset="0"/>
                <a:ea typeface="+mn-ea"/>
                <a:cs typeface="Consolas" panose="020B0609020204030204" charset="0"/>
                <a:sym typeface="+mn-lt"/>
              </a:rPr>
              <a:t> visited[])</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清零函数</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for(int </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=0; </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&lt;M-&gt;</a:t>
            </a:r>
            <a:r>
              <a:rPr sz="1400" dirty="0" err="1">
                <a:solidFill>
                  <a:schemeClr val="bg1">
                    <a:lumMod val="85000"/>
                  </a:schemeClr>
                </a:solidFill>
                <a:latin typeface="Consolas" panose="020B0609020204030204" charset="0"/>
                <a:ea typeface="+mn-ea"/>
                <a:cs typeface="Consolas" panose="020B0609020204030204" charset="0"/>
                <a:sym typeface="+mn-lt"/>
              </a:rPr>
              <a:t>nodecount</a:t>
            </a: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visited[</a:t>
            </a:r>
            <a:r>
              <a:rPr sz="1400" dirty="0" err="1">
                <a:solidFill>
                  <a:schemeClr val="bg1">
                    <a:lumMod val="85000"/>
                  </a:schemeClr>
                </a:solidFill>
                <a:latin typeface="Consolas" panose="020B0609020204030204" charset="0"/>
                <a:ea typeface="+mn-ea"/>
                <a:cs typeface="Consolas" panose="020B0609020204030204" charset="0"/>
                <a:sym typeface="+mn-lt"/>
              </a:rPr>
              <a:t>i</a:t>
            </a:r>
            <a:r>
              <a:rPr sz="1400" dirty="0">
                <a:solidFill>
                  <a:schemeClr val="bg1">
                    <a:lumMod val="85000"/>
                  </a:schemeClr>
                </a:solidFill>
                <a:latin typeface="Consolas" panose="020B0609020204030204" charset="0"/>
                <a:ea typeface="+mn-ea"/>
                <a:cs typeface="Consolas" panose="020B0609020204030204" charset="0"/>
                <a:sym typeface="+mn-lt"/>
              </a:rPr>
              <a:t>]=0;</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将标志数组清零</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("\n");</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换行</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endParaRPr lang="en-US" altLang="zh-CN" sz="1400" dirty="0">
              <a:solidFill>
                <a:schemeClr val="bg1">
                  <a:lumMod val="85000"/>
                </a:schemeClr>
              </a:solidFill>
              <a:latin typeface="Consolas" panose="020B0609020204030204" charset="0"/>
              <a:ea typeface="+mn-ea"/>
              <a:cs typeface="Consolas" panose="020B0609020204030204" charset="0"/>
              <a:sym typeface="+mn-lt"/>
            </a:endParaRPr>
          </a:p>
        </p:txBody>
      </p:sp>
      <p:sp>
        <p:nvSpPr>
          <p:cNvPr id="2" name="文本框 1"/>
          <p:cNvSpPr txBox="1"/>
          <p:nvPr/>
        </p:nvSpPr>
        <p:spPr>
          <a:xfrm>
            <a:off x="5375920" y="1111250"/>
            <a:ext cx="6816080" cy="5584825"/>
          </a:xfrm>
          <a:prstGeom prst="rect">
            <a:avLst/>
          </a:prstGeom>
          <a:noFill/>
        </p:spPr>
        <p:txBody>
          <a:bodyPr wrap="square" rtlCol="0">
            <a:spAutoFit/>
          </a:bodyPr>
          <a:lstStyle/>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void judge(Map*</a:t>
            </a:r>
            <a:r>
              <a:rPr sz="1400" dirty="0" err="1">
                <a:solidFill>
                  <a:schemeClr val="bg1">
                    <a:lumMod val="85000"/>
                  </a:schemeClr>
                </a:solidFill>
                <a:latin typeface="Consolas" panose="020B0609020204030204" charset="0"/>
                <a:cs typeface="Consolas" panose="020B0609020204030204" charset="0"/>
                <a:sym typeface="+mn-lt"/>
              </a:rPr>
              <a:t>M,int</a:t>
            </a:r>
            <a:r>
              <a:rPr sz="1400" dirty="0">
                <a:solidFill>
                  <a:schemeClr val="bg1">
                    <a:lumMod val="85000"/>
                  </a:schemeClr>
                </a:solidFill>
                <a:latin typeface="Consolas" panose="020B0609020204030204" charset="0"/>
                <a:cs typeface="Consolas" panose="020B0609020204030204" charset="0"/>
                <a:sym typeface="+mn-lt"/>
              </a:rPr>
              <a:t> visited[])</a:t>
            </a:r>
            <a:r>
              <a:rPr lang="en-US" sz="1400" dirty="0">
                <a:solidFill>
                  <a:schemeClr val="bg1">
                    <a:lumMod val="85000"/>
                  </a:schemeClr>
                </a:solidFill>
                <a:latin typeface="Consolas" panose="020B0609020204030204" charset="0"/>
                <a:cs typeface="Consolas" panose="020B0609020204030204" charset="0"/>
                <a:sym typeface="+mn-lt"/>
              </a:rPr>
              <a:t>		</a:t>
            </a:r>
            <a:r>
              <a:rPr sz="1400" dirty="0">
                <a:solidFill>
                  <a:schemeClr val="accent4">
                    <a:lumMod val="60000"/>
                    <a:lumOff val="40000"/>
                  </a:schemeClr>
                </a:solidFill>
                <a:latin typeface="Consolas" panose="020B0609020204030204" charset="0"/>
                <a:cs typeface="Consolas" panose="020B0609020204030204" charset="0"/>
                <a:sym typeface="+mn-lt"/>
              </a:rPr>
              <a:t>//</a:t>
            </a:r>
            <a:r>
              <a:rPr sz="1400" dirty="0" err="1">
                <a:solidFill>
                  <a:schemeClr val="accent4">
                    <a:lumMod val="60000"/>
                    <a:lumOff val="40000"/>
                  </a:schemeClr>
                </a:solidFill>
                <a:latin typeface="Consolas" panose="020B0609020204030204" charset="0"/>
                <a:cs typeface="Consolas" panose="020B0609020204030204" charset="0"/>
                <a:sym typeface="+mn-lt"/>
              </a:rPr>
              <a:t>判断是否为连通图</a:t>
            </a:r>
            <a:endParaRPr sz="1400" dirty="0">
              <a:solidFill>
                <a:schemeClr val="accent4">
                  <a:lumMod val="60000"/>
                  <a:lumOff val="40000"/>
                </a:schemeClr>
              </a:solidFill>
              <a:latin typeface="Consolas" panose="020B0609020204030204" charset="0"/>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a:t>
            </a: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printf</a:t>
            </a:r>
            <a:r>
              <a:rPr sz="1400" dirty="0">
                <a:solidFill>
                  <a:schemeClr val="bg1">
                    <a:lumMod val="85000"/>
                  </a:schemeClr>
                </a:solidFill>
                <a:latin typeface="Consolas" panose="020B0609020204030204" charset="0"/>
                <a:cs typeface="Consolas" panose="020B0609020204030204" charset="0"/>
                <a:sym typeface="+mn-lt"/>
              </a:rPr>
              <a:t>("\n");</a:t>
            </a:r>
            <a:r>
              <a:rPr lang="en-US" sz="1400" dirty="0">
                <a:solidFill>
                  <a:schemeClr val="bg1">
                    <a:lumMod val="85000"/>
                  </a:schemeClr>
                </a:solidFill>
                <a:latin typeface="Consolas" panose="020B0609020204030204" charset="0"/>
                <a:cs typeface="Consolas" panose="020B0609020204030204" charset="0"/>
                <a:sym typeface="+mn-lt"/>
              </a:rPr>
              <a:t>	</a:t>
            </a:r>
            <a:r>
              <a:rPr sz="1400" dirty="0">
                <a:solidFill>
                  <a:schemeClr val="accent4">
                    <a:lumMod val="60000"/>
                    <a:lumOff val="40000"/>
                  </a:schemeClr>
                </a:solidFill>
                <a:latin typeface="Consolas" panose="020B0609020204030204" charset="0"/>
                <a:cs typeface="Consolas" panose="020B0609020204030204" charset="0"/>
                <a:sym typeface="+mn-lt"/>
              </a:rPr>
              <a:t>//</a:t>
            </a:r>
            <a:r>
              <a:rPr sz="1400" dirty="0" err="1">
                <a:solidFill>
                  <a:schemeClr val="accent4">
                    <a:lumMod val="60000"/>
                    <a:lumOff val="40000"/>
                  </a:schemeClr>
                </a:solidFill>
                <a:latin typeface="Consolas" panose="020B0609020204030204" charset="0"/>
                <a:cs typeface="Consolas" panose="020B0609020204030204" charset="0"/>
                <a:sym typeface="+mn-lt"/>
              </a:rPr>
              <a:t>换行</a:t>
            </a:r>
            <a:endParaRPr sz="1400" dirty="0">
              <a:solidFill>
                <a:schemeClr val="accent4">
                  <a:lumMod val="60000"/>
                  <a:lumOff val="40000"/>
                </a:schemeClr>
              </a:solidFill>
              <a:latin typeface="Consolas" panose="020B0609020204030204" charset="0"/>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for(int </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=0; </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&lt;M-&gt;</a:t>
            </a:r>
            <a:r>
              <a:rPr sz="1400" dirty="0" err="1">
                <a:solidFill>
                  <a:schemeClr val="bg1">
                    <a:lumMod val="85000"/>
                  </a:schemeClr>
                </a:solidFill>
                <a:latin typeface="Consolas" panose="020B0609020204030204" charset="0"/>
                <a:cs typeface="Consolas" panose="020B0609020204030204" charset="0"/>
                <a:sym typeface="+mn-lt"/>
              </a:rPr>
              <a:t>nodecount</a:t>
            </a: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a:t>
            </a: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if(visited[</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]==0)</a:t>
            </a:r>
            <a:r>
              <a:rPr lang="en-US" sz="1400" dirty="0">
                <a:solidFill>
                  <a:schemeClr val="bg1">
                    <a:lumMod val="85000"/>
                  </a:schemeClr>
                </a:solidFill>
                <a:latin typeface="Consolas" panose="020B0609020204030204" charset="0"/>
                <a:cs typeface="Consolas" panose="020B0609020204030204" charset="0"/>
                <a:sym typeface="+mn-lt"/>
              </a:rPr>
              <a:t>		</a:t>
            </a:r>
            <a:r>
              <a:rPr sz="1400" dirty="0">
                <a:solidFill>
                  <a:schemeClr val="accent4">
                    <a:lumMod val="60000"/>
                    <a:lumOff val="40000"/>
                  </a:schemeClr>
                </a:solidFill>
                <a:latin typeface="Consolas" panose="020B0609020204030204" charset="0"/>
                <a:cs typeface="Consolas" panose="020B0609020204030204" charset="0"/>
                <a:sym typeface="+mn-lt"/>
              </a:rPr>
              <a:t>//</a:t>
            </a:r>
            <a:r>
              <a:rPr sz="1400" dirty="0" err="1">
                <a:solidFill>
                  <a:schemeClr val="accent4">
                    <a:lumMod val="60000"/>
                    <a:lumOff val="40000"/>
                  </a:schemeClr>
                </a:solidFill>
                <a:latin typeface="Consolas" panose="020B0609020204030204" charset="0"/>
                <a:cs typeface="Consolas" panose="020B0609020204030204" charset="0"/>
                <a:sym typeface="+mn-lt"/>
              </a:rPr>
              <a:t>判断某节点是否被访问</a:t>
            </a:r>
            <a:endParaRPr sz="1400" dirty="0">
              <a:solidFill>
                <a:schemeClr val="accent4">
                  <a:lumMod val="60000"/>
                  <a:lumOff val="40000"/>
                </a:schemeClr>
              </a:solidFill>
              <a:latin typeface="Consolas" panose="020B0609020204030204" charset="0"/>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printf</a:t>
            </a:r>
            <a:r>
              <a:rPr sz="1400" dirty="0">
                <a:solidFill>
                  <a:schemeClr val="bg1">
                    <a:lumMod val="85000"/>
                  </a:schemeClr>
                </a:solidFill>
                <a:latin typeface="Consolas" panose="020B0609020204030204" charset="0"/>
                <a:cs typeface="Consolas" panose="020B0609020204030204" charset="0"/>
                <a:sym typeface="+mn-lt"/>
              </a:rPr>
              <a:t>("</a:t>
            </a:r>
            <a:r>
              <a:rPr sz="1400" dirty="0" err="1">
                <a:solidFill>
                  <a:schemeClr val="bg1">
                    <a:lumMod val="85000"/>
                  </a:schemeClr>
                </a:solidFill>
                <a:latin typeface="Consolas" panose="020B0609020204030204" charset="0"/>
                <a:cs typeface="Consolas" panose="020B0609020204030204" charset="0"/>
                <a:sym typeface="+mn-lt"/>
              </a:rPr>
              <a:t>不是连通图</a:t>
            </a:r>
            <a:r>
              <a:rPr sz="1400" dirty="0">
                <a:solidFill>
                  <a:schemeClr val="bg1">
                    <a:lumMod val="85000"/>
                  </a:schemeClr>
                </a:solidFill>
                <a:latin typeface="Consolas" panose="020B0609020204030204" charset="0"/>
                <a:cs typeface="Consolas" panose="020B0609020204030204" charset="0"/>
                <a:sym typeface="+mn-lt"/>
              </a:rPr>
              <a:t>，%</a:t>
            </a:r>
            <a:r>
              <a:rPr sz="1400" dirty="0" err="1">
                <a:solidFill>
                  <a:schemeClr val="bg1">
                    <a:lumMod val="85000"/>
                  </a:schemeClr>
                </a:solidFill>
                <a:latin typeface="Consolas" panose="020B0609020204030204" charset="0"/>
                <a:cs typeface="Consolas" panose="020B0609020204030204" charset="0"/>
                <a:sym typeface="+mn-lt"/>
              </a:rPr>
              <a:t>d节点无法遍历</a:t>
            </a:r>
            <a:r>
              <a:rPr sz="1400" dirty="0">
                <a:solidFill>
                  <a:schemeClr val="bg1">
                    <a:lumMod val="85000"/>
                  </a:schemeClr>
                </a:solidFill>
                <a:latin typeface="Consolas" panose="020B0609020204030204" charset="0"/>
                <a:cs typeface="Consolas" panose="020B0609020204030204" charset="0"/>
                <a:sym typeface="+mn-lt"/>
              </a:rPr>
              <a:t>",M-&gt;</a:t>
            </a:r>
            <a:r>
              <a:rPr sz="1400" dirty="0" err="1">
                <a:solidFill>
                  <a:schemeClr val="bg1">
                    <a:lumMod val="85000"/>
                  </a:schemeClr>
                </a:solidFill>
                <a:latin typeface="Consolas" panose="020B0609020204030204" charset="0"/>
                <a:cs typeface="Consolas" panose="020B0609020204030204" charset="0"/>
                <a:sym typeface="+mn-lt"/>
              </a:rPr>
              <a:t>nodenumber</a:t>
            </a:r>
            <a:r>
              <a:rPr sz="1400" dirty="0">
                <a:solidFill>
                  <a:schemeClr val="bg1">
                    <a:lumMod val="85000"/>
                  </a:schemeClr>
                </a:solidFill>
                <a:latin typeface="Consolas" panose="020B0609020204030204" charset="0"/>
                <a:cs typeface="Consolas" panose="020B0609020204030204" charset="0"/>
                <a:sym typeface="+mn-lt"/>
              </a:rPr>
              <a:t>[</a:t>
            </a:r>
            <a:r>
              <a:rPr sz="1400" dirty="0" err="1">
                <a:solidFill>
                  <a:schemeClr val="bg1">
                    <a:lumMod val="85000"/>
                  </a:schemeClr>
                </a:solidFill>
                <a:latin typeface="Consolas" panose="020B0609020204030204" charset="0"/>
                <a:cs typeface="Consolas" panose="020B0609020204030204" charset="0"/>
                <a:sym typeface="+mn-lt"/>
              </a:rPr>
              <a:t>i</a:t>
            </a:r>
            <a:r>
              <a:rPr sz="1400" dirty="0">
                <a:solidFill>
                  <a:schemeClr val="bg1">
                    <a:lumMod val="85000"/>
                  </a:schemeClr>
                </a:solidFill>
                <a:latin typeface="Consolas" panose="020B0609020204030204" charset="0"/>
                <a:cs typeface="Consolas" panose="020B0609020204030204" charset="0"/>
                <a:sym typeface="+mn-lt"/>
              </a:rPr>
              <a:t>]);</a:t>
            </a:r>
            <a:r>
              <a:rPr lang="en-US" sz="1400" dirty="0">
                <a:solidFill>
                  <a:schemeClr val="bg1">
                    <a:lumMod val="85000"/>
                  </a:schemeClr>
                </a:solidFill>
                <a:latin typeface="Consolas" panose="020B0609020204030204" charset="0"/>
                <a:cs typeface="Consolas" panose="020B0609020204030204" charset="0"/>
                <a:sym typeface="+mn-lt"/>
              </a:rPr>
              <a:t>	</a:t>
            </a:r>
          </a:p>
          <a:p>
            <a:pPr algn="l" defTabSz="684530" eaLnBrk="1" hangingPunct="1">
              <a:lnSpc>
                <a:spcPct val="150000"/>
              </a:lnSpc>
              <a:buClrTx/>
              <a:buSzTx/>
              <a:buFont typeface="Arial" panose="020B0604020202020204" pitchFamily="34" charset="0"/>
            </a:pPr>
            <a:r>
              <a:rPr lang="en-US" sz="1400" dirty="0">
                <a:solidFill>
                  <a:schemeClr val="bg1">
                    <a:lumMod val="85000"/>
                  </a:schemeClr>
                </a:solidFill>
                <a:latin typeface="Consolas" panose="020B0609020204030204" charset="0"/>
                <a:cs typeface="Consolas" panose="020B0609020204030204" charset="0"/>
                <a:sym typeface="+mn-lt"/>
              </a:rPr>
              <a:t>				</a:t>
            </a:r>
            <a:r>
              <a:rPr sz="1400" dirty="0">
                <a:solidFill>
                  <a:schemeClr val="accent4">
                    <a:lumMod val="60000"/>
                    <a:lumOff val="40000"/>
                  </a:schemeClr>
                </a:solidFill>
                <a:latin typeface="Consolas" panose="020B0609020204030204" charset="0"/>
                <a:cs typeface="Consolas" panose="020B0609020204030204" charset="0"/>
                <a:sym typeface="+mn-lt"/>
              </a:rPr>
              <a:t>//</a:t>
            </a:r>
            <a:r>
              <a:rPr sz="1400" dirty="0" err="1">
                <a:solidFill>
                  <a:schemeClr val="accent4">
                    <a:lumMod val="60000"/>
                    <a:lumOff val="40000"/>
                  </a:schemeClr>
                </a:solidFill>
                <a:latin typeface="Consolas" panose="020B0609020204030204" charset="0"/>
                <a:cs typeface="Consolas" panose="020B0609020204030204" charset="0"/>
                <a:sym typeface="+mn-lt"/>
              </a:rPr>
              <a:t>若有未访问的节点则不是连通图</a:t>
            </a:r>
            <a:endParaRPr sz="1400" dirty="0">
              <a:solidFill>
                <a:schemeClr val="accent4">
                  <a:lumMod val="60000"/>
                  <a:lumOff val="40000"/>
                </a:schemeClr>
              </a:solidFill>
              <a:latin typeface="Consolas" panose="020B0609020204030204" charset="0"/>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if(visited[M-&gt;nodecount-1]==1)</a:t>
            </a: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p>
          <a:p>
            <a:pPr algn="l" defTabSz="684530" eaLnBrk="1" hangingPunct="1">
              <a:lnSpc>
                <a:spcPct val="150000"/>
              </a:lnSpc>
              <a:buClrTx/>
              <a:buSzTx/>
              <a:buFont typeface="Arial" panose="020B0604020202020204" pitchFamily="34" charset="0"/>
            </a:pPr>
            <a:r>
              <a:rPr sz="1400" dirty="0">
                <a:solidFill>
                  <a:schemeClr val="bg1">
                    <a:lumMod val="85000"/>
                  </a:schemeClr>
                </a:solidFill>
                <a:latin typeface="Consolas" panose="020B0609020204030204" charset="0"/>
                <a:cs typeface="Consolas" panose="020B0609020204030204" charset="0"/>
                <a:sym typeface="+mn-lt"/>
              </a:rPr>
              <a:t>        </a:t>
            </a:r>
            <a:r>
              <a:rPr sz="1400" dirty="0" err="1">
                <a:solidFill>
                  <a:schemeClr val="bg1">
                    <a:lumMod val="85000"/>
                  </a:schemeClr>
                </a:solidFill>
                <a:latin typeface="Consolas" panose="020B0609020204030204" charset="0"/>
                <a:cs typeface="Consolas" panose="020B0609020204030204" charset="0"/>
                <a:sym typeface="+mn-lt"/>
              </a:rPr>
              <a:t>printf</a:t>
            </a:r>
            <a:r>
              <a:rPr sz="1400" dirty="0">
                <a:solidFill>
                  <a:schemeClr val="bg1">
                    <a:lumMod val="85000"/>
                  </a:schemeClr>
                </a:solidFill>
                <a:latin typeface="Consolas" panose="020B0609020204030204" charset="0"/>
                <a:cs typeface="Consolas" panose="020B0609020204030204" charset="0"/>
                <a:sym typeface="+mn-lt"/>
              </a:rPr>
              <a:t>("</a:t>
            </a:r>
            <a:r>
              <a:rPr sz="1400" dirty="0" err="1">
                <a:solidFill>
                  <a:schemeClr val="bg1">
                    <a:lumMod val="85000"/>
                  </a:schemeClr>
                </a:solidFill>
                <a:latin typeface="Consolas" panose="020B0609020204030204" charset="0"/>
                <a:cs typeface="Consolas" panose="020B0609020204030204" charset="0"/>
                <a:sym typeface="+mn-lt"/>
              </a:rPr>
              <a:t>是连通图，所有节点都可以遍历</a:t>
            </a:r>
            <a:r>
              <a:rPr sz="1400" dirty="0">
                <a:solidFill>
                  <a:schemeClr val="bg1">
                    <a:lumMod val="85000"/>
                  </a:schemeClr>
                </a:solidFill>
                <a:latin typeface="Consolas" panose="020B0609020204030204" charset="0"/>
                <a:cs typeface="Consolas" panose="020B0609020204030204" charset="0"/>
                <a:sym typeface="+mn-lt"/>
              </a:rPr>
              <a:t>");</a:t>
            </a:r>
            <a:r>
              <a:rPr lang="en-US" sz="1400" dirty="0">
                <a:solidFill>
                  <a:schemeClr val="bg1">
                    <a:lumMod val="85000"/>
                  </a:schemeClr>
                </a:solidFill>
                <a:latin typeface="Consolas" panose="020B0609020204030204" charset="0"/>
                <a:cs typeface="Consolas" panose="020B0609020204030204" charset="0"/>
                <a:sym typeface="+mn-lt"/>
              </a:rPr>
              <a:t>     </a:t>
            </a:r>
            <a:r>
              <a:rPr sz="1400" dirty="0">
                <a:solidFill>
                  <a:schemeClr val="accent4">
                    <a:lumMod val="60000"/>
                    <a:lumOff val="40000"/>
                  </a:schemeClr>
                </a:solidFill>
                <a:latin typeface="Consolas" panose="020B0609020204030204" charset="0"/>
                <a:cs typeface="Consolas" panose="020B0609020204030204" charset="0"/>
                <a:sym typeface="+mn-lt"/>
              </a:rPr>
              <a:t>  </a:t>
            </a:r>
          </a:p>
          <a:p>
            <a:pPr algn="l" defTabSz="684530" eaLnBrk="1" hangingPunct="1">
              <a:lnSpc>
                <a:spcPct val="150000"/>
              </a:lnSpc>
              <a:buClrTx/>
              <a:buSzTx/>
              <a:buFont typeface="Arial" panose="020B0604020202020204" pitchFamily="34" charset="0"/>
            </a:pPr>
            <a:r>
              <a:rPr lang="en-US" sz="1400" dirty="0">
                <a:solidFill>
                  <a:schemeClr val="accent4">
                    <a:lumMod val="60000"/>
                    <a:lumOff val="40000"/>
                  </a:schemeClr>
                </a:solidFill>
                <a:latin typeface="Consolas" panose="020B0609020204030204" charset="0"/>
                <a:cs typeface="Consolas" panose="020B0609020204030204" charset="0"/>
                <a:sym typeface="+mn-lt"/>
              </a:rPr>
              <a:t>					</a:t>
            </a:r>
            <a:r>
              <a:rPr sz="1400" dirty="0">
                <a:solidFill>
                  <a:schemeClr val="accent4">
                    <a:lumMod val="60000"/>
                    <a:lumOff val="40000"/>
                  </a:schemeClr>
                </a:solidFill>
                <a:latin typeface="Consolas" panose="020B0609020204030204" charset="0"/>
                <a:cs typeface="Consolas" panose="020B0609020204030204" charset="0"/>
                <a:sym typeface="+mn-lt"/>
              </a:rPr>
              <a:t>//</a:t>
            </a:r>
            <a:r>
              <a:rPr sz="1400" dirty="0" err="1">
                <a:solidFill>
                  <a:schemeClr val="accent4">
                    <a:lumMod val="60000"/>
                    <a:lumOff val="40000"/>
                  </a:schemeClr>
                </a:solidFill>
                <a:latin typeface="Consolas" panose="020B0609020204030204" charset="0"/>
                <a:cs typeface="Consolas" panose="020B0609020204030204" charset="0"/>
                <a:sym typeface="+mn-lt"/>
              </a:rPr>
              <a:t>若节点全都被访问则为连通图</a:t>
            </a:r>
            <a:endParaRPr sz="1400" dirty="0">
              <a:solidFill>
                <a:schemeClr val="accent4">
                  <a:lumMod val="60000"/>
                  <a:lumOff val="40000"/>
                </a:schemeClr>
              </a:solidFill>
              <a:latin typeface="Consolas" panose="020B0609020204030204" charset="0"/>
              <a:cs typeface="Consolas" panose="020B0609020204030204" charset="0"/>
              <a:sym typeface="+mn-lt"/>
            </a:endParaRP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    }</a:t>
            </a:r>
          </a:p>
          <a:p>
            <a:pPr algn="l" eaLnBrk="1" hangingPunct="1">
              <a:lnSpc>
                <a:spcPct val="150000"/>
              </a:lnSpc>
            </a:pPr>
            <a:r>
              <a:rPr sz="1400" dirty="0">
                <a:solidFill>
                  <a:schemeClr val="bg1">
                    <a:lumMod val="85000"/>
                  </a:schemeClr>
                </a:solidFill>
                <a:latin typeface="Consolas" panose="020B0609020204030204" charset="0"/>
                <a:cs typeface="Consolas" panose="020B0609020204030204" charset="0"/>
                <a:sym typeface="+mn-lt"/>
              </a:rPr>
              <a:t>}</a:t>
            </a:r>
            <a:r>
              <a:rPr lang="en-US" sz="1400" dirty="0">
                <a:solidFill>
                  <a:schemeClr val="bg1">
                    <a:lumMod val="85000"/>
                  </a:schemeClr>
                </a:solidFill>
                <a:latin typeface="Consolas" panose="020B0609020204030204" charset="0"/>
                <a:cs typeface="Consolas" panose="020B0609020204030204" charset="0"/>
                <a:sym typeface="+mn-lt"/>
              </a:rPr>
              <a:t>	</a:t>
            </a:r>
            <a:endParaRPr sz="1400" dirty="0">
              <a:solidFill>
                <a:schemeClr val="bg1">
                  <a:lumMod val="85000"/>
                </a:schemeClr>
              </a:solidFill>
              <a:latin typeface="Consolas" panose="020B0609020204030204" charset="0"/>
              <a:cs typeface="Consolas" panose="020B0609020204030204" charset="0"/>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5" name="组合 1"/>
          <p:cNvGrpSpPr/>
          <p:nvPr/>
        </p:nvGrpSpPr>
        <p:grpSpPr>
          <a:xfrm>
            <a:off x="263352" y="-315635"/>
            <a:ext cx="11928647" cy="7173635"/>
            <a:chOff x="263352" y="-315635"/>
            <a:chExt cx="11928647" cy="7173635"/>
          </a:xfrm>
        </p:grpSpPr>
        <p:pic>
          <p:nvPicPr>
            <p:cNvPr id="2097163"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645" name="文本框 2"/>
            <p:cNvSpPr txBox="1"/>
            <p:nvPr/>
          </p:nvSpPr>
          <p:spPr>
            <a:xfrm>
              <a:off x="476077" y="332700"/>
              <a:ext cx="9062720" cy="953135"/>
            </a:xfrm>
            <a:prstGeom prst="rect">
              <a:avLst/>
            </a:prstGeom>
            <a:noFill/>
          </p:spPr>
          <p:txBody>
            <a:bodyPr wrap="square" rtlCol="0">
              <a:spAutoFit/>
            </a:bodyPr>
            <a:lstStyle/>
            <a:p>
              <a:pPr algn="l">
                <a:buClrTx/>
                <a:buSzTx/>
                <a:buFontTx/>
              </a:pPr>
              <a:r>
                <a:rPr lang="zh-CN" altLang="en-US" sz="2800" b="1" dirty="0">
                  <a:solidFill>
                    <a:schemeClr val="bg1"/>
                  </a:solidFill>
                  <a:cs typeface="+mn-ea"/>
                  <a:sym typeface="+mn-lt"/>
                </a:rPr>
                <a:t>代码</a:t>
              </a:r>
              <a:r>
                <a:rPr lang="en-US" altLang="zh-CN" sz="2800" b="1" dirty="0">
                  <a:solidFill>
                    <a:schemeClr val="bg1"/>
                  </a:solidFill>
                  <a:cs typeface="+mn-ea"/>
                  <a:sym typeface="+mn-lt"/>
                </a:rPr>
                <a:t>		</a:t>
              </a:r>
              <a:r>
                <a:rPr lang="zh-CN" altLang="en-US" sz="2800" b="1" dirty="0">
                  <a:solidFill>
                    <a:schemeClr val="bg1"/>
                  </a:solidFill>
                  <a:cs typeface="+mn-ea"/>
                  <a:sym typeface="+mn-lt"/>
                </a:rPr>
                <a:t>主函数部分</a:t>
              </a:r>
              <a:endParaRPr lang="en-US" altLang="zh-CN" sz="2800" b="1" dirty="0">
                <a:solidFill>
                  <a:schemeClr val="bg1"/>
                </a:solidFill>
                <a:cs typeface="+mn-ea"/>
                <a:sym typeface="+mn-lt"/>
              </a:endParaRPr>
            </a:p>
            <a:p>
              <a:endParaRPr lang="en-US" altLang="zh-CN" sz="2800" b="1" dirty="0">
                <a:solidFill>
                  <a:schemeClr val="bg1"/>
                </a:solidFill>
                <a:cs typeface="+mn-ea"/>
                <a:sym typeface="+mn-lt"/>
              </a:endParaRPr>
            </a:p>
          </p:txBody>
        </p:sp>
        <p:grpSp>
          <p:nvGrpSpPr>
            <p:cNvPr id="66" name="组合 40"/>
            <p:cNvGrpSpPr/>
            <p:nvPr/>
          </p:nvGrpSpPr>
          <p:grpSpPr>
            <a:xfrm rot="10800000" flipV="1">
              <a:off x="263352" y="984158"/>
              <a:ext cx="11745783" cy="45719"/>
              <a:chOff x="3182554" y="3904019"/>
              <a:chExt cx="5543625" cy="45719"/>
            </a:xfrm>
          </p:grpSpPr>
          <p:sp>
            <p:nvSpPr>
              <p:cNvPr id="1048646"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7"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648"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64"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649" name="矩形 13"/>
          <p:cNvSpPr>
            <a:spLocks noChangeArrowheads="1"/>
          </p:cNvSpPr>
          <p:nvPr/>
        </p:nvSpPr>
        <p:spPr bwMode="auto">
          <a:xfrm>
            <a:off x="263525" y="1124585"/>
            <a:ext cx="10249535" cy="4939030"/>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int main()</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int v;</a:t>
            </a:r>
            <a:r>
              <a:rPr lang="en-US" sz="1400" dirty="0">
                <a:solidFill>
                  <a:schemeClr val="bg1">
                    <a:lumMod val="85000"/>
                  </a:schemeClr>
                </a:solidFill>
                <a:latin typeface="Consolas" panose="020B0609020204030204" charset="0"/>
                <a:ea typeface="+mn-ea"/>
                <a:cs typeface="Consolas" panose="020B0609020204030204" charset="0"/>
                <a:sym typeface="+mn-lt"/>
              </a:rPr>
              <a:t>				</a:t>
            </a:r>
            <a:r>
              <a:rPr lang="en-US" sz="1400" dirty="0">
                <a:solidFill>
                  <a:schemeClr val="accent4">
                    <a:lumMod val="60000"/>
                    <a:lumOff val="40000"/>
                  </a:schemeClr>
                </a:solidFill>
                <a:latin typeface="Consolas" panose="020B0609020204030204" charset="0"/>
                <a:ea typeface="+mn-ea"/>
                <a:sym typeface="+mn-lt"/>
              </a:rPr>
              <a:t>//</a:t>
            </a:r>
            <a:r>
              <a:rPr lang="zh-CN" altLang="en-US" sz="1400" dirty="0">
                <a:solidFill>
                  <a:schemeClr val="accent4">
                    <a:lumMod val="60000"/>
                    <a:lumOff val="40000"/>
                  </a:schemeClr>
                </a:solidFill>
                <a:latin typeface="Consolas" panose="020B0609020204030204" charset="0"/>
                <a:ea typeface="+mn-ea"/>
                <a:sym typeface="+mn-lt"/>
              </a:rPr>
              <a:t>开始结点</a:t>
            </a:r>
            <a:endParaRPr sz="1400" dirty="0">
              <a:solidFill>
                <a:schemeClr val="accent4">
                  <a:lumMod val="60000"/>
                  <a:lumOff val="40000"/>
                </a:schemeClr>
              </a:solidFill>
              <a:latin typeface="Consolas" panose="020B0609020204030204" charset="0"/>
              <a:ea typeface="+mn-ea"/>
              <a:sym typeface="+mn-lt"/>
            </a:endParaRPr>
          </a:p>
          <a:p>
            <a:pPr eaLnBrk="1" hangingPunct="1">
              <a:lnSpc>
                <a:spcPct val="150000"/>
              </a:lnSpc>
            </a:pPr>
            <a:r>
              <a:rPr sz="1400" dirty="0">
                <a:solidFill>
                  <a:schemeClr val="accent4">
                    <a:lumMod val="60000"/>
                    <a:lumOff val="40000"/>
                  </a:schemeClr>
                </a:solidFill>
                <a:latin typeface="Consolas" panose="020B0609020204030204" charset="0"/>
                <a:ea typeface="+mn-ea"/>
                <a:sym typeface="+mn-lt"/>
              </a:rPr>
              <a:t>    </a:t>
            </a:r>
            <a:r>
              <a:rPr sz="1400" dirty="0">
                <a:solidFill>
                  <a:schemeClr val="bg1">
                    <a:lumMod val="85000"/>
                  </a:schemeClr>
                </a:solidFill>
                <a:latin typeface="Consolas" panose="020B0609020204030204" charset="0"/>
                <a:ea typeface="+mn-ea"/>
                <a:sym typeface="+mn-lt"/>
              </a:rPr>
              <a:t>Map M;</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Graph(&amp;M);</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构建图</a:t>
            </a:r>
            <a:endParaRPr sz="1400" dirty="0">
              <a:solidFill>
                <a:schemeClr val="bg1">
                  <a:lumMod val="85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请输入头节点</a:t>
            </a:r>
            <a:r>
              <a:rPr sz="1400" dirty="0">
                <a:solidFill>
                  <a:schemeClr val="bg1">
                    <a:lumMod val="85000"/>
                  </a:schemeClr>
                </a:solidFill>
                <a:latin typeface="Consolas" panose="020B0609020204030204" charset="0"/>
                <a:ea typeface="+mn-ea"/>
                <a:cs typeface="Consolas" panose="020B0609020204030204" charset="0"/>
                <a:sym typeface="+mn-lt"/>
              </a:rPr>
              <a:t>：");</a:t>
            </a: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scanf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d",&amp;v</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输入头节点</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深度优先搜索结果</a:t>
            </a:r>
            <a:r>
              <a:rPr sz="1400" dirty="0">
                <a:solidFill>
                  <a:schemeClr val="bg1">
                    <a:lumMod val="85000"/>
                  </a:schemeClr>
                </a:solidFill>
                <a:latin typeface="Consolas" panose="020B0609020204030204" charset="0"/>
                <a:ea typeface="+mn-ea"/>
                <a:cs typeface="Consolas" panose="020B0609020204030204" charset="0"/>
                <a:sym typeface="+mn-lt"/>
              </a:rPr>
              <a:t>：");</a:t>
            </a: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DFS(&amp;M,v-1);</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深度优先搜索</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clear(&amp;</a:t>
            </a:r>
            <a:r>
              <a:rPr sz="1400" dirty="0" err="1">
                <a:solidFill>
                  <a:schemeClr val="bg1">
                    <a:lumMod val="85000"/>
                  </a:schemeClr>
                </a:solidFill>
                <a:latin typeface="Consolas" panose="020B0609020204030204" charset="0"/>
                <a:ea typeface="+mn-ea"/>
                <a:cs typeface="Consolas" panose="020B0609020204030204" charset="0"/>
                <a:sym typeface="+mn-lt"/>
              </a:rPr>
              <a:t>M,visited</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将标志数组清零，方便后续广度优先搜索使用</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a:t>
            </a:r>
            <a:r>
              <a:rPr sz="1400" dirty="0" err="1">
                <a:solidFill>
                  <a:schemeClr val="bg1">
                    <a:lumMod val="85000"/>
                  </a:schemeClr>
                </a:solidFill>
                <a:latin typeface="Consolas" panose="020B0609020204030204" charset="0"/>
                <a:ea typeface="+mn-ea"/>
                <a:cs typeface="Consolas" panose="020B0609020204030204" charset="0"/>
                <a:sym typeface="+mn-lt"/>
              </a:rPr>
              <a:t>printf</a:t>
            </a:r>
            <a:r>
              <a:rPr sz="1400" dirty="0">
                <a:solidFill>
                  <a:schemeClr val="bg1">
                    <a:lumMod val="85000"/>
                  </a:schemeClr>
                </a:solidFill>
                <a:latin typeface="Consolas" panose="020B0609020204030204" charset="0"/>
                <a:ea typeface="+mn-ea"/>
                <a:cs typeface="Consolas" panose="020B0609020204030204" charset="0"/>
                <a:sym typeface="+mn-lt"/>
              </a:rPr>
              <a:t>("</a:t>
            </a:r>
            <a:r>
              <a:rPr sz="1400" dirty="0" err="1">
                <a:solidFill>
                  <a:schemeClr val="bg1">
                    <a:lumMod val="85000"/>
                  </a:schemeClr>
                </a:solidFill>
                <a:latin typeface="Consolas" panose="020B0609020204030204" charset="0"/>
                <a:ea typeface="+mn-ea"/>
                <a:cs typeface="Consolas" panose="020B0609020204030204" charset="0"/>
                <a:sym typeface="+mn-lt"/>
              </a:rPr>
              <a:t>广度优先搜索结果</a:t>
            </a:r>
            <a:r>
              <a:rPr sz="1400" dirty="0">
                <a:solidFill>
                  <a:schemeClr val="bg1">
                    <a:lumMod val="85000"/>
                  </a:schemeClr>
                </a:solidFill>
                <a:latin typeface="Consolas" panose="020B0609020204030204" charset="0"/>
                <a:ea typeface="+mn-ea"/>
                <a:cs typeface="Consolas" panose="020B0609020204030204" charset="0"/>
                <a:sym typeface="+mn-lt"/>
              </a:rPr>
              <a:t>：");</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BFS(&amp;M,v-1);</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广度优先搜索</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algn="l" eaLnBrk="1" hangingPunct="1">
              <a:lnSpc>
                <a:spcPct val="150000"/>
              </a:lnSpc>
              <a:buClrTx/>
              <a:buSzTx/>
            </a:pPr>
            <a:r>
              <a:rPr sz="1400" dirty="0">
                <a:solidFill>
                  <a:schemeClr val="bg1">
                    <a:lumMod val="85000"/>
                  </a:schemeClr>
                </a:solidFill>
                <a:latin typeface="Consolas" panose="020B0609020204030204" charset="0"/>
                <a:ea typeface="+mn-ea"/>
                <a:cs typeface="Consolas" panose="020B0609020204030204" charset="0"/>
                <a:sym typeface="+mn-lt"/>
              </a:rPr>
              <a:t>    judge(&amp;</a:t>
            </a:r>
            <a:r>
              <a:rPr sz="1400" dirty="0" err="1">
                <a:solidFill>
                  <a:schemeClr val="bg1">
                    <a:lumMod val="85000"/>
                  </a:schemeClr>
                </a:solidFill>
                <a:latin typeface="Consolas" panose="020B0609020204030204" charset="0"/>
                <a:ea typeface="+mn-ea"/>
                <a:cs typeface="Consolas" panose="020B0609020204030204" charset="0"/>
                <a:sym typeface="+mn-lt"/>
              </a:rPr>
              <a:t>M,visited</a:t>
            </a:r>
            <a:r>
              <a:rPr sz="1400" dirty="0">
                <a:solidFill>
                  <a:schemeClr val="bg1">
                    <a:lumMod val="85000"/>
                  </a:schemeClr>
                </a:solidFill>
                <a:latin typeface="Consolas" panose="020B0609020204030204" charset="0"/>
                <a:ea typeface="+mn-ea"/>
                <a:cs typeface="Consolas" panose="020B0609020204030204" charset="0"/>
                <a:sym typeface="+mn-lt"/>
              </a:rPr>
              <a:t>);</a:t>
            </a:r>
            <a:r>
              <a:rPr lang="en-US" sz="1400" dirty="0">
                <a:solidFill>
                  <a:schemeClr val="bg1">
                    <a:lumMod val="85000"/>
                  </a:schemeClr>
                </a:solidFill>
                <a:latin typeface="Consolas" panose="020B0609020204030204" charset="0"/>
                <a:ea typeface="+mn-ea"/>
                <a:cs typeface="Consolas" panose="020B0609020204030204" charset="0"/>
                <a:sym typeface="+mn-lt"/>
              </a:rPr>
              <a:t>		</a:t>
            </a:r>
            <a:r>
              <a:rPr sz="1400" dirty="0">
                <a:solidFill>
                  <a:schemeClr val="accent4">
                    <a:lumMod val="60000"/>
                    <a:lumOff val="40000"/>
                  </a:schemeClr>
                </a:solidFill>
                <a:latin typeface="Consolas" panose="020B0609020204030204" charset="0"/>
                <a:ea typeface="+mn-ea"/>
                <a:cs typeface="Consolas" panose="020B0609020204030204" charset="0"/>
                <a:sym typeface="+mn-lt"/>
              </a:rPr>
              <a:t>//</a:t>
            </a:r>
            <a:r>
              <a:rPr sz="1400" dirty="0" err="1">
                <a:solidFill>
                  <a:schemeClr val="accent4">
                    <a:lumMod val="60000"/>
                    <a:lumOff val="40000"/>
                  </a:schemeClr>
                </a:solidFill>
                <a:latin typeface="Consolas" panose="020B0609020204030204" charset="0"/>
                <a:ea typeface="+mn-ea"/>
                <a:cs typeface="Consolas" panose="020B0609020204030204" charset="0"/>
                <a:sym typeface="+mn-lt"/>
              </a:rPr>
              <a:t>判断是否为连通图</a:t>
            </a:r>
            <a:endParaRPr sz="1400" dirty="0">
              <a:solidFill>
                <a:schemeClr val="accent4">
                  <a:lumMod val="60000"/>
                  <a:lumOff val="40000"/>
                </a:schemeClr>
              </a:solidFill>
              <a:latin typeface="Consolas" panose="020B0609020204030204" charset="0"/>
              <a:ea typeface="+mn-ea"/>
              <a:cs typeface="Consolas" panose="020B0609020204030204" charset="0"/>
              <a:sym typeface="+mn-lt"/>
            </a:endParaRP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    return 0;</a:t>
            </a:r>
          </a:p>
          <a:p>
            <a:pPr eaLnBrk="1" hangingPunct="1">
              <a:lnSpc>
                <a:spcPct val="150000"/>
              </a:lnSpc>
            </a:pPr>
            <a:r>
              <a:rPr sz="1400" dirty="0">
                <a:solidFill>
                  <a:schemeClr val="bg1">
                    <a:lumMod val="85000"/>
                  </a:schemeClr>
                </a:solidFill>
                <a:latin typeface="Consolas" panose="020B0609020204030204" charset="0"/>
                <a:ea typeface="+mn-ea"/>
                <a:cs typeface="Consolas" panose="020B0609020204030204" charset="0"/>
                <a:sym typeface="+mn-lt"/>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0" name="组合 1"/>
          <p:cNvGrpSpPr/>
          <p:nvPr/>
        </p:nvGrpSpPr>
        <p:grpSpPr>
          <a:xfrm>
            <a:off x="47625" y="188595"/>
            <a:ext cx="11888470" cy="6320155"/>
            <a:chOff x="263352" y="-315635"/>
            <a:chExt cx="11928647" cy="7173635"/>
          </a:xfrm>
        </p:grpSpPr>
        <p:pic>
          <p:nvPicPr>
            <p:cNvPr id="2097183" name="图片 27" descr="图片包含 就坐, 黑色, 建筑物, 户外&#10;&#10;已生成高可信度的说明"/>
            <p:cNvPicPr>
              <a:picLocks noChangeAspect="1"/>
            </p:cNvPicPr>
            <p:nvPr>
              <p:custDataLst>
                <p:tags r:id="rId2"/>
              </p:custDataLst>
            </p:nvPr>
          </p:nvPicPr>
          <p:blipFill rotWithShape="1">
            <a:blip r:embed="rId9" cstate="screen"/>
            <a:srcRect/>
            <a:stretch>
              <a:fillRect/>
            </a:stretch>
          </p:blipFill>
          <p:spPr>
            <a:xfrm rot="15300000">
              <a:off x="392931" y="-390354"/>
              <a:ext cx="1819802" cy="1969240"/>
            </a:xfrm>
            <a:prstGeom prst="rect">
              <a:avLst/>
            </a:prstGeom>
          </p:spPr>
        </p:pic>
        <p:sp>
          <p:nvSpPr>
            <p:cNvPr id="1048753" name="文本框 2"/>
            <p:cNvSpPr txBox="1"/>
            <p:nvPr/>
          </p:nvSpPr>
          <p:spPr>
            <a:xfrm>
              <a:off x="362110" y="120419"/>
              <a:ext cx="2830202" cy="592457"/>
            </a:xfrm>
            <a:prstGeom prst="rect">
              <a:avLst/>
            </a:prstGeom>
            <a:noFill/>
          </p:spPr>
          <p:txBody>
            <a:bodyPr wrap="square" rtlCol="0">
              <a:spAutoFit/>
            </a:bodyPr>
            <a:lstStyle/>
            <a:p>
              <a:r>
                <a:rPr lang="zh-CN" altLang="en-US" sz="2800" b="1" dirty="0">
                  <a:solidFill>
                    <a:schemeClr val="bg1"/>
                  </a:solidFill>
                  <a:cs typeface="+mn-ea"/>
                  <a:sym typeface="+mn-lt"/>
                </a:rPr>
                <a:t>实验结果</a:t>
              </a:r>
            </a:p>
          </p:txBody>
        </p:sp>
        <p:grpSp>
          <p:nvGrpSpPr>
            <p:cNvPr id="121" name="组合 40"/>
            <p:cNvGrpSpPr/>
            <p:nvPr/>
          </p:nvGrpSpPr>
          <p:grpSpPr>
            <a:xfrm rot="10800000" flipV="1">
              <a:off x="263352" y="984158"/>
              <a:ext cx="11745783" cy="45719"/>
              <a:chOff x="3182554" y="3904019"/>
              <a:chExt cx="5543625" cy="45719"/>
            </a:xfrm>
          </p:grpSpPr>
          <p:sp>
            <p:nvSpPr>
              <p:cNvPr id="1048754" name="PA_矩形 11"/>
              <p:cNvSpPr/>
              <p:nvPr>
                <p:custDataLst>
                  <p:tags r:id="rId4"/>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55" name="PA_矩形 11"/>
              <p:cNvSpPr/>
              <p:nvPr>
                <p:custDataLst>
                  <p:tags r:id="rId5"/>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56" name="PA_矩形 11"/>
              <p:cNvSpPr/>
              <p:nvPr>
                <p:custDataLst>
                  <p:tags r:id="rId6"/>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4" name="图片 28" descr="图片包含 就坐, 黑色, 建筑物, 户外&#10;&#10;已生成高可信度的说明"/>
            <p:cNvPicPr>
              <a:picLocks noChangeAspect="1"/>
            </p:cNvPicPr>
            <p:nvPr>
              <p:custDataLst>
                <p:tags r:id="rId3"/>
              </p:custDataLst>
            </p:nvPr>
          </p:nvPicPr>
          <p:blipFill rotWithShape="1">
            <a:blip r:embed="rId10" cstate="screen"/>
            <a:srcRect/>
            <a:stretch>
              <a:fillRect/>
            </a:stretch>
          </p:blipFill>
          <p:spPr>
            <a:xfrm flipH="1">
              <a:off x="9739942" y="1484784"/>
              <a:ext cx="2452057" cy="5373216"/>
            </a:xfrm>
            <a:prstGeom prst="rect">
              <a:avLst/>
            </a:prstGeom>
          </p:spPr>
        </p:pic>
      </p:grpSp>
      <p:pic>
        <p:nvPicPr>
          <p:cNvPr id="3" name="图片 2"/>
          <p:cNvPicPr>
            <a:picLocks noChangeAspect="1"/>
          </p:cNvPicPr>
          <p:nvPr/>
        </p:nvPicPr>
        <p:blipFill>
          <a:blip r:embed="rId11"/>
          <a:stretch>
            <a:fillRect/>
          </a:stretch>
        </p:blipFill>
        <p:spPr>
          <a:xfrm>
            <a:off x="1199515" y="1525905"/>
            <a:ext cx="9064625" cy="52019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5" name="组合 1"/>
          <p:cNvGrpSpPr/>
          <p:nvPr/>
        </p:nvGrpSpPr>
        <p:grpSpPr>
          <a:xfrm>
            <a:off x="335360" y="-315635"/>
            <a:ext cx="11928647" cy="7173635"/>
            <a:chOff x="263352" y="-315635"/>
            <a:chExt cx="11928647" cy="7173635"/>
          </a:xfrm>
        </p:grpSpPr>
        <p:pic>
          <p:nvPicPr>
            <p:cNvPr id="2097186" name="图片 27" descr="图片包含 就坐, 黑色, 建筑物, 户外&#10;&#10;已生成高可信度的说明"/>
            <p:cNvPicPr>
              <a:picLocks noChangeAspect="1"/>
            </p:cNvPicPr>
            <p:nvPr/>
          </p:nvPicPr>
          <p:blipFill rotWithShape="1">
            <a:blip r:embed="rId7" cstate="screen"/>
            <a:srcRect/>
            <a:stretch>
              <a:fillRect/>
            </a:stretch>
          </p:blipFill>
          <p:spPr>
            <a:xfrm rot="15300000">
              <a:off x="392931" y="-390354"/>
              <a:ext cx="1819802" cy="1969240"/>
            </a:xfrm>
            <a:prstGeom prst="rect">
              <a:avLst/>
            </a:prstGeom>
          </p:spPr>
        </p:pic>
        <p:sp>
          <p:nvSpPr>
            <p:cNvPr id="1048761" name="文本框 2"/>
            <p:cNvSpPr txBox="1"/>
            <p:nvPr/>
          </p:nvSpPr>
          <p:spPr>
            <a:xfrm>
              <a:off x="476332" y="332656"/>
              <a:ext cx="1960880" cy="472440"/>
            </a:xfrm>
            <a:prstGeom prst="rect">
              <a:avLst/>
            </a:prstGeom>
            <a:noFill/>
          </p:spPr>
          <p:txBody>
            <a:bodyPr wrap="none" rtlCol="0">
              <a:spAutoFit/>
            </a:bodyPr>
            <a:lstStyle/>
            <a:p>
              <a:r>
                <a:rPr lang="zh-CN" altLang="en-US" sz="2800" b="1" dirty="0">
                  <a:solidFill>
                    <a:schemeClr val="bg1"/>
                  </a:solidFill>
                  <a:cs typeface="+mn-ea"/>
                  <a:sym typeface="+mn-lt"/>
                </a:rPr>
                <a:t>调试与心得</a:t>
              </a:r>
            </a:p>
          </p:txBody>
        </p:sp>
        <p:grpSp>
          <p:nvGrpSpPr>
            <p:cNvPr id="126" name="组合 40"/>
            <p:cNvGrpSpPr/>
            <p:nvPr/>
          </p:nvGrpSpPr>
          <p:grpSpPr>
            <a:xfrm rot="10800000" flipV="1">
              <a:off x="263352" y="984158"/>
              <a:ext cx="11745783" cy="45719"/>
              <a:chOff x="3182554" y="3904019"/>
              <a:chExt cx="5543625" cy="45719"/>
            </a:xfrm>
          </p:grpSpPr>
          <p:sp>
            <p:nvSpPr>
              <p:cNvPr id="1048762" name="PA_矩形 11"/>
              <p:cNvSpPr/>
              <p:nvPr>
                <p:custDataLst>
                  <p:tags r:id="rId2"/>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63" name="PA_矩形 11"/>
              <p:cNvSpPr/>
              <p:nvPr>
                <p:custDataLst>
                  <p:tags r:id="rId3"/>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64" name="PA_矩形 11"/>
              <p:cNvSpPr/>
              <p:nvPr>
                <p:custDataLst>
                  <p:tags r:id="rId4"/>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7" name="图片 28" descr="图片包含 就坐, 黑色, 建筑物, 户外&#10;&#10;已生成高可信度的说明"/>
            <p:cNvPicPr>
              <a:picLocks noChangeAspect="1"/>
            </p:cNvPicPr>
            <p:nvPr/>
          </p:nvPicPr>
          <p:blipFill rotWithShape="1">
            <a:blip r:embed="rId8" cstate="screen"/>
            <a:srcRect/>
            <a:stretch>
              <a:fillRect/>
            </a:stretch>
          </p:blipFill>
          <p:spPr>
            <a:xfrm flipH="1">
              <a:off x="9739942" y="1484784"/>
              <a:ext cx="2452057" cy="5373216"/>
            </a:xfrm>
            <a:prstGeom prst="rect">
              <a:avLst/>
            </a:prstGeom>
          </p:spPr>
        </p:pic>
      </p:grpSp>
      <p:sp>
        <p:nvSpPr>
          <p:cNvPr id="1048765" name="矩形 13"/>
          <p:cNvSpPr>
            <a:spLocks noChangeArrowheads="1"/>
          </p:cNvSpPr>
          <p:nvPr/>
        </p:nvSpPr>
        <p:spPr bwMode="auto">
          <a:xfrm>
            <a:off x="476332" y="1158159"/>
            <a:ext cx="5115612" cy="3046095"/>
          </a:xfrm>
          <a:prstGeom prst="rect">
            <a:avLst/>
          </a:prstGeom>
          <a:noFill/>
          <a:ln>
            <a:noFill/>
          </a:ln>
        </p:spPr>
        <p:txBody>
          <a:bodyPr wrap="square">
            <a:spAutoFit/>
          </a:bodyPr>
          <a:lstStyle>
            <a:lvl1pPr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defTabSz="68453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68453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400" dirty="0">
                <a:solidFill>
                  <a:schemeClr val="bg1"/>
                </a:solidFill>
                <a:latin typeface="+mn-lt"/>
                <a:ea typeface="+mn-ea"/>
                <a:cs typeface="+mn-ea"/>
                <a:sym typeface="+mn-lt"/>
              </a:rPr>
              <a:t>调试：</a:t>
            </a:r>
            <a:endParaRPr lang="en-US" altLang="zh-CN" sz="2400" dirty="0">
              <a:solidFill>
                <a:schemeClr val="bg1"/>
              </a:solidFill>
              <a:latin typeface="+mn-lt"/>
              <a:ea typeface="+mn-ea"/>
              <a:cs typeface="+mn-ea"/>
              <a:sym typeface="+mn-lt"/>
            </a:endParaRPr>
          </a:p>
          <a:p>
            <a:pPr eaLnBrk="1" hangingPunct="1">
              <a:lnSpc>
                <a:spcPct val="150000"/>
              </a:lnSpc>
            </a:pPr>
            <a:r>
              <a:rPr lang="zh-CN" altLang="en-US" sz="2000" dirty="0">
                <a:solidFill>
                  <a:schemeClr val="bg1"/>
                </a:solidFill>
                <a:latin typeface="+mn-lt"/>
                <a:ea typeface="+mn-ea"/>
                <a:cs typeface="+mn-ea"/>
              </a:rPr>
              <a:t>全局变量一开始未初始化，导致广度遍历无法正常进行。</a:t>
            </a:r>
            <a:endParaRPr lang="en-US" altLang="zh-CN" sz="2000" dirty="0">
              <a:solidFill>
                <a:schemeClr val="bg1"/>
              </a:solidFill>
              <a:latin typeface="+mn-lt"/>
              <a:ea typeface="+mn-ea"/>
              <a:cs typeface="+mn-ea"/>
            </a:endParaRPr>
          </a:p>
          <a:p>
            <a:pPr eaLnBrk="1" hangingPunct="1">
              <a:lnSpc>
                <a:spcPct val="150000"/>
              </a:lnSpc>
            </a:pPr>
            <a:endParaRPr lang="en-US" altLang="zh-CN" sz="2000" dirty="0">
              <a:solidFill>
                <a:schemeClr val="bg1"/>
              </a:solidFill>
              <a:latin typeface="+mn-lt"/>
              <a:ea typeface="+mn-ea"/>
              <a:cs typeface="+mn-ea"/>
              <a:sym typeface="+mn-lt"/>
            </a:endParaRPr>
          </a:p>
          <a:p>
            <a:pPr eaLnBrk="1" hangingPunct="1">
              <a:lnSpc>
                <a:spcPct val="150000"/>
              </a:lnSpc>
            </a:pPr>
            <a:r>
              <a:rPr lang="zh-CN" altLang="en-US" sz="2400" dirty="0">
                <a:solidFill>
                  <a:schemeClr val="bg1"/>
                </a:solidFill>
                <a:latin typeface="+mn-lt"/>
                <a:ea typeface="+mn-ea"/>
                <a:cs typeface="+mn-ea"/>
                <a:sym typeface="+mn-lt"/>
              </a:rPr>
              <a:t>解决方式</a:t>
            </a:r>
            <a:r>
              <a:rPr lang="zh-CN" altLang="en-US" sz="2000" dirty="0">
                <a:solidFill>
                  <a:schemeClr val="bg1"/>
                </a:solidFill>
                <a:latin typeface="+mn-lt"/>
                <a:ea typeface="+mn-ea"/>
                <a:cs typeface="+mn-ea"/>
                <a:sym typeface="+mn-lt"/>
              </a:rPr>
              <a:t>：</a:t>
            </a:r>
            <a:endParaRPr lang="en-US" altLang="zh-CN" sz="2000" dirty="0">
              <a:solidFill>
                <a:schemeClr val="bg1"/>
              </a:solidFill>
              <a:latin typeface="+mn-lt"/>
              <a:ea typeface="+mn-ea"/>
              <a:cs typeface="+mn-ea"/>
              <a:sym typeface="+mn-lt"/>
            </a:endParaRPr>
          </a:p>
          <a:p>
            <a:pPr eaLnBrk="1" hangingPunct="1">
              <a:lnSpc>
                <a:spcPct val="150000"/>
              </a:lnSpc>
            </a:pPr>
            <a:r>
              <a:rPr lang="zh-CN" altLang="en-US" sz="2000" dirty="0">
                <a:solidFill>
                  <a:schemeClr val="bg1"/>
                </a:solidFill>
                <a:latin typeface="+mn-lt"/>
                <a:ea typeface="+mn-ea"/>
                <a:cs typeface="+mn-ea"/>
                <a:sym typeface="+mn-lt"/>
              </a:rPr>
              <a:t>在使用全局变量前要进行初始化。</a:t>
            </a:r>
            <a:endParaRPr lang="en-US" altLang="zh-CN" sz="2000" dirty="0">
              <a:solidFill>
                <a:schemeClr val="bg1"/>
              </a:solidFill>
              <a:latin typeface="+mn-lt"/>
              <a:ea typeface="+mn-ea"/>
              <a:cs typeface="+mn-ea"/>
              <a:sym typeface="+mn-lt"/>
            </a:endParaRPr>
          </a:p>
        </p:txBody>
      </p:sp>
      <p:sp>
        <p:nvSpPr>
          <p:cNvPr id="1048766" name="文本框 4"/>
          <p:cNvSpPr txBox="1"/>
          <p:nvPr/>
        </p:nvSpPr>
        <p:spPr>
          <a:xfrm>
            <a:off x="5663565" y="1052830"/>
            <a:ext cx="6189345" cy="4246245"/>
          </a:xfrm>
          <a:prstGeom prst="rect">
            <a:avLst/>
          </a:prstGeom>
          <a:noFill/>
        </p:spPr>
        <p:txBody>
          <a:bodyPr wrap="square">
            <a:spAutoFit/>
          </a:bodyPr>
          <a:lstStyle/>
          <a:p>
            <a:pPr algn="l" defTabSz="684530">
              <a:lnSpc>
                <a:spcPct val="150000"/>
              </a:lnSpc>
              <a:buClrTx/>
              <a:buSzTx/>
              <a:buFont typeface="Arial" panose="020B0604020202020204" pitchFamily="34" charset="0"/>
            </a:pPr>
            <a:r>
              <a:rPr lang="zh-CN" altLang="en-US" sz="2000" dirty="0">
                <a:solidFill>
                  <a:schemeClr val="bg1"/>
                </a:solidFill>
                <a:cs typeface="+mn-ea"/>
              </a:rPr>
              <a:t>心得：</a:t>
            </a:r>
            <a:br>
              <a:rPr lang="zh-CN" altLang="en-US" sz="2000" dirty="0">
                <a:solidFill>
                  <a:schemeClr val="bg1"/>
                </a:solidFill>
                <a:cs typeface="+mn-ea"/>
              </a:rPr>
            </a:br>
            <a:r>
              <a:rPr lang="zh-CN" altLang="en-US" sz="2000" dirty="0">
                <a:solidFill>
                  <a:schemeClr val="bg1"/>
                </a:solidFill>
                <a:cs typeface="+mn-ea"/>
              </a:rPr>
              <a:t>我们认为在进行代码构建之前应该进行详细的思维构建并做出一定的步骤图，还可以适当加上一些伪代码辅助思考，第一遍思维搭建完成后进行检视，判断可行性，有没有更简单清晰的方法进行实现。这时候可以进行代码框架以及主函数的大致搭建。搭建完成后检查无误再进行详细的各模块的函数的构建以及框架和主函数的适当修改，优化，并且加上注释。这样可以使自己思维更清晰，也方便检查和调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770" name="PA_文本框 8"/>
          <p:cNvSpPr txBox="1"/>
          <p:nvPr>
            <p:custDataLst>
              <p:tags r:id="rId2"/>
            </p:custDataLst>
          </p:nvPr>
        </p:nvSpPr>
        <p:spPr>
          <a:xfrm>
            <a:off x="5331264" y="2672332"/>
            <a:ext cx="3230880" cy="929640"/>
          </a:xfrm>
          <a:prstGeom prst="rect">
            <a:avLst/>
          </a:prstGeom>
          <a:noFill/>
        </p:spPr>
        <p:txBody>
          <a:bodyPr wrap="none" rtlCol="0">
            <a:spAutoFit/>
          </a:bodyPr>
          <a:lstStyle/>
          <a:p>
            <a:pPr algn="ctr"/>
            <a:r>
              <a:rPr lang="zh-CN" altLang="en-US" sz="6000" dirty="0">
                <a:solidFill>
                  <a:schemeClr val="bg1">
                    <a:lumMod val="85000"/>
                  </a:schemeClr>
                </a:solidFill>
                <a:effectLst>
                  <a:outerShdw blurRad="38100" dist="38100" dir="2700000" algn="tl">
                    <a:srgbClr val="000000">
                      <a:alpha val="43137"/>
                    </a:srgbClr>
                  </a:outerShdw>
                </a:effectLst>
                <a:cs typeface="+mn-ea"/>
                <a:sym typeface="+mn-lt"/>
              </a:rPr>
              <a:t>谢谢观赏</a:t>
            </a:r>
          </a:p>
        </p:txBody>
      </p:sp>
      <p:grpSp>
        <p:nvGrpSpPr>
          <p:cNvPr id="130" name="组合 32"/>
          <p:cNvGrpSpPr/>
          <p:nvPr/>
        </p:nvGrpSpPr>
        <p:grpSpPr>
          <a:xfrm>
            <a:off x="4190666" y="3904019"/>
            <a:ext cx="5543625" cy="45719"/>
            <a:chOff x="3182554" y="3904019"/>
            <a:chExt cx="5543625" cy="45719"/>
          </a:xfrm>
        </p:grpSpPr>
        <p:sp>
          <p:nvSpPr>
            <p:cNvPr id="1048771" name="PA_矩形 11"/>
            <p:cNvSpPr/>
            <p:nvPr>
              <p:custDataLst>
                <p:tags r:id="rId3"/>
              </p:custDataLst>
            </p:nvPr>
          </p:nvSpPr>
          <p:spPr>
            <a:xfrm>
              <a:off x="5030429" y="3904019"/>
              <a:ext cx="1847875" cy="45719"/>
            </a:xfrm>
            <a:prstGeom prst="rect">
              <a:avLst/>
            </a:prstGeom>
            <a:solidFill>
              <a:srgbClr val="52CB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72" name="PA_矩形 11"/>
            <p:cNvSpPr/>
            <p:nvPr>
              <p:custDataLst>
                <p:tags r:id="rId4"/>
              </p:custDataLst>
            </p:nvPr>
          </p:nvSpPr>
          <p:spPr>
            <a:xfrm>
              <a:off x="6878304" y="3904019"/>
              <a:ext cx="1847875" cy="45719"/>
            </a:xfrm>
            <a:prstGeom prst="rect">
              <a:avLst/>
            </a:prstGeom>
            <a:solidFill>
              <a:srgbClr val="58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48773" name="PA_矩形 11"/>
            <p:cNvSpPr/>
            <p:nvPr>
              <p:custDataLst>
                <p:tags r:id="rId5"/>
              </p:custDataLst>
            </p:nvPr>
          </p:nvSpPr>
          <p:spPr>
            <a:xfrm>
              <a:off x="3182554" y="3904019"/>
              <a:ext cx="1847875" cy="45719"/>
            </a:xfrm>
            <a:prstGeom prst="rect">
              <a:avLst/>
            </a:prstGeom>
            <a:solidFill>
              <a:srgbClr val="00BC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pic>
        <p:nvPicPr>
          <p:cNvPr id="2097188" name="图片 5" descr="图片包含 就坐, 黑色, 建筑物, 户外&#10;&#10;已生成高可信度的说明"/>
          <p:cNvPicPr>
            <a:picLocks noChangeAspect="1"/>
          </p:cNvPicPr>
          <p:nvPr/>
        </p:nvPicPr>
        <p:blipFill rotWithShape="1">
          <a:blip r:embed="rId8" cstate="screen"/>
          <a:srcRect/>
          <a:stretch>
            <a:fillRect/>
          </a:stretch>
        </p:blipFill>
        <p:spPr>
          <a:xfrm>
            <a:off x="0" y="188640"/>
            <a:ext cx="5974513" cy="646512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500"/>
                                  </p:stCondLst>
                                  <p:iterate type="lt">
                                    <p:tmPct val="10000"/>
                                  </p:iterate>
                                  <p:childTnLst>
                                    <p:set>
                                      <p:cBhvr>
                                        <p:cTn id="6" dur="1" fill="hold">
                                          <p:stCondLst>
                                            <p:cond delay="0"/>
                                          </p:stCondLst>
                                        </p:cTn>
                                        <p:tgtEl>
                                          <p:spTgt spid="1048770">
                                            <p:txEl>
                                              <p:pRg st="0" end="0"/>
                                            </p:txEl>
                                          </p:spTgt>
                                        </p:tgtEl>
                                        <p:attrNameLst>
                                          <p:attrName>style.visibility</p:attrName>
                                        </p:attrNameLst>
                                      </p:cBhvr>
                                      <p:to>
                                        <p:strVal val="visible"/>
                                      </p:to>
                                    </p:set>
                                    <p:anim calcmode="lin" valueType="num">
                                      <p:cBhvr additive="base">
                                        <p:cTn id="7" dur="1000" fill="hold"/>
                                        <p:tgtEl>
                                          <p:spTgt spid="1048770">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104877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70"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A5MmZlMzQ4MmRhN2RmYjUzOGM3MmMyZmNjODAyZmYifQ=="/>
  <p:tag name="KSO_WPP_MARK_KEY" val="b4fbf1c1-2a62-42e6-84b9-9ba5991ed03f"/>
</p:tagLst>
</file>

<file path=ppt/tags/tag2.xml><?xml version="1.0" encoding="utf-8"?>
<p:tagLst xmlns:a="http://schemas.openxmlformats.org/drawingml/2006/main" xmlns:r="http://schemas.openxmlformats.org/officeDocument/2006/relationships" xmlns:p="http://schemas.openxmlformats.org/presentationml/2006/main">
  <p:tag name="TIMING" val="|0.9"/>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ags/tag14.xml><?xml version="1.0" encoding="utf-8"?>
<p:tagLst xmlns:a="http://schemas.openxmlformats.org/drawingml/2006/main" xmlns:r="http://schemas.openxmlformats.org/officeDocument/2006/relationships" xmlns:p="http://schemas.openxmlformats.org/presentationml/2006/main">
  <p:tag name="PA" val="v3.0.1"/>
</p:tagLst>
</file>

<file path=ppt/tags/tag15.xml><?xml version="1.0" encoding="utf-8"?>
<p:tagLst xmlns:a="http://schemas.openxmlformats.org/drawingml/2006/main" xmlns:r="http://schemas.openxmlformats.org/officeDocument/2006/relationships" xmlns:p="http://schemas.openxmlformats.org/presentationml/2006/main">
  <p:tag name="PA" val="v3.0.1"/>
</p:tagLst>
</file>

<file path=ppt/tags/tag16.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17.xml><?xml version="1.0" encoding="utf-8"?>
<p:tagLst xmlns:a="http://schemas.openxmlformats.org/drawingml/2006/main" xmlns:r="http://schemas.openxmlformats.org/officeDocument/2006/relationships" xmlns:p="http://schemas.openxmlformats.org/presentationml/2006/main">
  <p:tag name="PA" val="v3.0.1"/>
</p:tagLst>
</file>

<file path=ppt/tags/tag18.xml><?xml version="1.0" encoding="utf-8"?>
<p:tagLst xmlns:a="http://schemas.openxmlformats.org/drawingml/2006/main" xmlns:r="http://schemas.openxmlformats.org/officeDocument/2006/relationships" xmlns:p="http://schemas.openxmlformats.org/presentationml/2006/main">
  <p:tag name="PA" val="v3.0.1"/>
</p:tagLst>
</file>

<file path=ppt/tags/tag19.xml><?xml version="1.0" encoding="utf-8"?>
<p:tagLst xmlns:a="http://schemas.openxmlformats.org/drawingml/2006/main" xmlns:r="http://schemas.openxmlformats.org/officeDocument/2006/relationships" xmlns:p="http://schemas.openxmlformats.org/presentationml/2006/main">
  <p:tag name="PA" val="v3.0.1"/>
</p:tagLst>
</file>

<file path=ppt/tags/tag20.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21.xml><?xml version="1.0" encoding="utf-8"?>
<p:tagLst xmlns:a="http://schemas.openxmlformats.org/drawingml/2006/main" xmlns:r="http://schemas.openxmlformats.org/officeDocument/2006/relationships" xmlns:p="http://schemas.openxmlformats.org/presentationml/2006/main">
  <p:tag name="PA" val="v3.0.1"/>
</p:tagLst>
</file>

<file path=ppt/tags/tag22.xml><?xml version="1.0" encoding="utf-8"?>
<p:tagLst xmlns:a="http://schemas.openxmlformats.org/drawingml/2006/main" xmlns:r="http://schemas.openxmlformats.org/officeDocument/2006/relationships" xmlns:p="http://schemas.openxmlformats.org/presentationml/2006/main">
  <p:tag name="PA" val="v3.0.1"/>
</p:tagLst>
</file>

<file path=ppt/tags/tag23.xml><?xml version="1.0" encoding="utf-8"?>
<p:tagLst xmlns:a="http://schemas.openxmlformats.org/drawingml/2006/main" xmlns:r="http://schemas.openxmlformats.org/officeDocument/2006/relationships" xmlns:p="http://schemas.openxmlformats.org/presentationml/2006/main">
  <p:tag name="PA" val="v3.0.1"/>
</p:tagLst>
</file>

<file path=ppt/tags/tag24.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25.xml><?xml version="1.0" encoding="utf-8"?>
<p:tagLst xmlns:a="http://schemas.openxmlformats.org/drawingml/2006/main" xmlns:r="http://schemas.openxmlformats.org/officeDocument/2006/relationships" xmlns:p="http://schemas.openxmlformats.org/presentationml/2006/main">
  <p:tag name="PA" val="v3.0.1"/>
</p:tagLst>
</file>

<file path=ppt/tags/tag26.xml><?xml version="1.0" encoding="utf-8"?>
<p:tagLst xmlns:a="http://schemas.openxmlformats.org/drawingml/2006/main" xmlns:r="http://schemas.openxmlformats.org/officeDocument/2006/relationships" xmlns:p="http://schemas.openxmlformats.org/presentationml/2006/main">
  <p:tag name="PA" val="v3.0.1"/>
</p:tagLst>
</file>

<file path=ppt/tags/tag27.xml><?xml version="1.0" encoding="utf-8"?>
<p:tagLst xmlns:a="http://schemas.openxmlformats.org/drawingml/2006/main" xmlns:r="http://schemas.openxmlformats.org/officeDocument/2006/relationships" xmlns:p="http://schemas.openxmlformats.org/presentationml/2006/main">
  <p:tag name="PA" val="v3.0.1"/>
</p:tagLst>
</file>

<file path=ppt/tags/tag28.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29.xml><?xml version="1.0" encoding="utf-8"?>
<p:tagLst xmlns:a="http://schemas.openxmlformats.org/drawingml/2006/main" xmlns:r="http://schemas.openxmlformats.org/officeDocument/2006/relationships" xmlns:p="http://schemas.openxmlformats.org/presentationml/2006/main">
  <p:tag name="PA" val="v3.0.1"/>
</p:tagLst>
</file>

<file path=ppt/tags/tag30.xml><?xml version="1.0" encoding="utf-8"?>
<p:tagLst xmlns:a="http://schemas.openxmlformats.org/drawingml/2006/main" xmlns:r="http://schemas.openxmlformats.org/officeDocument/2006/relationships" xmlns:p="http://schemas.openxmlformats.org/presentationml/2006/main">
  <p:tag name="PA" val="v3.0.1"/>
</p:tagLst>
</file>

<file path=ppt/tags/tag31.xml><?xml version="1.0" encoding="utf-8"?>
<p:tagLst xmlns:a="http://schemas.openxmlformats.org/drawingml/2006/main" xmlns:r="http://schemas.openxmlformats.org/officeDocument/2006/relationships" xmlns:p="http://schemas.openxmlformats.org/presentationml/2006/main">
  <p:tag name="PA" val="v3.0.1"/>
</p:tagLst>
</file>

<file path=ppt/tags/tag32.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33.xml><?xml version="1.0" encoding="utf-8"?>
<p:tagLst xmlns:a="http://schemas.openxmlformats.org/drawingml/2006/main" xmlns:r="http://schemas.openxmlformats.org/officeDocument/2006/relationships" xmlns:p="http://schemas.openxmlformats.org/presentationml/2006/main">
  <p:tag name="PA" val="v3.0.1"/>
</p:tagLst>
</file>

<file path=ppt/tags/tag34.xml><?xml version="1.0" encoding="utf-8"?>
<p:tagLst xmlns:a="http://schemas.openxmlformats.org/drawingml/2006/main" xmlns:r="http://schemas.openxmlformats.org/officeDocument/2006/relationships" xmlns:p="http://schemas.openxmlformats.org/presentationml/2006/main">
  <p:tag name="PA" val="v3.0.1"/>
</p:tagLst>
</file>

<file path=ppt/tags/tag35.xml><?xml version="1.0" encoding="utf-8"?>
<p:tagLst xmlns:a="http://schemas.openxmlformats.org/drawingml/2006/main" xmlns:r="http://schemas.openxmlformats.org/officeDocument/2006/relationships" xmlns:p="http://schemas.openxmlformats.org/presentationml/2006/main">
  <p:tag name="PA" val="v3.0.1"/>
</p:tagLst>
</file>

<file path=ppt/tags/tag36.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37.xml><?xml version="1.0" encoding="utf-8"?>
<p:tagLst xmlns:a="http://schemas.openxmlformats.org/drawingml/2006/main" xmlns:r="http://schemas.openxmlformats.org/officeDocument/2006/relationships" xmlns:p="http://schemas.openxmlformats.org/presentationml/2006/main">
  <p:tag name="PA" val="v3.0.1"/>
</p:tagLst>
</file>

<file path=ppt/tags/tag38.xml><?xml version="1.0" encoding="utf-8"?>
<p:tagLst xmlns:a="http://schemas.openxmlformats.org/drawingml/2006/main" xmlns:r="http://schemas.openxmlformats.org/officeDocument/2006/relationships" xmlns:p="http://schemas.openxmlformats.org/presentationml/2006/main">
  <p:tag name="PA" val="v3.0.1"/>
</p:tagLst>
</file>

<file path=ppt/tags/tag39.xml><?xml version="1.0" encoding="utf-8"?>
<p:tagLst xmlns:a="http://schemas.openxmlformats.org/drawingml/2006/main" xmlns:r="http://schemas.openxmlformats.org/officeDocument/2006/relationships" xmlns:p="http://schemas.openxmlformats.org/presentationml/2006/main">
  <p:tag name="PA" val="v3.0.1"/>
</p:tagLst>
</file>

<file path=ppt/tags/tag40.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41.xml><?xml version="1.0" encoding="utf-8"?>
<p:tagLst xmlns:a="http://schemas.openxmlformats.org/drawingml/2006/main" xmlns:r="http://schemas.openxmlformats.org/officeDocument/2006/relationships" xmlns:p="http://schemas.openxmlformats.org/presentationml/2006/main">
  <p:tag name="PA" val="v3.0.1"/>
</p:tagLst>
</file>

<file path=ppt/tags/tag42.xml><?xml version="1.0" encoding="utf-8"?>
<p:tagLst xmlns:a="http://schemas.openxmlformats.org/drawingml/2006/main" xmlns:r="http://schemas.openxmlformats.org/officeDocument/2006/relationships" xmlns:p="http://schemas.openxmlformats.org/presentationml/2006/main">
  <p:tag name="PA" val="v3.0.1"/>
</p:tagLst>
</file>

<file path=ppt/tags/tag43.xml><?xml version="1.0" encoding="utf-8"?>
<p:tagLst xmlns:a="http://schemas.openxmlformats.org/drawingml/2006/main" xmlns:r="http://schemas.openxmlformats.org/officeDocument/2006/relationships" xmlns:p="http://schemas.openxmlformats.org/presentationml/2006/main">
  <p:tag name="PA" val="v3.0.1"/>
</p:tagLst>
</file>

<file path=ppt/tags/tag44.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45.xml><?xml version="1.0" encoding="utf-8"?>
<p:tagLst xmlns:a="http://schemas.openxmlformats.org/drawingml/2006/main" xmlns:r="http://schemas.openxmlformats.org/officeDocument/2006/relationships" xmlns:p="http://schemas.openxmlformats.org/presentationml/2006/main">
  <p:tag name="PA" val="v3.0.1"/>
</p:tagLst>
</file>

<file path=ppt/tags/tag46.xml><?xml version="1.0" encoding="utf-8"?>
<p:tagLst xmlns:a="http://schemas.openxmlformats.org/drawingml/2006/main" xmlns:r="http://schemas.openxmlformats.org/officeDocument/2006/relationships" xmlns:p="http://schemas.openxmlformats.org/presentationml/2006/main">
  <p:tag name="PA" val="v3.0.1"/>
</p:tagLst>
</file>

<file path=ppt/tags/tag47.xml><?xml version="1.0" encoding="utf-8"?>
<p:tagLst xmlns:a="http://schemas.openxmlformats.org/drawingml/2006/main" xmlns:r="http://schemas.openxmlformats.org/officeDocument/2006/relationships" xmlns:p="http://schemas.openxmlformats.org/presentationml/2006/main">
  <p:tag name="PA" val="v3.0.1"/>
</p:tagLst>
</file>

<file path=ppt/tags/tag48.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49.xml><?xml version="1.0" encoding="utf-8"?>
<p:tagLst xmlns:a="http://schemas.openxmlformats.org/drawingml/2006/main" xmlns:r="http://schemas.openxmlformats.org/officeDocument/2006/relationships" xmlns:p="http://schemas.openxmlformats.org/presentationml/2006/main">
  <p:tag name="PA" val="v3.0.1"/>
</p:tagLst>
</file>

<file path=ppt/tags/tag50.xml><?xml version="1.0" encoding="utf-8"?>
<p:tagLst xmlns:a="http://schemas.openxmlformats.org/drawingml/2006/main" xmlns:r="http://schemas.openxmlformats.org/officeDocument/2006/relationships" xmlns:p="http://schemas.openxmlformats.org/presentationml/2006/main">
  <p:tag name="PA" val="v3.0.1"/>
</p:tagLst>
</file>

<file path=ppt/tags/tag51.xml><?xml version="1.0" encoding="utf-8"?>
<p:tagLst xmlns:a="http://schemas.openxmlformats.org/drawingml/2006/main" xmlns:r="http://schemas.openxmlformats.org/officeDocument/2006/relationships" xmlns:p="http://schemas.openxmlformats.org/presentationml/2006/main">
  <p:tag name="PA" val="v3.0.1"/>
</p:tagLst>
</file>

<file path=ppt/tags/tag52.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53.xml><?xml version="1.0" encoding="utf-8"?>
<p:tagLst xmlns:a="http://schemas.openxmlformats.org/drawingml/2006/main" xmlns:r="http://schemas.openxmlformats.org/officeDocument/2006/relationships" xmlns:p="http://schemas.openxmlformats.org/presentationml/2006/main">
  <p:tag name="PA" val="v3.0.1"/>
</p:tagLst>
</file>

<file path=ppt/tags/tag54.xml><?xml version="1.0" encoding="utf-8"?>
<p:tagLst xmlns:a="http://schemas.openxmlformats.org/drawingml/2006/main" xmlns:r="http://schemas.openxmlformats.org/officeDocument/2006/relationships" xmlns:p="http://schemas.openxmlformats.org/presentationml/2006/main">
  <p:tag name="PA" val="v3.0.1"/>
</p:tagLst>
</file>

<file path=ppt/tags/tag55.xml><?xml version="1.0" encoding="utf-8"?>
<p:tagLst xmlns:a="http://schemas.openxmlformats.org/drawingml/2006/main" xmlns:r="http://schemas.openxmlformats.org/officeDocument/2006/relationships" xmlns:p="http://schemas.openxmlformats.org/presentationml/2006/main">
  <p:tag name="PA" val="v3.0.1"/>
</p:tagLst>
</file>

<file path=ppt/tags/tag56.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57.xml><?xml version="1.0" encoding="utf-8"?>
<p:tagLst xmlns:a="http://schemas.openxmlformats.org/drawingml/2006/main" xmlns:r="http://schemas.openxmlformats.org/officeDocument/2006/relationships" xmlns:p="http://schemas.openxmlformats.org/presentationml/2006/main">
  <p:tag name="PA" val="v3.0.1"/>
</p:tagLst>
</file>

<file path=ppt/tags/tag58.xml><?xml version="1.0" encoding="utf-8"?>
<p:tagLst xmlns:a="http://schemas.openxmlformats.org/drawingml/2006/main" xmlns:r="http://schemas.openxmlformats.org/officeDocument/2006/relationships" xmlns:p="http://schemas.openxmlformats.org/presentationml/2006/main">
  <p:tag name="PA" val="v3.0.1"/>
</p:tagLst>
</file>

<file path=ppt/tags/tag59.xml><?xml version="1.0" encoding="utf-8"?>
<p:tagLst xmlns:a="http://schemas.openxmlformats.org/drawingml/2006/main" xmlns:r="http://schemas.openxmlformats.org/officeDocument/2006/relationships" xmlns:p="http://schemas.openxmlformats.org/presentationml/2006/main">
  <p:tag name="PA" val="v3.0.1"/>
</p:tagLst>
</file>

<file path=ppt/tags/tag60.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61.xml><?xml version="1.0" encoding="utf-8"?>
<p:tagLst xmlns:a="http://schemas.openxmlformats.org/drawingml/2006/main" xmlns:r="http://schemas.openxmlformats.org/officeDocument/2006/relationships" xmlns:p="http://schemas.openxmlformats.org/presentationml/2006/main">
  <p:tag name="PA" val="v3.0.1"/>
</p:tagLst>
</file>

<file path=ppt/tags/tag62.xml><?xml version="1.0" encoding="utf-8"?>
<p:tagLst xmlns:a="http://schemas.openxmlformats.org/drawingml/2006/main" xmlns:r="http://schemas.openxmlformats.org/officeDocument/2006/relationships" xmlns:p="http://schemas.openxmlformats.org/presentationml/2006/main">
  <p:tag name="PA" val="v3.0.1"/>
</p:tagLst>
</file>

<file path=ppt/tags/tag63.xml><?xml version="1.0" encoding="utf-8"?>
<p:tagLst xmlns:a="http://schemas.openxmlformats.org/drawingml/2006/main" xmlns:r="http://schemas.openxmlformats.org/officeDocument/2006/relationships" xmlns:p="http://schemas.openxmlformats.org/presentationml/2006/main">
  <p:tag name="PA" val="v3.0.1"/>
</p:tagLst>
</file>

<file path=ppt/tags/tag64.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65.xml><?xml version="1.0" encoding="utf-8"?>
<p:tagLst xmlns:a="http://schemas.openxmlformats.org/drawingml/2006/main" xmlns:r="http://schemas.openxmlformats.org/officeDocument/2006/relationships" xmlns:p="http://schemas.openxmlformats.org/presentationml/2006/main">
  <p:tag name="PA" val="v3.0.1"/>
</p:tagLst>
</file>

<file path=ppt/tags/tag66.xml><?xml version="1.0" encoding="utf-8"?>
<p:tagLst xmlns:a="http://schemas.openxmlformats.org/drawingml/2006/main" xmlns:r="http://schemas.openxmlformats.org/officeDocument/2006/relationships" xmlns:p="http://schemas.openxmlformats.org/presentationml/2006/main">
  <p:tag name="PA" val="v3.0.1"/>
</p:tagLst>
</file>

<file path=ppt/tags/tag67.xml><?xml version="1.0" encoding="utf-8"?>
<p:tagLst xmlns:a="http://schemas.openxmlformats.org/drawingml/2006/main" xmlns:r="http://schemas.openxmlformats.org/officeDocument/2006/relationships" xmlns:p="http://schemas.openxmlformats.org/presentationml/2006/main">
  <p:tag name="PA" val="v3.0.1"/>
</p:tagLst>
</file>

<file path=ppt/tags/tag68.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6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101.1653543307084,&quot;width&quot;:2865.8299212598426}"/>
</p:tagLst>
</file>

<file path=ppt/tags/tag7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461.75748031496,&quot;width&quot;:3861.507086614173}"/>
</p:tagLst>
</file>

<file path=ppt/tags/tag71.xml><?xml version="1.0" encoding="utf-8"?>
<p:tagLst xmlns:a="http://schemas.openxmlformats.org/drawingml/2006/main" xmlns:r="http://schemas.openxmlformats.org/officeDocument/2006/relationships" xmlns:p="http://schemas.openxmlformats.org/presentationml/2006/main">
  <p:tag name="PA" val="v3.0.1"/>
</p:tagLst>
</file>

<file path=ppt/tags/tag72.xml><?xml version="1.0" encoding="utf-8"?>
<p:tagLst xmlns:a="http://schemas.openxmlformats.org/drawingml/2006/main" xmlns:r="http://schemas.openxmlformats.org/officeDocument/2006/relationships" xmlns:p="http://schemas.openxmlformats.org/presentationml/2006/main">
  <p:tag name="PA" val="v3.0.1"/>
</p:tagLst>
</file>

<file path=ppt/tags/tag73.xml><?xml version="1.0" encoding="utf-8"?>
<p:tagLst xmlns:a="http://schemas.openxmlformats.org/drawingml/2006/main" xmlns:r="http://schemas.openxmlformats.org/officeDocument/2006/relationships" xmlns:p="http://schemas.openxmlformats.org/presentationml/2006/main">
  <p:tag name="PA" val="v3.0.1"/>
</p:tagLst>
</file>

<file path=ppt/tags/tag74.xml><?xml version="1.0" encoding="utf-8"?>
<p:tagLst xmlns:a="http://schemas.openxmlformats.org/drawingml/2006/main" xmlns:r="http://schemas.openxmlformats.org/officeDocument/2006/relationships" xmlns:p="http://schemas.openxmlformats.org/presentationml/2006/main">
  <p:tag name="TIMING" val="|0.4|0.9|0.9|0.7|0.5|0.7|0.8|0.6|0.8|0.8|0.9"/>
</p:tagLst>
</file>

<file path=ppt/tags/tag75.xml><?xml version="1.0" encoding="utf-8"?>
<p:tagLst xmlns:a="http://schemas.openxmlformats.org/drawingml/2006/main" xmlns:r="http://schemas.openxmlformats.org/officeDocument/2006/relationships" xmlns:p="http://schemas.openxmlformats.org/presentationml/2006/main">
  <p:tag name="PA" val="v3.0.1"/>
</p:tagLst>
</file>

<file path=ppt/tags/tag76.xml><?xml version="1.0" encoding="utf-8"?>
<p:tagLst xmlns:a="http://schemas.openxmlformats.org/drawingml/2006/main" xmlns:r="http://schemas.openxmlformats.org/officeDocument/2006/relationships" xmlns:p="http://schemas.openxmlformats.org/presentationml/2006/main">
  <p:tag name="PA" val="v3.0.1"/>
</p:tagLst>
</file>

<file path=ppt/tags/tag77.xml><?xml version="1.0" encoding="utf-8"?>
<p:tagLst xmlns:a="http://schemas.openxmlformats.org/drawingml/2006/main" xmlns:r="http://schemas.openxmlformats.org/officeDocument/2006/relationships" xmlns:p="http://schemas.openxmlformats.org/presentationml/2006/main">
  <p:tag name="PA" val="v3.0.1"/>
</p:tagLst>
</file>

<file path=ppt/tags/tag78.xml><?xml version="1.0" encoding="utf-8"?>
<p:tagLst xmlns:a="http://schemas.openxmlformats.org/drawingml/2006/main" xmlns:r="http://schemas.openxmlformats.org/officeDocument/2006/relationships" xmlns:p="http://schemas.openxmlformats.org/presentationml/2006/main">
  <p:tag name="TIMING" val="|0.2"/>
</p:tagLst>
</file>

<file path=ppt/tags/tag79.xml><?xml version="1.0" encoding="utf-8"?>
<p:tagLst xmlns:a="http://schemas.openxmlformats.org/drawingml/2006/main" xmlns:r="http://schemas.openxmlformats.org/officeDocument/2006/relationships" xmlns:p="http://schemas.openxmlformats.org/presentationml/2006/main">
  <p:tag name="PA" val="v3.0.1"/>
</p:tagLst>
</file>

<file path=ppt/tags/tag80.xml><?xml version="1.0" encoding="utf-8"?>
<p:tagLst xmlns:a="http://schemas.openxmlformats.org/drawingml/2006/main" xmlns:r="http://schemas.openxmlformats.org/officeDocument/2006/relationships" xmlns:p="http://schemas.openxmlformats.org/presentationml/2006/main">
  <p:tag name="PA" val="v3.0.1"/>
</p:tagLst>
</file>

<file path=ppt/tags/tag81.xml><?xml version="1.0" encoding="utf-8"?>
<p:tagLst xmlns:a="http://schemas.openxmlformats.org/drawingml/2006/main" xmlns:r="http://schemas.openxmlformats.org/officeDocument/2006/relationships" xmlns:p="http://schemas.openxmlformats.org/presentationml/2006/main">
  <p:tag name="PA" val="v3.0.1"/>
</p:tagLst>
</file>

<file path=ppt/tags/tag82.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第一PPT，www.1ppt.com">
  <a:themeElements>
    <a:clrScheme name="自定义 657">
      <a:dk1>
        <a:srgbClr val="5F5F5F"/>
      </a:dk1>
      <a:lt1>
        <a:srgbClr val="FFFFFF"/>
      </a:lt1>
      <a:dk2>
        <a:srgbClr val="FFFFFF"/>
      </a:dk2>
      <a:lt2>
        <a:srgbClr val="5F5F5F"/>
      </a:lt2>
      <a:accent1>
        <a:srgbClr val="67B58C"/>
      </a:accent1>
      <a:accent2>
        <a:srgbClr val="9DB670"/>
      </a:accent2>
      <a:accent3>
        <a:srgbClr val="4AAED2"/>
      </a:accent3>
      <a:accent4>
        <a:srgbClr val="6494B4"/>
      </a:accent4>
      <a:accent5>
        <a:srgbClr val="FFC000"/>
      </a:accent5>
      <a:accent6>
        <a:srgbClr val="FF3737"/>
      </a:accent6>
      <a:hlink>
        <a:srgbClr val="55C4F8"/>
      </a:hlink>
      <a:folHlink>
        <a:srgbClr val="C6EBFC"/>
      </a:folHlink>
    </a:clrScheme>
    <a:fontScheme name="4x1x00fv">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657">
    <a:dk1>
      <a:srgbClr val="5F5F5F"/>
    </a:dk1>
    <a:lt1>
      <a:srgbClr val="FFFFFF"/>
    </a:lt1>
    <a:dk2>
      <a:srgbClr val="FFFFFF"/>
    </a:dk2>
    <a:lt2>
      <a:srgbClr val="5F5F5F"/>
    </a:lt2>
    <a:accent1>
      <a:srgbClr val="67B58C"/>
    </a:accent1>
    <a:accent2>
      <a:srgbClr val="9DB670"/>
    </a:accent2>
    <a:accent3>
      <a:srgbClr val="4AAED2"/>
    </a:accent3>
    <a:accent4>
      <a:srgbClr val="6494B4"/>
    </a:accent4>
    <a:accent5>
      <a:srgbClr val="FFC000"/>
    </a:accent5>
    <a:accent6>
      <a:srgbClr val="FF3737"/>
    </a:accent6>
    <a:hlink>
      <a:srgbClr val="55C4F8"/>
    </a:hlink>
    <a:folHlink>
      <a:srgbClr val="C6EBFC"/>
    </a:folHlink>
  </a:clrScheme>
</a:themeOverride>
</file>

<file path=docProps/app.xml><?xml version="1.0" encoding="utf-8"?>
<Properties xmlns="http://schemas.openxmlformats.org/officeDocument/2006/extended-properties" xmlns:vt="http://schemas.openxmlformats.org/officeDocument/2006/docPropsVTypes">
  <TotalTime>12</TotalTime>
  <Words>1835</Words>
  <Application>Microsoft Office PowerPoint</Application>
  <PresentationFormat>宽屏</PresentationFormat>
  <Paragraphs>240</Paragraphs>
  <Slides>19</Slides>
  <Notes>19</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19</vt:i4>
      </vt:variant>
    </vt:vector>
  </HeadingPairs>
  <TitlesOfParts>
    <vt:vector size="28" baseType="lpstr">
      <vt:lpstr>Consolas</vt:lpstr>
      <vt:lpstr>Calibri</vt:lpstr>
      <vt:lpstr>微软雅黑</vt:lpstr>
      <vt:lpstr>Wingdings</vt:lpstr>
      <vt:lpstr>等线</vt:lpstr>
      <vt:lpstr>Arial</vt:lpstr>
      <vt:lpstr>幼圆</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互联网大数据</dc:title>
  <dc:creator>第一PPT</dc:creator>
  <cp:lastModifiedBy>星辰</cp:lastModifiedBy>
  <cp:revision>13</cp:revision>
  <dcterms:created xsi:type="dcterms:W3CDTF">2022-10-24T01:13:00Z</dcterms:created>
  <dcterms:modified xsi:type="dcterms:W3CDTF">2022-10-24T11:50:54Z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EF7C1B74F8FE44E3AA7403597C354A08</vt:lpwstr>
  </property>
  <property fmtid="{D5CDD505-2E9C-101B-9397-08002B2CF9AE}" pid="3" name="KSOProductBuildVer">
    <vt:lpwstr>2052-11.1.0.12132</vt:lpwstr>
  </property>
</Properties>
</file>