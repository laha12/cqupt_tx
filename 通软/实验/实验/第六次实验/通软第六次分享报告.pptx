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3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4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5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6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7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8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9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10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11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12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3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14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2"/>
  </p:sldMasterIdLst>
  <p:notesMasterIdLst>
    <p:notesMasterId r:id="rId20"/>
  </p:notesMasterIdLst>
  <p:sldIdLst>
    <p:sldId id="257" r:id="rId3"/>
    <p:sldId id="258" r:id="rId4"/>
    <p:sldId id="259" r:id="rId5"/>
    <p:sldId id="310" r:id="rId6"/>
    <p:sldId id="311" r:id="rId7"/>
    <p:sldId id="332" r:id="rId8"/>
    <p:sldId id="262" r:id="rId9"/>
    <p:sldId id="263" r:id="rId10"/>
    <p:sldId id="264" r:id="rId11"/>
    <p:sldId id="265" r:id="rId12"/>
    <p:sldId id="327" r:id="rId13"/>
    <p:sldId id="329" r:id="rId14"/>
    <p:sldId id="330" r:id="rId15"/>
    <p:sldId id="331" r:id="rId16"/>
    <p:sldId id="273" r:id="rId17"/>
    <p:sldId id="274" r:id="rId18"/>
    <p:sldId id="275" r:id="rId19"/>
  </p:sldIdLst>
  <p:sldSz cx="12192000" cy="6858000"/>
  <p:notesSz cx="6858000" cy="9144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等线" panose="02010600030101010101" pitchFamily="2" charset="-122"/>
      <p:regular r:id="rId25"/>
      <p:bold r:id="rId26"/>
    </p:embeddedFont>
    <p:embeddedFont>
      <p:font typeface="微软雅黑" panose="020B0503020204020204" pitchFamily="34" charset="-122"/>
      <p:regular r:id="rId27"/>
      <p:bold r:id="rId28"/>
    </p:embeddedFont>
    <p:embeddedFont>
      <p:font typeface="幼圆" panose="02010509060101010101" pitchFamily="49" charset="-122"/>
      <p:regular r:id="rId29"/>
    </p:embeddedFont>
  </p:embeddedFontLst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0">
          <p15:clr>
            <a:srgbClr val="A4A3A4"/>
          </p15:clr>
        </p15:guide>
        <p15:guide id="2" pos="391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BBED"/>
    <a:srgbClr val="585BA4"/>
    <a:srgbClr val="52CBCE"/>
    <a:srgbClr val="00BCE7"/>
    <a:srgbClr val="4CD1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8" autoAdjust="0"/>
    <p:restoredTop sz="94660"/>
  </p:normalViewPr>
  <p:slideViewPr>
    <p:cSldViewPr showGuides="1">
      <p:cViewPr varScale="1">
        <p:scale>
          <a:sx n="43" d="100"/>
          <a:sy n="43" d="100"/>
        </p:scale>
        <p:origin x="72" y="744"/>
      </p:cViewPr>
      <p:guideLst>
        <p:guide orient="horz" pos="2110"/>
        <p:guide pos="391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ags" Target="tags/tag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5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9ACE91-96EA-4495-BA13-44CA1395CF77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104885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885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5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5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037BA2-8C0A-4455-8AAA-7F610C054B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6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7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37BA2-8C0A-4455-8AAA-7F610C054BA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8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9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37BA2-8C0A-4455-8AAA-7F610C054BA5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0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1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37BA2-8C0A-4455-8AAA-7F610C054BA5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6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6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37BA2-8C0A-4455-8AAA-7F610C054BA5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87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7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37BA2-8C0A-4455-8AAA-7F610C054BA5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2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2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37BA2-8C0A-4455-8AAA-7F610C054BA5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9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37BA2-8C0A-4455-8AAA-7F610C054BA5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9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0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37BA2-8C0A-4455-8AAA-7F610C054BA5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3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3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37BA2-8C0A-4455-8AAA-7F610C054BA5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3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3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37BA2-8C0A-4455-8AAA-7F610C054BA5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5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5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37BA2-8C0A-4455-8AAA-7F610C054BA5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5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5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37BA2-8C0A-4455-8AAA-7F610C054BA5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8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5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6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37BA2-8C0A-4455-8AAA-7F610C054BA5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6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6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37BA2-8C0A-4455-8AAA-7F610C054BA5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7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7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37BA2-8C0A-4455-8AAA-7F610C054BA5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8779-6271-4AF0-842B-711B53DA69BA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104878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8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01C2D-6494-48CE-A525-4839469969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48790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3321170" y="3943325"/>
            <a:ext cx="5572662" cy="467211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rgbClr val="807352"/>
                </a:solidFill>
                <a:effectLst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单击此处添加您的副标题</a:t>
            </a:r>
          </a:p>
        </p:txBody>
      </p:sp>
      <p:sp>
        <p:nvSpPr>
          <p:cNvPr id="1048791" name="KSO_CT1"/>
          <p:cNvSpPr>
            <a:spLocks noGrp="1"/>
          </p:cNvSpPr>
          <p:nvPr>
            <p:ph type="title" hasCustomPrompt="1"/>
          </p:nvPr>
        </p:nvSpPr>
        <p:spPr>
          <a:xfrm>
            <a:off x="3321170" y="2030959"/>
            <a:ext cx="5572663" cy="1720077"/>
          </a:xfrm>
        </p:spPr>
        <p:txBody>
          <a:bodyPr>
            <a:noAutofit/>
          </a:bodyPr>
          <a:lstStyle>
            <a:lvl1pPr algn="ctr">
              <a:defRPr sz="4000" baseline="0"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r>
              <a:rPr lang="zh-CN" altLang="en-US" dirty="0"/>
              <a:t>单击此处</a:t>
            </a:r>
            <a:br>
              <a:rPr lang="en-US" altLang="zh-CN" dirty="0"/>
            </a:br>
            <a:r>
              <a:rPr lang="zh-CN" altLang="en-US" dirty="0"/>
              <a:t>添加您的标题文字</a:t>
            </a:r>
          </a:p>
        </p:txBody>
      </p:sp>
      <p:sp>
        <p:nvSpPr>
          <p:cNvPr id="1048792" name="图文框 8"/>
          <p:cNvSpPr/>
          <p:nvPr/>
        </p:nvSpPr>
        <p:spPr>
          <a:xfrm>
            <a:off x="3200400" y="1881552"/>
            <a:ext cx="5823877" cy="2926080"/>
          </a:xfrm>
          <a:prstGeom prst="frame">
            <a:avLst>
              <a:gd name="adj1" fmla="val 42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813" name="KSO_BC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4881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8779-6271-4AF0-842B-711B53DA69BA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104881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1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01C2D-6494-48CE-A525-4839469969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9" name="KSO_ST1"/>
          <p:cNvSpPr>
            <a:spLocks noGrp="1"/>
          </p:cNvSpPr>
          <p:nvPr>
            <p:ph type="title" hasCustomPrompt="1"/>
          </p:nvPr>
        </p:nvSpPr>
        <p:spPr>
          <a:xfrm>
            <a:off x="3366052" y="2464108"/>
            <a:ext cx="5446644" cy="1235075"/>
          </a:xfrm>
          <a:ln w="571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此处添加您的标题</a:t>
            </a:r>
            <a:endParaRPr lang="en-US" dirty="0"/>
          </a:p>
        </p:txBody>
      </p:sp>
      <p:sp>
        <p:nvSpPr>
          <p:cNvPr id="1048830" name="KSO_ST2"/>
          <p:cNvSpPr>
            <a:spLocks noGrp="1"/>
          </p:cNvSpPr>
          <p:nvPr>
            <p:ph type="body" idx="1" hasCustomPrompt="1"/>
          </p:nvPr>
        </p:nvSpPr>
        <p:spPr>
          <a:xfrm>
            <a:off x="3371849" y="4108757"/>
            <a:ext cx="5440847" cy="453718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单击此处添加您的副标题</a:t>
            </a:r>
            <a:endParaRPr lang="en-US" altLang="zh-CN" dirty="0"/>
          </a:p>
        </p:txBody>
      </p:sp>
      <p:sp>
        <p:nvSpPr>
          <p:cNvPr id="1048831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8779-6271-4AF0-842B-711B53DA69BA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1048832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33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01C2D-6494-48CE-A525-4839469969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4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835" name="KSO_BC1"/>
          <p:cNvSpPr>
            <a:spLocks noGrp="1"/>
          </p:cNvSpPr>
          <p:nvPr>
            <p:ph sz="half" idx="1"/>
          </p:nvPr>
        </p:nvSpPr>
        <p:spPr>
          <a:xfrm>
            <a:off x="558801" y="1423990"/>
            <a:ext cx="5080000" cy="49323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48836" name="KSO_BC2"/>
          <p:cNvSpPr>
            <a:spLocks noGrp="1"/>
          </p:cNvSpPr>
          <p:nvPr>
            <p:ph sz="half" idx="2"/>
          </p:nvPr>
        </p:nvSpPr>
        <p:spPr>
          <a:xfrm>
            <a:off x="6520745" y="1423990"/>
            <a:ext cx="5094116" cy="49323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4883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8779-6271-4AF0-842B-711B53DA69BA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104883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3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01C2D-6494-48CE-A525-4839469969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0" name="KSO_BT1"/>
          <p:cNvSpPr>
            <a:spLocks noGrp="1"/>
          </p:cNvSpPr>
          <p:nvPr>
            <p:ph type="title"/>
          </p:nvPr>
        </p:nvSpPr>
        <p:spPr>
          <a:xfrm>
            <a:off x="1099435" y="546361"/>
            <a:ext cx="9312101" cy="71702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841" name="Text Placeholder 2"/>
          <p:cNvSpPr>
            <a:spLocks noGrp="1"/>
          </p:cNvSpPr>
          <p:nvPr>
            <p:ph type="body" idx="1"/>
          </p:nvPr>
        </p:nvSpPr>
        <p:spPr>
          <a:xfrm>
            <a:off x="1099435" y="13763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35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42" name="KSO_BC1"/>
          <p:cNvSpPr>
            <a:spLocks noGrp="1"/>
          </p:cNvSpPr>
          <p:nvPr>
            <p:ph sz="half" idx="2"/>
          </p:nvPr>
        </p:nvSpPr>
        <p:spPr>
          <a:xfrm>
            <a:off x="1099435" y="22002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4884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31849" y="13763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35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44" name="KSO_BC2"/>
          <p:cNvSpPr>
            <a:spLocks noGrp="1"/>
          </p:cNvSpPr>
          <p:nvPr>
            <p:ph sz="quarter" idx="4"/>
          </p:nvPr>
        </p:nvSpPr>
        <p:spPr>
          <a:xfrm>
            <a:off x="6431849" y="22002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4884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8779-6271-4AF0-842B-711B53DA69BA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104884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4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01C2D-6494-48CE-A525-4839469969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3" name="KSO_BT1"/>
          <p:cNvSpPr>
            <a:spLocks noGrp="1"/>
          </p:cNvSpPr>
          <p:nvPr>
            <p:ph type="title"/>
          </p:nvPr>
        </p:nvSpPr>
        <p:spPr>
          <a:xfrm>
            <a:off x="1099435" y="546361"/>
            <a:ext cx="9312101" cy="71702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794" name="Text Placeholder 2"/>
          <p:cNvSpPr>
            <a:spLocks noGrp="1"/>
          </p:cNvSpPr>
          <p:nvPr>
            <p:ph type="body" idx="1"/>
          </p:nvPr>
        </p:nvSpPr>
        <p:spPr>
          <a:xfrm>
            <a:off x="1099435" y="13763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35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95" name="KSO_BC1"/>
          <p:cNvSpPr>
            <a:spLocks noGrp="1"/>
          </p:cNvSpPr>
          <p:nvPr>
            <p:ph sz="half" idx="2"/>
          </p:nvPr>
        </p:nvSpPr>
        <p:spPr>
          <a:xfrm>
            <a:off x="1099435" y="22002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4879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31849" y="13763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35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97" name="KSO_BC2"/>
          <p:cNvSpPr>
            <a:spLocks noGrp="1"/>
          </p:cNvSpPr>
          <p:nvPr>
            <p:ph sz="quarter" idx="4"/>
          </p:nvPr>
        </p:nvSpPr>
        <p:spPr>
          <a:xfrm>
            <a:off x="6431849" y="22002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48798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8779-6271-4AF0-842B-711B53DA69BA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1048799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00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01C2D-6494-48CE-A525-4839469969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48801" name="TextBox 10"/>
          <p:cNvSpPr txBox="1"/>
          <p:nvPr userDrawn="1"/>
        </p:nvSpPr>
        <p:spPr>
          <a:xfrm>
            <a:off x="1703512" y="6725449"/>
            <a:ext cx="144015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模板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http://www.1ppt.com/hangye/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8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849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8779-6271-4AF0-842B-711B53DA69BA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1048850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51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01C2D-6494-48CE-A525-4839469969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8779-6271-4AF0-842B-711B53DA69BA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1048582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83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01C2D-6494-48CE-A525-4839469969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7" name="KSO_BT1"/>
          <p:cNvSpPr>
            <a:spLocks noGrp="1"/>
          </p:cNvSpPr>
          <p:nvPr>
            <p:ph type="title"/>
          </p:nvPr>
        </p:nvSpPr>
        <p:spPr>
          <a:xfrm>
            <a:off x="1144590" y="533403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048818" name="KSO_BC1"/>
          <p:cNvSpPr>
            <a:spLocks noGrp="1"/>
          </p:cNvSpPr>
          <p:nvPr>
            <p:ph idx="1"/>
          </p:nvPr>
        </p:nvSpPr>
        <p:spPr>
          <a:xfrm>
            <a:off x="5487989" y="1063630"/>
            <a:ext cx="6172200" cy="4873625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48819" name="KSO_BC2"/>
          <p:cNvSpPr>
            <a:spLocks noGrp="1"/>
          </p:cNvSpPr>
          <p:nvPr>
            <p:ph type="body" sz="half" idx="2"/>
          </p:nvPr>
        </p:nvSpPr>
        <p:spPr>
          <a:xfrm>
            <a:off x="1144590" y="2133603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20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8779-6271-4AF0-842B-711B53DA69BA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1048821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22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01C2D-6494-48CE-A525-4839469969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3" name="KSO_BT1"/>
          <p:cNvSpPr>
            <a:spLocks noGrp="1"/>
          </p:cNvSpPr>
          <p:nvPr>
            <p:ph type="title"/>
          </p:nvPr>
        </p:nvSpPr>
        <p:spPr>
          <a:xfrm>
            <a:off x="1246192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824" name="KSO_BC1"/>
          <p:cNvSpPr>
            <a:spLocks noGrp="1" noChangeAspect="1"/>
          </p:cNvSpPr>
          <p:nvPr>
            <p:ph type="pic" idx="1"/>
          </p:nvPr>
        </p:nvSpPr>
        <p:spPr>
          <a:xfrm>
            <a:off x="5442833" y="987429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1048825" name="KSO_BC2"/>
          <p:cNvSpPr>
            <a:spLocks noGrp="1"/>
          </p:cNvSpPr>
          <p:nvPr>
            <p:ph type="body" sz="half" idx="2"/>
          </p:nvPr>
        </p:nvSpPr>
        <p:spPr>
          <a:xfrm>
            <a:off x="1246192" y="2057401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26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8779-6271-4AF0-842B-711B53DA69BA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1048827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28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01C2D-6494-48CE-A525-4839469969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7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808" name="KSO_BC1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48809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8779-6271-4AF0-842B-711B53DA69BA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1048810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11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01C2D-6494-48CE-A525-4839469969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2" name="KSO_BT1"/>
          <p:cNvSpPr>
            <a:spLocks noGrp="1"/>
          </p:cNvSpPr>
          <p:nvPr>
            <p:ph type="title" orient="vert"/>
          </p:nvPr>
        </p:nvSpPr>
        <p:spPr>
          <a:xfrm>
            <a:off x="10171290" y="365127"/>
            <a:ext cx="1182511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803" name="KSO_BC1"/>
          <p:cNvSpPr>
            <a:spLocks noGrp="1"/>
          </p:cNvSpPr>
          <p:nvPr>
            <p:ph type="body" orient="vert" idx="1"/>
          </p:nvPr>
        </p:nvSpPr>
        <p:spPr>
          <a:xfrm>
            <a:off x="2113842" y="365127"/>
            <a:ext cx="7933269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4880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8779-6271-4AF0-842B-711B53DA69BA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104880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0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01C2D-6494-48CE-A525-4839469969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7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78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79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2022/11/7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04878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04878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8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8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2022/11/7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04878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04878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jpe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KSO_BT1"/>
          <p:cNvSpPr>
            <a:spLocks noGrp="1"/>
          </p:cNvSpPr>
          <p:nvPr>
            <p:ph type="title"/>
          </p:nvPr>
        </p:nvSpPr>
        <p:spPr>
          <a:xfrm>
            <a:off x="715991" y="376039"/>
            <a:ext cx="10739887" cy="6995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048577" name="KSO_FD"/>
          <p:cNvSpPr>
            <a:spLocks noGrp="1"/>
          </p:cNvSpPr>
          <p:nvPr>
            <p:ph type="dt" sz="half" idx="2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0CE79-49FB-443D-BEF8-6B709DE8FD0C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1048578" name="KSO_FT"/>
          <p:cNvSpPr>
            <a:spLocks noGrp="1"/>
          </p:cNvSpPr>
          <p:nvPr>
            <p:ph type="ftr" sz="quarter" idx="3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79" name="KSO_FN"/>
          <p:cNvSpPr>
            <a:spLocks noGrp="1"/>
          </p:cNvSpPr>
          <p:nvPr>
            <p:ph type="sldNum" sz="quarter" idx="4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06490-237C-474C-BA2E-D98840BC1F8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48580" name="KSO_BC1"/>
          <p:cNvSpPr>
            <a:spLocks noGrp="1"/>
          </p:cNvSpPr>
          <p:nvPr>
            <p:ph type="body" idx="1"/>
          </p:nvPr>
        </p:nvSpPr>
        <p:spPr>
          <a:xfrm>
            <a:off x="715992" y="1344974"/>
            <a:ext cx="10739887" cy="4925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accent1">
              <a:lumMod val="75000"/>
            </a:schemeClr>
          </a:solidFill>
          <a:effectLst/>
          <a:latin typeface="+mj-ea"/>
          <a:ea typeface="+mj-ea"/>
          <a:cs typeface="+mj-cs"/>
        </a:defRPr>
      </a:lvl1pPr>
    </p:titleStyle>
    <p:bodyStyle>
      <a:lvl1pPr marL="267970" indent="-267970" algn="just" defTabSz="6858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1"/>
        </a:buClr>
        <a:buSzPct val="80000"/>
        <a:buFont typeface="Wingdings" panose="05000000000000000000" pitchFamily="2" charset="2"/>
        <a:buChar char="l"/>
        <a:defRPr sz="2400" kern="1200" baseline="0">
          <a:solidFill>
            <a:schemeClr val="accent2">
              <a:lumMod val="75000"/>
            </a:schemeClr>
          </a:solidFill>
          <a:latin typeface="+mj-ea"/>
          <a:ea typeface="+mj-ea"/>
          <a:cs typeface="+mn-cs"/>
        </a:defRPr>
      </a:lvl1pPr>
      <a:lvl2pPr marL="267970" indent="-267970" algn="just" defTabSz="685800" rtl="0" eaLnBrk="1" latinLnBrk="0" hangingPunct="1">
        <a:lnSpc>
          <a:spcPct val="130000"/>
        </a:lnSpc>
        <a:spcBef>
          <a:spcPts val="0"/>
        </a:spcBef>
        <a:spcAft>
          <a:spcPts val="45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800" kern="1200" baseline="0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5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4.xml"/><Relationship Id="rId7" Type="http://schemas.openxmlformats.org/officeDocument/2006/relationships/slideLayout" Target="../slideLayouts/slideLayout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10" Type="http://schemas.openxmlformats.org/officeDocument/2006/relationships/image" Target="../media/image3.png"/><Relationship Id="rId4" Type="http://schemas.openxmlformats.org/officeDocument/2006/relationships/tags" Target="../tags/tag5.xml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tags" Target="../tags/tag10.xml"/><Relationship Id="rId7" Type="http://schemas.openxmlformats.org/officeDocument/2006/relationships/image" Target="../media/image4.png"/><Relationship Id="rId12" Type="http://schemas.openxmlformats.org/officeDocument/2006/relationships/image" Target="../media/image5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notesSlide" Target="../notesSlides/notesSlide2.xml"/><Relationship Id="rId11" Type="http://schemas.openxmlformats.org/officeDocument/2006/relationships/slide" Target="slide16.xml"/><Relationship Id="rId5" Type="http://schemas.openxmlformats.org/officeDocument/2006/relationships/slideLayout" Target="../slideLayouts/slideLayout8.xml"/><Relationship Id="rId10" Type="http://schemas.openxmlformats.org/officeDocument/2006/relationships/slide" Target="slide9.xml"/><Relationship Id="rId4" Type="http://schemas.openxmlformats.org/officeDocument/2006/relationships/tags" Target="../tags/tag11.xml"/><Relationship Id="rId9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4.xml"/><Relationship Id="rId7" Type="http://schemas.openxmlformats.org/officeDocument/2006/relationships/image" Target="../media/image6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8.xml"/><Relationship Id="rId10" Type="http://schemas.openxmlformats.org/officeDocument/2006/relationships/image" Target="../media/image8.png"/><Relationship Id="rId4" Type="http://schemas.openxmlformats.org/officeDocument/2006/relationships/tags" Target="../tags/tag15.xml"/><Relationship Id="rId9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8.xml"/><Relationship Id="rId7" Type="http://schemas.openxmlformats.org/officeDocument/2006/relationships/image" Target="../media/image6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8.xml"/><Relationship Id="rId10" Type="http://schemas.openxmlformats.org/officeDocument/2006/relationships/image" Target="../media/image9.png"/><Relationship Id="rId4" Type="http://schemas.openxmlformats.org/officeDocument/2006/relationships/tags" Target="../tags/tag19.xml"/><Relationship Id="rId9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22.xml"/><Relationship Id="rId7" Type="http://schemas.openxmlformats.org/officeDocument/2006/relationships/image" Target="../media/image6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image" Target="../media/image10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29.xml"/><Relationship Id="rId7" Type="http://schemas.openxmlformats.org/officeDocument/2006/relationships/image" Target="../media/image6.pn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3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33.xml"/><Relationship Id="rId7" Type="http://schemas.openxmlformats.org/officeDocument/2006/relationships/image" Target="../media/image6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34.xml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37.xml"/><Relationship Id="rId7" Type="http://schemas.openxmlformats.org/officeDocument/2006/relationships/image" Target="../media/image6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3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41.xml"/><Relationship Id="rId7" Type="http://schemas.openxmlformats.org/officeDocument/2006/relationships/image" Target="../media/image6.pn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4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45.xml"/><Relationship Id="rId7" Type="http://schemas.openxmlformats.org/officeDocument/2006/relationships/image" Target="../media/image6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4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49.xml"/><Relationship Id="rId7" Type="http://schemas.openxmlformats.org/officeDocument/2006/relationships/image" Target="../media/image6.png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5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53.xml"/><Relationship Id="rId7" Type="http://schemas.openxmlformats.org/officeDocument/2006/relationships/image" Target="../media/image6.png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5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3" Type="http://schemas.openxmlformats.org/officeDocument/2006/relationships/tags" Target="../tags/tag60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13.pn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image" Target="../media/image12.png"/><Relationship Id="rId5" Type="http://schemas.openxmlformats.org/officeDocument/2006/relationships/tags" Target="../tags/tag62.xml"/><Relationship Id="rId10" Type="http://schemas.openxmlformats.org/officeDocument/2006/relationships/image" Target="../media/image7.png"/><Relationship Id="rId4" Type="http://schemas.openxmlformats.org/officeDocument/2006/relationships/tags" Target="../tags/tag61.xml"/><Relationship Id="rId9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66.xml"/><Relationship Id="rId7" Type="http://schemas.openxmlformats.org/officeDocument/2006/relationships/image" Target="../media/image6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6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70.xml"/><Relationship Id="rId7" Type="http://schemas.openxmlformats.org/officeDocument/2006/relationships/notesSlide" Target="../notesSlides/notesSlide15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72.xml"/><Relationship Id="rId4" Type="http://schemas.openxmlformats.org/officeDocument/2006/relationships/tags" Target="../tags/tag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PA_文本框 8"/>
          <p:cNvSpPr txBox="1"/>
          <p:nvPr>
            <p:custDataLst>
              <p:tags r:id="rId2"/>
            </p:custDataLst>
          </p:nvPr>
        </p:nvSpPr>
        <p:spPr>
          <a:xfrm>
            <a:off x="3252393" y="2484475"/>
            <a:ext cx="81612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实验六：</a:t>
            </a:r>
            <a:r>
              <a:rPr lang="en-US" altLang="zh-CN" sz="60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BMP</a:t>
            </a:r>
            <a:r>
              <a:rPr lang="zh-CN" altLang="en-US" sz="60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图像旋转</a:t>
            </a:r>
          </a:p>
        </p:txBody>
      </p:sp>
      <p:sp>
        <p:nvSpPr>
          <p:cNvPr id="1048664" name="PA_矩形 12"/>
          <p:cNvSpPr/>
          <p:nvPr>
            <p:custDataLst>
              <p:tags r:id="rId3"/>
            </p:custDataLst>
          </p:nvPr>
        </p:nvSpPr>
        <p:spPr>
          <a:xfrm>
            <a:off x="4295775" y="4149090"/>
            <a:ext cx="645350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dirty="0">
                <a:solidFill>
                  <a:schemeClr val="bg1">
                    <a:lumMod val="85000"/>
                  </a:schemeClr>
                </a:solidFill>
                <a:cs typeface="+mn-ea"/>
                <a:sym typeface="+mn-lt"/>
              </a:rPr>
              <a:t>汇报小组成员名称：张嘉扬、杨聪聪、戴湫婷、刘小利、杨泰来</a:t>
            </a:r>
            <a:endParaRPr lang="zh-CN" altLang="en-US" sz="1600" dirty="0">
              <a:solidFill>
                <a:schemeClr val="bg1">
                  <a:lumMod val="85000"/>
                </a:schemeClr>
              </a:solidFill>
              <a:cs typeface="+mn-ea"/>
              <a:sym typeface="+mn-ea"/>
            </a:endParaRPr>
          </a:p>
        </p:txBody>
      </p:sp>
      <p:grpSp>
        <p:nvGrpSpPr>
          <p:cNvPr id="75" name="组合 12"/>
          <p:cNvGrpSpPr/>
          <p:nvPr/>
        </p:nvGrpSpPr>
        <p:grpSpPr>
          <a:xfrm>
            <a:off x="4750714" y="4079789"/>
            <a:ext cx="5543625" cy="45719"/>
            <a:chOff x="3182554" y="3904019"/>
            <a:chExt cx="5543625" cy="45719"/>
          </a:xfrm>
        </p:grpSpPr>
        <p:sp>
          <p:nvSpPr>
            <p:cNvPr id="1048665" name="PA_矩形 11"/>
            <p:cNvSpPr/>
            <p:nvPr>
              <p:custDataLst>
                <p:tags r:id="rId4"/>
              </p:custDataLst>
            </p:nvPr>
          </p:nvSpPr>
          <p:spPr>
            <a:xfrm>
              <a:off x="5030429" y="3904019"/>
              <a:ext cx="1847875" cy="45719"/>
            </a:xfrm>
            <a:prstGeom prst="rect">
              <a:avLst/>
            </a:prstGeom>
            <a:solidFill>
              <a:srgbClr val="52CBC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048666" name="PA_矩形 11"/>
            <p:cNvSpPr/>
            <p:nvPr>
              <p:custDataLst>
                <p:tags r:id="rId5"/>
              </p:custDataLst>
            </p:nvPr>
          </p:nvSpPr>
          <p:spPr>
            <a:xfrm>
              <a:off x="6878304" y="3904019"/>
              <a:ext cx="1847875" cy="45719"/>
            </a:xfrm>
            <a:prstGeom prst="rect">
              <a:avLst/>
            </a:prstGeom>
            <a:solidFill>
              <a:srgbClr val="585B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048667" name="PA_矩形 11"/>
            <p:cNvSpPr/>
            <p:nvPr>
              <p:custDataLst>
                <p:tags r:id="rId6"/>
              </p:custDataLst>
            </p:nvPr>
          </p:nvSpPr>
          <p:spPr>
            <a:xfrm>
              <a:off x="3182554" y="3904019"/>
              <a:ext cx="1847875" cy="45719"/>
            </a:xfrm>
            <a:prstGeom prst="rect">
              <a:avLst/>
            </a:prstGeom>
            <a:solidFill>
              <a:srgbClr val="00BC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</p:grpSp>
      <p:pic>
        <p:nvPicPr>
          <p:cNvPr id="2097167" name="图片 16" descr="图片包含 就坐, 黑色, 建筑物, 户外&#10;&#10;已生成高可信度的说明"/>
          <p:cNvPicPr>
            <a:picLocks noChangeAspect="1"/>
          </p:cNvPicPr>
          <p:nvPr/>
        </p:nvPicPr>
        <p:blipFill rotWithShape="1">
          <a:blip r:embed="rId9" cstate="screen"/>
          <a:srcRect/>
          <a:stretch>
            <a:fillRect/>
          </a:stretch>
        </p:blipFill>
        <p:spPr>
          <a:xfrm>
            <a:off x="-24680" y="116632"/>
            <a:ext cx="5974513" cy="6465124"/>
          </a:xfrm>
          <a:prstGeom prst="rect">
            <a:avLst/>
          </a:prstGeom>
        </p:spPr>
      </p:pic>
      <p:pic>
        <p:nvPicPr>
          <p:cNvPr id="2097168" name="图片 17" descr="图片包含 就坐, 黑色, 建筑物, 户外&#10;&#10;已生成高可信度的说明"/>
          <p:cNvPicPr>
            <a:picLocks noChangeAspect="1"/>
          </p:cNvPicPr>
          <p:nvPr/>
        </p:nvPicPr>
        <p:blipFill rotWithShape="1">
          <a:blip r:embed="rId10" cstate="screen"/>
          <a:srcRect/>
          <a:stretch>
            <a:fillRect/>
          </a:stretch>
        </p:blipFill>
        <p:spPr>
          <a:xfrm flipH="1">
            <a:off x="10310355" y="3933838"/>
            <a:ext cx="1849735" cy="20824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604125" y="619760"/>
            <a:ext cx="309880" cy="3708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97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97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97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97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97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97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048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048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2" decel="10000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48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48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63" grpId="0" build="p"/>
      <p:bldP spid="104866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9" name="图片 27" descr="图片包含 就坐, 黑色, 建筑物, 户外&#10;&#10;已生成高可信度的说明"/>
          <p:cNvPicPr>
            <a:picLocks noChangeAspect="1"/>
          </p:cNvPicPr>
          <p:nvPr/>
        </p:nvPicPr>
        <p:blipFill rotWithShape="1">
          <a:blip r:embed="rId7" cstate="screen"/>
          <a:srcRect l="21947"/>
          <a:stretch>
            <a:fillRect/>
          </a:stretch>
        </p:blipFill>
        <p:spPr>
          <a:xfrm rot="15300000">
            <a:off x="3241471" y="208967"/>
            <a:ext cx="3763210" cy="4072236"/>
          </a:xfrm>
          <a:prstGeom prst="rect">
            <a:avLst/>
          </a:prstGeom>
        </p:spPr>
      </p:pic>
      <p:grpSp>
        <p:nvGrpSpPr>
          <p:cNvPr id="79" name="组合 44"/>
          <p:cNvGrpSpPr/>
          <p:nvPr/>
        </p:nvGrpSpPr>
        <p:grpSpPr>
          <a:xfrm>
            <a:off x="930271" y="3724109"/>
            <a:ext cx="2226992" cy="851420"/>
            <a:chOff x="5292478" y="838789"/>
            <a:chExt cx="2226992" cy="851420"/>
          </a:xfrm>
        </p:grpSpPr>
        <p:sp>
          <p:nvSpPr>
            <p:cNvPr id="1048671" name="文本框 8"/>
            <p:cNvSpPr txBox="1"/>
            <p:nvPr/>
          </p:nvSpPr>
          <p:spPr>
            <a:xfrm>
              <a:off x="5306454" y="838789"/>
              <a:ext cx="1800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  <a:hlinkClick r:id="rId8" action="ppaction://hlinksldjump"/>
                </a:rPr>
                <a:t>实验介绍及要求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048672" name="矩形 9"/>
            <p:cNvSpPr/>
            <p:nvPr/>
          </p:nvSpPr>
          <p:spPr>
            <a:xfrm>
              <a:off x="5292478" y="1141569"/>
              <a:ext cx="2226992" cy="5486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Experiment introduction and requirements</a:t>
              </a:r>
            </a:p>
          </p:txBody>
        </p:sp>
      </p:grpSp>
      <p:grpSp>
        <p:nvGrpSpPr>
          <p:cNvPr id="80" name="组合 45"/>
          <p:cNvGrpSpPr/>
          <p:nvPr/>
        </p:nvGrpSpPr>
        <p:grpSpPr>
          <a:xfrm>
            <a:off x="3826638" y="3724109"/>
            <a:ext cx="1173480" cy="622820"/>
            <a:chOff x="6021094" y="2540233"/>
            <a:chExt cx="1173480" cy="622820"/>
          </a:xfrm>
        </p:grpSpPr>
        <p:sp>
          <p:nvSpPr>
            <p:cNvPr id="1048673" name="文本框 14"/>
            <p:cNvSpPr txBox="1"/>
            <p:nvPr/>
          </p:nvSpPr>
          <p:spPr>
            <a:xfrm>
              <a:off x="6035070" y="2540233"/>
              <a:ext cx="11176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  <a:hlinkClick r:id="rId9" action="ppaction://hlinksldjump"/>
                </a:rPr>
                <a:t>设计思路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048674" name="矩形 15"/>
            <p:cNvSpPr/>
            <p:nvPr/>
          </p:nvSpPr>
          <p:spPr>
            <a:xfrm>
              <a:off x="6021094" y="2843013"/>
              <a:ext cx="1173480" cy="32004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Design ideas</a:t>
              </a:r>
            </a:p>
          </p:txBody>
        </p:sp>
      </p:grpSp>
      <p:grpSp>
        <p:nvGrpSpPr>
          <p:cNvPr id="81" name="组合 46"/>
          <p:cNvGrpSpPr/>
          <p:nvPr/>
        </p:nvGrpSpPr>
        <p:grpSpPr>
          <a:xfrm>
            <a:off x="6700334" y="3724109"/>
            <a:ext cx="1236980" cy="622820"/>
            <a:chOff x="6057662" y="4025643"/>
            <a:chExt cx="1236980" cy="622820"/>
          </a:xfrm>
        </p:grpSpPr>
        <p:sp>
          <p:nvSpPr>
            <p:cNvPr id="1048675" name="文本框 16"/>
            <p:cNvSpPr txBox="1"/>
            <p:nvPr/>
          </p:nvSpPr>
          <p:spPr>
            <a:xfrm>
              <a:off x="6071638" y="4025643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  <a:hlinkClick r:id="rId10" action="ppaction://hlinksldjump"/>
                </a:rPr>
                <a:t>代码实现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048676" name="矩形 17"/>
            <p:cNvSpPr/>
            <p:nvPr/>
          </p:nvSpPr>
          <p:spPr>
            <a:xfrm>
              <a:off x="6057662" y="4328423"/>
              <a:ext cx="1236980" cy="32004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Code section</a:t>
              </a:r>
            </a:p>
          </p:txBody>
        </p:sp>
      </p:grpSp>
      <p:grpSp>
        <p:nvGrpSpPr>
          <p:cNvPr id="82" name="组合 47"/>
          <p:cNvGrpSpPr/>
          <p:nvPr/>
        </p:nvGrpSpPr>
        <p:grpSpPr>
          <a:xfrm>
            <a:off x="9730753" y="3724109"/>
            <a:ext cx="2461247" cy="622820"/>
            <a:chOff x="5266846" y="5730187"/>
            <a:chExt cx="2461247" cy="622820"/>
          </a:xfrm>
        </p:grpSpPr>
        <p:sp>
          <p:nvSpPr>
            <p:cNvPr id="1048677" name="文本框 18"/>
            <p:cNvSpPr txBox="1"/>
            <p:nvPr/>
          </p:nvSpPr>
          <p:spPr>
            <a:xfrm>
              <a:off x="5280822" y="5730187"/>
              <a:ext cx="1800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  <a:hlinkClick r:id="rId11" action="ppaction://hlinksldjump"/>
                </a:rPr>
                <a:t>调试与心得体会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048678" name="矩形 19"/>
            <p:cNvSpPr/>
            <p:nvPr/>
          </p:nvSpPr>
          <p:spPr>
            <a:xfrm>
              <a:off x="5266846" y="6032967"/>
              <a:ext cx="2461247" cy="3200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Debugging and experience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017135" y="2204720"/>
            <a:ext cx="1363980" cy="919480"/>
            <a:chOff x="7901" y="3472"/>
            <a:chExt cx="2148" cy="1448"/>
          </a:xfrm>
        </p:grpSpPr>
        <p:sp>
          <p:nvSpPr>
            <p:cNvPr id="1048679" name="文本框 2"/>
            <p:cNvSpPr txBox="1"/>
            <p:nvPr/>
          </p:nvSpPr>
          <p:spPr>
            <a:xfrm>
              <a:off x="8126" y="3472"/>
              <a:ext cx="1728" cy="9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3600" b="1" dirty="0">
                  <a:solidFill>
                    <a:schemeClr val="bg1">
                      <a:lumMod val="85000"/>
                    </a:schemeClr>
                  </a:solidFill>
                  <a:cs typeface="+mn-ea"/>
                  <a:sym typeface="+mn-lt"/>
                </a:rPr>
                <a:t>目录</a:t>
              </a:r>
            </a:p>
          </p:txBody>
        </p:sp>
        <p:sp>
          <p:nvSpPr>
            <p:cNvPr id="1048680" name="文本框 23"/>
            <p:cNvSpPr txBox="1"/>
            <p:nvPr/>
          </p:nvSpPr>
          <p:spPr>
            <a:xfrm>
              <a:off x="7901" y="4376"/>
              <a:ext cx="2148" cy="5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>
                      <a:lumMod val="85000"/>
                    </a:schemeClr>
                  </a:solidFill>
                  <a:cs typeface="+mn-ea"/>
                  <a:sym typeface="+mn-lt"/>
                </a:rPr>
                <a:t>CONTENT</a:t>
              </a:r>
              <a:endParaRPr lang="zh-CN" altLang="en-US" dirty="0">
                <a:solidFill>
                  <a:schemeClr val="bg1">
                    <a:lumMod val="8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048681" name="文本框 7"/>
          <p:cNvSpPr txBox="1"/>
          <p:nvPr/>
        </p:nvSpPr>
        <p:spPr>
          <a:xfrm>
            <a:off x="272776" y="3798555"/>
            <a:ext cx="538480" cy="472440"/>
          </a:xfrm>
          <a:prstGeom prst="rect">
            <a:avLst/>
          </a:prstGeom>
          <a:noFill/>
          <a:ln>
            <a:solidFill>
              <a:srgbClr val="37BBED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bg1">
                    <a:lumMod val="85000"/>
                  </a:schemeClr>
                </a:solidFill>
                <a:cs typeface="+mn-ea"/>
                <a:sym typeface="+mn-lt"/>
              </a:rPr>
              <a:t>01</a:t>
            </a:r>
            <a:endParaRPr lang="zh-CN" altLang="en-US" sz="2800" b="1" dirty="0">
              <a:solidFill>
                <a:schemeClr val="bg1">
                  <a:lumMod val="8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8682" name="文本框 11"/>
          <p:cNvSpPr txBox="1"/>
          <p:nvPr/>
        </p:nvSpPr>
        <p:spPr>
          <a:xfrm>
            <a:off x="3169143" y="3798555"/>
            <a:ext cx="538480" cy="472440"/>
          </a:xfrm>
          <a:prstGeom prst="rect">
            <a:avLst/>
          </a:prstGeom>
          <a:noFill/>
          <a:ln>
            <a:solidFill>
              <a:srgbClr val="37BBED"/>
            </a:solidFill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800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02</a:t>
            </a:r>
            <a:endParaRPr lang="zh-CN" altLang="en-US" sz="2800" b="1" dirty="0">
              <a:solidFill>
                <a:schemeClr val="bg1">
                  <a:lumMod val="8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48683" name="文本框 12"/>
          <p:cNvSpPr txBox="1"/>
          <p:nvPr/>
        </p:nvSpPr>
        <p:spPr>
          <a:xfrm>
            <a:off x="6042839" y="3798555"/>
            <a:ext cx="538480" cy="472440"/>
          </a:xfrm>
          <a:prstGeom prst="rect">
            <a:avLst/>
          </a:prstGeom>
          <a:noFill/>
          <a:ln>
            <a:solidFill>
              <a:srgbClr val="37BBED"/>
            </a:solidFill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800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03</a:t>
            </a:r>
            <a:endParaRPr lang="zh-CN" altLang="en-US" sz="2800" b="1" dirty="0">
              <a:solidFill>
                <a:schemeClr val="bg1">
                  <a:lumMod val="8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48684" name="文本框 13"/>
          <p:cNvSpPr txBox="1"/>
          <p:nvPr/>
        </p:nvSpPr>
        <p:spPr>
          <a:xfrm>
            <a:off x="9073258" y="3798555"/>
            <a:ext cx="538480" cy="472440"/>
          </a:xfrm>
          <a:prstGeom prst="rect">
            <a:avLst/>
          </a:prstGeom>
          <a:noFill/>
          <a:ln>
            <a:solidFill>
              <a:srgbClr val="37BBED"/>
            </a:solidFill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800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04</a:t>
            </a:r>
            <a:endParaRPr lang="zh-CN" altLang="en-US" sz="2800" b="1" dirty="0">
              <a:solidFill>
                <a:schemeClr val="bg1">
                  <a:lumMod val="8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83" name="组合 40"/>
          <p:cNvGrpSpPr/>
          <p:nvPr/>
        </p:nvGrpSpPr>
        <p:grpSpPr>
          <a:xfrm rot="10800000" flipV="1">
            <a:off x="263352" y="3318349"/>
            <a:ext cx="11745783" cy="45719"/>
            <a:chOff x="3182554" y="3904019"/>
            <a:chExt cx="5543625" cy="45719"/>
          </a:xfrm>
        </p:grpSpPr>
        <p:sp>
          <p:nvSpPr>
            <p:cNvPr id="1048685" name="PA_矩形 11"/>
            <p:cNvSpPr/>
            <p:nvPr>
              <p:custDataLst>
                <p:tags r:id="rId2"/>
              </p:custDataLst>
            </p:nvPr>
          </p:nvSpPr>
          <p:spPr>
            <a:xfrm>
              <a:off x="5030429" y="3904019"/>
              <a:ext cx="1847875" cy="45719"/>
            </a:xfrm>
            <a:prstGeom prst="rect">
              <a:avLst/>
            </a:prstGeom>
            <a:solidFill>
              <a:srgbClr val="52CBC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048686" name="PA_矩形 11"/>
            <p:cNvSpPr/>
            <p:nvPr>
              <p:custDataLst>
                <p:tags r:id="rId3"/>
              </p:custDataLst>
            </p:nvPr>
          </p:nvSpPr>
          <p:spPr>
            <a:xfrm>
              <a:off x="6878304" y="3904019"/>
              <a:ext cx="1847875" cy="45719"/>
            </a:xfrm>
            <a:prstGeom prst="rect">
              <a:avLst/>
            </a:prstGeom>
            <a:solidFill>
              <a:srgbClr val="585B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048687" name="PA_矩形 11"/>
            <p:cNvSpPr/>
            <p:nvPr>
              <p:custDataLst>
                <p:tags r:id="rId4"/>
              </p:custDataLst>
            </p:nvPr>
          </p:nvSpPr>
          <p:spPr>
            <a:xfrm>
              <a:off x="3182554" y="3904019"/>
              <a:ext cx="1847875" cy="45719"/>
            </a:xfrm>
            <a:prstGeom prst="rect">
              <a:avLst/>
            </a:prstGeom>
            <a:solidFill>
              <a:srgbClr val="00BC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</p:grpSp>
      <p:pic>
        <p:nvPicPr>
          <p:cNvPr id="2097170" name="图片 28" descr="图片包含 就坐, 黑色, 建筑物, 户外&#10;&#10;已生成高可信度的说明"/>
          <p:cNvPicPr>
            <a:picLocks noChangeAspect="1"/>
          </p:cNvPicPr>
          <p:nvPr/>
        </p:nvPicPr>
        <p:blipFill rotWithShape="1">
          <a:blip r:embed="rId12" cstate="screen"/>
          <a:srcRect/>
          <a:stretch>
            <a:fillRect/>
          </a:stretch>
        </p:blipFill>
        <p:spPr>
          <a:xfrm flipH="1">
            <a:off x="10658322" y="4857886"/>
            <a:ext cx="1341132" cy="150983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/>
      </p:transition>
    </mc:Choice>
    <mc:Fallback xmlns=""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486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48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48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486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48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48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486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48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48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0486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48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48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097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097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97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097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097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9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81" grpId="0" animBg="1"/>
      <p:bldP spid="1048682" grpId="0" animBg="1"/>
      <p:bldP spid="1048683" grpId="0" animBg="1"/>
      <p:bldP spid="104868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组合 1"/>
          <p:cNvGrpSpPr/>
          <p:nvPr/>
        </p:nvGrpSpPr>
        <p:grpSpPr>
          <a:xfrm>
            <a:off x="263352" y="-315635"/>
            <a:ext cx="11928647" cy="7173635"/>
            <a:chOff x="263352" y="-315635"/>
            <a:chExt cx="11928647" cy="7173635"/>
          </a:xfrm>
        </p:grpSpPr>
        <p:pic>
          <p:nvPicPr>
            <p:cNvPr id="2097171" name="图片 27" descr="图片包含 就坐, 黑色, 建筑物, 户外&#10;&#10;已生成高可信度的说明"/>
            <p:cNvPicPr>
              <a:picLocks noChangeAspect="1"/>
            </p:cNvPicPr>
            <p:nvPr/>
          </p:nvPicPr>
          <p:blipFill rotWithShape="1">
            <a:blip r:embed="rId7" cstate="screen"/>
            <a:srcRect/>
            <a:stretch>
              <a:fillRect/>
            </a:stretch>
          </p:blipFill>
          <p:spPr>
            <a:xfrm rot="15300000">
              <a:off x="392931" y="-390354"/>
              <a:ext cx="1819802" cy="1969240"/>
            </a:xfrm>
            <a:prstGeom prst="rect">
              <a:avLst/>
            </a:prstGeom>
          </p:spPr>
        </p:pic>
        <p:sp>
          <p:nvSpPr>
            <p:cNvPr id="1048691" name="文本框 2"/>
            <p:cNvSpPr txBox="1"/>
            <p:nvPr/>
          </p:nvSpPr>
          <p:spPr>
            <a:xfrm>
              <a:off x="476332" y="332656"/>
              <a:ext cx="2672080" cy="4724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bg1">
                      <a:lumMod val="85000"/>
                    </a:schemeClr>
                  </a:solidFill>
                  <a:cs typeface="+mn-ea"/>
                  <a:sym typeface="+mn-lt"/>
                </a:rPr>
                <a:t>实验介绍及要求</a:t>
              </a:r>
            </a:p>
          </p:txBody>
        </p:sp>
        <p:grpSp>
          <p:nvGrpSpPr>
            <p:cNvPr id="88" name="组合 40"/>
            <p:cNvGrpSpPr/>
            <p:nvPr/>
          </p:nvGrpSpPr>
          <p:grpSpPr>
            <a:xfrm rot="10800000" flipV="1">
              <a:off x="263352" y="984158"/>
              <a:ext cx="11745783" cy="45719"/>
              <a:chOff x="3182554" y="3904019"/>
              <a:chExt cx="5543625" cy="45719"/>
            </a:xfrm>
          </p:grpSpPr>
          <p:sp>
            <p:nvSpPr>
              <p:cNvPr id="1048692" name="PA_矩形 11"/>
              <p:cNvSpPr/>
              <p:nvPr>
                <p:custDataLst>
                  <p:tags r:id="rId2"/>
                </p:custDataLst>
              </p:nvPr>
            </p:nvSpPr>
            <p:spPr>
              <a:xfrm>
                <a:off x="5030429" y="3904019"/>
                <a:ext cx="1847875" cy="45719"/>
              </a:xfrm>
              <a:prstGeom prst="rect">
                <a:avLst/>
              </a:prstGeom>
              <a:solidFill>
                <a:srgbClr val="52CBCE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8693" name="PA_矩形 11"/>
              <p:cNvSpPr/>
              <p:nvPr>
                <p:custDataLst>
                  <p:tags r:id="rId3"/>
                </p:custDataLst>
              </p:nvPr>
            </p:nvSpPr>
            <p:spPr>
              <a:xfrm>
                <a:off x="6878304" y="3904019"/>
                <a:ext cx="1847875" cy="45719"/>
              </a:xfrm>
              <a:prstGeom prst="rect">
                <a:avLst/>
              </a:prstGeom>
              <a:solidFill>
                <a:srgbClr val="585B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8694" name="PA_矩形 11"/>
              <p:cNvSpPr/>
              <p:nvPr>
                <p:custDataLst>
                  <p:tags r:id="rId4"/>
                </p:custDataLst>
              </p:nvPr>
            </p:nvSpPr>
            <p:spPr>
              <a:xfrm>
                <a:off x="3182554" y="3904019"/>
                <a:ext cx="1847875" cy="45719"/>
              </a:xfrm>
              <a:prstGeom prst="rect">
                <a:avLst/>
              </a:prstGeom>
              <a:solidFill>
                <a:srgbClr val="00BCE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pic>
          <p:nvPicPr>
            <p:cNvPr id="2097172" name="图片 28" descr="图片包含 就坐, 黑色, 建筑物, 户外&#10;&#10;已生成高可信度的说明"/>
            <p:cNvPicPr>
              <a:picLocks noChangeAspect="1"/>
            </p:cNvPicPr>
            <p:nvPr/>
          </p:nvPicPr>
          <p:blipFill rotWithShape="1">
            <a:blip r:embed="rId8" cstate="screen"/>
            <a:srcRect/>
            <a:stretch>
              <a:fillRect/>
            </a:stretch>
          </p:blipFill>
          <p:spPr>
            <a:xfrm flipH="1">
              <a:off x="9739942" y="1484784"/>
              <a:ext cx="2452057" cy="5373216"/>
            </a:xfrm>
            <a:prstGeom prst="rect">
              <a:avLst/>
            </a:prstGeom>
          </p:spPr>
        </p:pic>
      </p:grpSp>
      <p:grpSp>
        <p:nvGrpSpPr>
          <p:cNvPr id="89" name="组合 2"/>
          <p:cNvGrpSpPr/>
          <p:nvPr/>
        </p:nvGrpSpPr>
        <p:grpSpPr bwMode="auto">
          <a:xfrm>
            <a:off x="4716465" y="2683547"/>
            <a:ext cx="2520074" cy="2512514"/>
            <a:chOff x="0" y="0"/>
            <a:chExt cx="3704266" cy="3693405"/>
          </a:xfrm>
        </p:grpSpPr>
        <p:sp>
          <p:nvSpPr>
            <p:cNvPr id="1048695" name="菱形 1"/>
            <p:cNvSpPr>
              <a:spLocks noChangeArrowheads="1"/>
            </p:cNvSpPr>
            <p:nvPr/>
          </p:nvSpPr>
          <p:spPr bwMode="auto">
            <a:xfrm>
              <a:off x="969264" y="0"/>
              <a:ext cx="1746119" cy="1746119"/>
            </a:xfrm>
            <a:prstGeom prst="diamond">
              <a:avLst/>
            </a:prstGeom>
            <a:noFill/>
            <a:ln w="9525">
              <a:solidFill>
                <a:srgbClr val="37BBED"/>
              </a:solidFill>
              <a:miter lim="800000"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9131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9131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9131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9131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48696" name="菱形 5"/>
            <p:cNvSpPr>
              <a:spLocks noChangeArrowheads="1"/>
            </p:cNvSpPr>
            <p:nvPr/>
          </p:nvSpPr>
          <p:spPr bwMode="auto">
            <a:xfrm>
              <a:off x="0" y="973643"/>
              <a:ext cx="1746119" cy="1746119"/>
            </a:xfrm>
            <a:prstGeom prst="diamond">
              <a:avLst/>
            </a:prstGeom>
            <a:noFill/>
            <a:ln w="9525">
              <a:solidFill>
                <a:srgbClr val="37BBED"/>
              </a:solidFill>
              <a:miter lim="800000"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9131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9131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9131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9131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48697" name="菱形 6"/>
            <p:cNvSpPr>
              <a:spLocks noChangeArrowheads="1"/>
            </p:cNvSpPr>
            <p:nvPr/>
          </p:nvSpPr>
          <p:spPr bwMode="auto">
            <a:xfrm>
              <a:off x="969264" y="1947286"/>
              <a:ext cx="1746119" cy="1746119"/>
            </a:xfrm>
            <a:prstGeom prst="diamond">
              <a:avLst/>
            </a:prstGeom>
            <a:noFill/>
            <a:ln w="9525">
              <a:solidFill>
                <a:srgbClr val="37BBED"/>
              </a:solidFill>
              <a:miter lim="800000"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9131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9131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9131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9131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48698" name="菱形 7"/>
            <p:cNvSpPr>
              <a:spLocks noChangeArrowheads="1"/>
            </p:cNvSpPr>
            <p:nvPr/>
          </p:nvSpPr>
          <p:spPr bwMode="auto">
            <a:xfrm>
              <a:off x="1958147" y="973643"/>
              <a:ext cx="1746119" cy="1746119"/>
            </a:xfrm>
            <a:prstGeom prst="diamond">
              <a:avLst/>
            </a:prstGeom>
            <a:noFill/>
            <a:ln w="9525">
              <a:solidFill>
                <a:srgbClr val="37BBED"/>
              </a:solidFill>
              <a:miter lim="800000"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9131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9131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9131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9131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91" name="组合 21"/>
          <p:cNvGrpSpPr/>
          <p:nvPr/>
        </p:nvGrpSpPr>
        <p:grpSpPr bwMode="auto">
          <a:xfrm>
            <a:off x="4493834" y="1163598"/>
            <a:ext cx="3241675" cy="1242817"/>
            <a:chOff x="102599" y="0"/>
            <a:chExt cx="3241620" cy="1241511"/>
          </a:xfrm>
        </p:grpSpPr>
        <p:sp>
          <p:nvSpPr>
            <p:cNvPr id="1048700" name="矩形 13"/>
            <p:cNvSpPr>
              <a:spLocks noChangeArrowheads="1"/>
            </p:cNvSpPr>
            <p:nvPr/>
          </p:nvSpPr>
          <p:spPr bwMode="auto">
            <a:xfrm>
              <a:off x="102599" y="454816"/>
              <a:ext cx="3241620" cy="7866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defTabSz="68453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68453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68453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68453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68453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45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45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45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45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图像处理中的算法问题</a:t>
              </a:r>
              <a:endParaRPr lang="en-US" altLang="zh-CN" sz="16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  <a:p>
              <a:pPr eaLnBrk="1" hangingPunct="1"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                             ——</a:t>
              </a:r>
              <a:r>
                <a:rPr lang="zh-CN" altLang="en-US" sz="16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图像旋转</a:t>
              </a:r>
              <a:endParaRPr sz="16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48701" name="文本框 83"/>
            <p:cNvSpPr txBox="1">
              <a:spLocks noChangeArrowheads="1"/>
            </p:cNvSpPr>
            <p:nvPr/>
          </p:nvSpPr>
          <p:spPr bwMode="auto">
            <a:xfrm>
              <a:off x="103869" y="0"/>
              <a:ext cx="1356337" cy="36791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defTabSz="5130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5130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5130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5130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51308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51308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51308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51308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51308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1.</a:t>
              </a:r>
              <a:r>
                <a:rPr lang="zh-CN" altLang="en-US" b="1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实验名称</a:t>
              </a:r>
            </a:p>
          </p:txBody>
        </p:sp>
        <p:cxnSp>
          <p:nvCxnSpPr>
            <p:cNvPr id="3145729" name="直接连接符 120"/>
            <p:cNvCxnSpPr>
              <a:cxnSpLocks noChangeShapeType="1"/>
            </p:cNvCxnSpPr>
            <p:nvPr/>
          </p:nvCxnSpPr>
          <p:spPr bwMode="auto">
            <a:xfrm>
              <a:off x="103604" y="45691"/>
              <a:ext cx="0" cy="170228"/>
            </a:xfrm>
            <a:prstGeom prst="line">
              <a:avLst/>
            </a:prstGeom>
            <a:noFill/>
            <a:ln w="9525">
              <a:solidFill>
                <a:srgbClr val="1C2E48"/>
              </a:solidFill>
              <a:round/>
            </a:ln>
          </p:spPr>
        </p:cxnSp>
      </p:grpSp>
      <p:sp>
        <p:nvSpPr>
          <p:cNvPr id="1048702" name="文本框 83"/>
          <p:cNvSpPr txBox="1">
            <a:spLocks noChangeArrowheads="1"/>
          </p:cNvSpPr>
          <p:nvPr/>
        </p:nvSpPr>
        <p:spPr bwMode="auto">
          <a:xfrm>
            <a:off x="1141142" y="2628784"/>
            <a:ext cx="1275080" cy="34544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defTabSz="51308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51308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51308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51308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51308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51308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51308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51308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51308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2.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实验要求</a:t>
            </a:r>
          </a:p>
        </p:txBody>
      </p:sp>
      <p:sp>
        <p:nvSpPr>
          <p:cNvPr id="1048703" name="文本框 83"/>
          <p:cNvSpPr txBox="1">
            <a:spLocks noChangeArrowheads="1"/>
          </p:cNvSpPr>
          <p:nvPr/>
        </p:nvSpPr>
        <p:spPr bwMode="auto">
          <a:xfrm>
            <a:off x="7608168" y="2807839"/>
            <a:ext cx="1732281" cy="34544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defTabSz="51308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51308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51308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51308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51308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51308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51308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51308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51308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3.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打印显示要求</a:t>
            </a:r>
          </a:p>
        </p:txBody>
      </p:sp>
      <p:sp>
        <p:nvSpPr>
          <p:cNvPr id="1048704" name="矩形 13"/>
          <p:cNvSpPr>
            <a:spLocks noChangeArrowheads="1"/>
          </p:cNvSpPr>
          <p:nvPr/>
        </p:nvSpPr>
        <p:spPr bwMode="auto">
          <a:xfrm>
            <a:off x="1089406" y="3035238"/>
            <a:ext cx="2799991" cy="78752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defTabSz="68453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68453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68453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68453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68453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45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45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45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45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6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对发到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QQ</a:t>
            </a:r>
            <a:r>
              <a:rPr lang="zh-CN" altLang="en-US" sz="16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群中的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BMP</a:t>
            </a:r>
            <a:r>
              <a:rPr lang="zh-CN" altLang="en-US" sz="16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图像做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90</a:t>
            </a:r>
            <a:r>
              <a:rPr lang="zh-CN" altLang="en-US" sz="16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度顺时针或者逆时针旋转</a:t>
            </a:r>
          </a:p>
        </p:txBody>
      </p:sp>
      <p:sp>
        <p:nvSpPr>
          <p:cNvPr id="1048707" name="箭头: 左 8">
            <a:hlinkClick r:id="rId9" action="ppaction://hlinksldjump"/>
          </p:cNvPr>
          <p:cNvSpPr/>
          <p:nvPr/>
        </p:nvSpPr>
        <p:spPr>
          <a:xfrm>
            <a:off x="335413" y="6350191"/>
            <a:ext cx="576011" cy="319169"/>
          </a:xfrm>
          <a:prstGeom prst="lef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08168" y="3227803"/>
            <a:ext cx="3915261" cy="1895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684530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cs typeface="+mn-ea"/>
              </a:rPr>
              <a:t>1</a:t>
            </a:r>
            <a:r>
              <a:rPr lang="zh-CN" altLang="en-US" sz="1600" dirty="0">
                <a:solidFill>
                  <a:schemeClr val="bg1">
                    <a:lumMod val="85000"/>
                  </a:schemeClr>
                </a:solidFill>
                <a:cs typeface="+mn-ea"/>
              </a:rPr>
              <a:t>、附上旋转后的图像；</a:t>
            </a:r>
          </a:p>
          <a:p>
            <a:pPr algn="l" defTabSz="684530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cs typeface="+mn-ea"/>
              </a:rPr>
              <a:t>2</a:t>
            </a:r>
            <a:r>
              <a:rPr lang="zh-CN" altLang="en-US" sz="1600" dirty="0">
                <a:solidFill>
                  <a:schemeClr val="bg1">
                    <a:lumMod val="85000"/>
                  </a:schemeClr>
                </a:solidFill>
                <a:cs typeface="+mn-ea"/>
              </a:rPr>
              <a:t>、打印旋转前后的文件大小（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cs typeface="+mn-ea"/>
              </a:rPr>
              <a:t>bfsize</a:t>
            </a:r>
            <a:r>
              <a:rPr lang="zh-CN" altLang="en-US" sz="1600" dirty="0">
                <a:solidFill>
                  <a:schemeClr val="bg1">
                    <a:lumMod val="85000"/>
                  </a:schemeClr>
                </a:solidFill>
                <a:cs typeface="+mn-ea"/>
              </a:rPr>
              <a:t>），偏移（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cs typeface="+mn-ea"/>
              </a:rPr>
              <a:t>bfOffBits</a:t>
            </a:r>
            <a:r>
              <a:rPr lang="zh-CN" altLang="en-US" sz="1600" dirty="0">
                <a:solidFill>
                  <a:schemeClr val="bg1">
                    <a:lumMod val="85000"/>
                  </a:schemeClr>
                </a:solidFill>
                <a:cs typeface="+mn-ea"/>
              </a:rPr>
              <a:t>），图像宽度（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cs typeface="+mn-ea"/>
              </a:rPr>
              <a:t>biWidth</a:t>
            </a:r>
            <a:r>
              <a:rPr lang="zh-CN" altLang="en-US" sz="1600" dirty="0">
                <a:solidFill>
                  <a:schemeClr val="bg1">
                    <a:lumMod val="85000"/>
                  </a:schemeClr>
                </a:solidFill>
                <a:cs typeface="+mn-ea"/>
              </a:rPr>
              <a:t>），图像高度（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cs typeface="+mn-ea"/>
              </a:rPr>
              <a:t>biHeight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cs typeface="+mn-ea"/>
              </a:rPr>
              <a:t>)</a:t>
            </a:r>
            <a:r>
              <a:rPr lang="zh-CN" altLang="en-US" sz="1600" dirty="0">
                <a:solidFill>
                  <a:schemeClr val="bg1">
                    <a:lumMod val="85000"/>
                  </a:schemeClr>
                </a:solidFill>
                <a:cs typeface="+mn-ea"/>
              </a:rPr>
              <a:t>，位深（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cs typeface="+mn-ea"/>
              </a:rPr>
              <a:t>biBitCount</a:t>
            </a:r>
            <a:r>
              <a:rPr lang="zh-CN" altLang="en-US" sz="1600" dirty="0">
                <a:solidFill>
                  <a:schemeClr val="bg1">
                    <a:lumMod val="85000"/>
                  </a:schemeClr>
                </a:solidFill>
                <a:cs typeface="+mn-ea"/>
              </a:rPr>
              <a:t>），调色板（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cs typeface="+mn-ea"/>
              </a:rPr>
              <a:t>biPlanes</a:t>
            </a:r>
            <a:r>
              <a:rPr lang="zh-CN" altLang="en-US" sz="1600" dirty="0">
                <a:solidFill>
                  <a:schemeClr val="bg1">
                    <a:lumMod val="85000"/>
                  </a:schemeClr>
                </a:solidFill>
                <a:cs typeface="+mn-ea"/>
              </a:rPr>
              <a:t>）；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763" y="4008182"/>
            <a:ext cx="3121263" cy="179328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组合 1"/>
          <p:cNvGrpSpPr/>
          <p:nvPr/>
        </p:nvGrpSpPr>
        <p:grpSpPr>
          <a:xfrm>
            <a:off x="117475" y="87630"/>
            <a:ext cx="12074525" cy="6770370"/>
            <a:chOff x="259587" y="-315635"/>
            <a:chExt cx="11932412" cy="7173635"/>
          </a:xfrm>
        </p:grpSpPr>
        <p:pic>
          <p:nvPicPr>
            <p:cNvPr id="2097165" name="图片 27" descr="图片包含 就坐, 黑色, 建筑物, 户外&#10;&#10;已生成高可信度的说明"/>
            <p:cNvPicPr>
              <a:picLocks noChangeAspect="1"/>
            </p:cNvPicPr>
            <p:nvPr/>
          </p:nvPicPr>
          <p:blipFill rotWithShape="1">
            <a:blip r:embed="rId7" cstate="screen"/>
            <a:srcRect/>
            <a:stretch>
              <a:fillRect/>
            </a:stretch>
          </p:blipFill>
          <p:spPr>
            <a:xfrm rot="15300000">
              <a:off x="392931" y="-390354"/>
              <a:ext cx="1819802" cy="1969240"/>
            </a:xfrm>
            <a:prstGeom prst="rect">
              <a:avLst/>
            </a:prstGeom>
          </p:spPr>
        </p:pic>
        <p:sp>
          <p:nvSpPr>
            <p:cNvPr id="1048654" name="文本框 2"/>
            <p:cNvSpPr txBox="1"/>
            <p:nvPr/>
          </p:nvSpPr>
          <p:spPr>
            <a:xfrm>
              <a:off x="474960" y="20079"/>
              <a:ext cx="2637155" cy="5530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hangingPunct="1"/>
              <a:r>
                <a:rPr lang="en-US" altLang="zh-CN" sz="2800" b="1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4.</a:t>
              </a:r>
              <a:r>
                <a:rPr lang="zh-CN" altLang="en-US" sz="2800" b="1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实验典型数据</a:t>
              </a:r>
            </a:p>
          </p:txBody>
        </p:sp>
        <p:grpSp>
          <p:nvGrpSpPr>
            <p:cNvPr id="71" name="组合 40"/>
            <p:cNvGrpSpPr/>
            <p:nvPr/>
          </p:nvGrpSpPr>
          <p:grpSpPr>
            <a:xfrm rot="10800000" flipV="1">
              <a:off x="259587" y="682836"/>
              <a:ext cx="11745783" cy="45721"/>
              <a:chOff x="3184331" y="3602697"/>
              <a:chExt cx="5543625" cy="45721"/>
            </a:xfrm>
          </p:grpSpPr>
          <p:sp>
            <p:nvSpPr>
              <p:cNvPr id="1048655" name="PA_矩形 11"/>
              <p:cNvSpPr/>
              <p:nvPr>
                <p:custDataLst>
                  <p:tags r:id="rId2"/>
                </p:custDataLst>
              </p:nvPr>
            </p:nvSpPr>
            <p:spPr>
              <a:xfrm>
                <a:off x="5032206" y="3602699"/>
                <a:ext cx="1847875" cy="45719"/>
              </a:xfrm>
              <a:prstGeom prst="rect">
                <a:avLst/>
              </a:prstGeom>
              <a:solidFill>
                <a:srgbClr val="52CBCE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8656" name="PA_矩形 11"/>
              <p:cNvSpPr/>
              <p:nvPr>
                <p:custDataLst>
                  <p:tags r:id="rId3"/>
                </p:custDataLst>
              </p:nvPr>
            </p:nvSpPr>
            <p:spPr>
              <a:xfrm>
                <a:off x="6880081" y="3602699"/>
                <a:ext cx="1847875" cy="45719"/>
              </a:xfrm>
              <a:prstGeom prst="rect">
                <a:avLst/>
              </a:prstGeom>
              <a:solidFill>
                <a:srgbClr val="585B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8657" name="PA_矩形 11"/>
              <p:cNvSpPr/>
              <p:nvPr>
                <p:custDataLst>
                  <p:tags r:id="rId4"/>
                </p:custDataLst>
              </p:nvPr>
            </p:nvSpPr>
            <p:spPr>
              <a:xfrm>
                <a:off x="3184331" y="3602697"/>
                <a:ext cx="1847875" cy="45719"/>
              </a:xfrm>
              <a:prstGeom prst="rect">
                <a:avLst/>
              </a:prstGeom>
              <a:solidFill>
                <a:srgbClr val="00BCE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pic>
          <p:nvPicPr>
            <p:cNvPr id="2097166" name="图片 28" descr="图片包含 就坐, 黑色, 建筑物, 户外&#10;&#10;已生成高可信度的说明"/>
            <p:cNvPicPr>
              <a:picLocks noChangeAspect="1"/>
            </p:cNvPicPr>
            <p:nvPr/>
          </p:nvPicPr>
          <p:blipFill rotWithShape="1">
            <a:blip r:embed="rId8" cstate="screen"/>
            <a:srcRect/>
            <a:stretch>
              <a:fillRect/>
            </a:stretch>
          </p:blipFill>
          <p:spPr>
            <a:xfrm flipH="1">
              <a:off x="9739942" y="1484784"/>
              <a:ext cx="2452057" cy="5373216"/>
            </a:xfrm>
            <a:prstGeom prst="rect">
              <a:avLst/>
            </a:prstGeom>
          </p:spPr>
        </p:pic>
      </p:grpSp>
      <p:sp>
        <p:nvSpPr>
          <p:cNvPr id="1048659" name="箭头: 左 3">
            <a:hlinkClick r:id="rId9" action="ppaction://hlinksldjump"/>
          </p:cNvPr>
          <p:cNvSpPr/>
          <p:nvPr/>
        </p:nvSpPr>
        <p:spPr>
          <a:xfrm>
            <a:off x="335413" y="6350191"/>
            <a:ext cx="576011" cy="319169"/>
          </a:xfrm>
          <a:prstGeom prst="lef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70525" y="1147188"/>
            <a:ext cx="2028825" cy="453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>
                    <a:lumMod val="85000"/>
                  </a:schemeClr>
                </a:solidFill>
                <a:cs typeface="+mn-ea"/>
              </a:rPr>
              <a:t>原图的部分数据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402330" y="87630"/>
            <a:ext cx="309880" cy="3708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825" y="1610702"/>
            <a:ext cx="4824483" cy="473700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731324" y="2280212"/>
            <a:ext cx="5976664" cy="3397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2 ~ 5   </a:t>
            </a:r>
            <a:r>
              <a:rPr lang="en-US" altLang="zh-CN" sz="28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bfSize</a:t>
            </a: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 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文件大小</a:t>
            </a:r>
            <a:endParaRPr lang="en-US" altLang="zh-CN" sz="2800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10~13  </a:t>
            </a:r>
            <a:r>
              <a:rPr lang="en-US" altLang="zh-CN" sz="28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bfOffBits</a:t>
            </a: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偏移</a:t>
            </a:r>
            <a:endParaRPr lang="en-US" altLang="zh-CN" sz="2800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18~21  </a:t>
            </a:r>
            <a:r>
              <a:rPr lang="en-US" altLang="zh-CN" sz="28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biWidth</a:t>
            </a: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图像宽度</a:t>
            </a:r>
            <a:endParaRPr lang="en-US" altLang="zh-CN" sz="2800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22~25  </a:t>
            </a:r>
            <a:r>
              <a:rPr lang="en-US" altLang="zh-CN" sz="28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biHeight</a:t>
            </a: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图像高度</a:t>
            </a:r>
            <a:endParaRPr lang="en-US" altLang="zh-CN" sz="2800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26~27  </a:t>
            </a:r>
            <a:r>
              <a:rPr lang="en-US" altLang="zh-CN" sz="28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biPlanes</a:t>
            </a: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调色板</a:t>
            </a:r>
            <a:endParaRPr lang="en-US" altLang="zh-CN" sz="2800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28~29  </a:t>
            </a:r>
            <a:r>
              <a:rPr lang="en-US" altLang="zh-CN" sz="28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biBitCount</a:t>
            </a: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位深</a:t>
            </a:r>
            <a:endParaRPr lang="en-US" altLang="zh-CN" sz="2800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wedg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组合 1"/>
          <p:cNvGrpSpPr/>
          <p:nvPr/>
        </p:nvGrpSpPr>
        <p:grpSpPr>
          <a:xfrm>
            <a:off x="263352" y="-315635"/>
            <a:ext cx="11928647" cy="7173635"/>
            <a:chOff x="263352" y="-315635"/>
            <a:chExt cx="11928647" cy="7173635"/>
          </a:xfrm>
        </p:grpSpPr>
        <p:pic>
          <p:nvPicPr>
            <p:cNvPr id="2097189" name="图片 27" descr="图片包含 就坐, 黑色, 建筑物, 户外&#10;&#10;已生成高可信度的说明"/>
            <p:cNvPicPr>
              <a:picLocks noChangeAspect="1"/>
            </p:cNvPicPr>
            <p:nvPr/>
          </p:nvPicPr>
          <p:blipFill rotWithShape="1">
            <a:blip r:embed="rId7" cstate="screen"/>
            <a:srcRect/>
            <a:stretch>
              <a:fillRect/>
            </a:stretch>
          </p:blipFill>
          <p:spPr>
            <a:xfrm rot="15300000">
              <a:off x="392931" y="-390354"/>
              <a:ext cx="1819802" cy="1969240"/>
            </a:xfrm>
            <a:prstGeom prst="rect">
              <a:avLst/>
            </a:prstGeom>
          </p:spPr>
        </p:pic>
        <p:sp>
          <p:nvSpPr>
            <p:cNvPr id="1048865" name="文本框 2"/>
            <p:cNvSpPr txBox="1"/>
            <p:nvPr/>
          </p:nvSpPr>
          <p:spPr>
            <a:xfrm>
              <a:off x="476332" y="332656"/>
              <a:ext cx="175240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hangingPunct="1"/>
              <a:r>
                <a:rPr lang="en-US" altLang="zh-CN" sz="2800" b="1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BMP</a:t>
              </a:r>
              <a:r>
                <a:rPr lang="zh-CN" altLang="en-US" sz="2800" b="1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文件</a:t>
              </a:r>
            </a:p>
          </p:txBody>
        </p:sp>
        <p:grpSp>
          <p:nvGrpSpPr>
            <p:cNvPr id="171" name="组合 40"/>
            <p:cNvGrpSpPr/>
            <p:nvPr/>
          </p:nvGrpSpPr>
          <p:grpSpPr>
            <a:xfrm rot="10800000" flipV="1">
              <a:off x="263352" y="984158"/>
              <a:ext cx="11745783" cy="45719"/>
              <a:chOff x="3182554" y="3904019"/>
              <a:chExt cx="5543625" cy="45719"/>
            </a:xfrm>
          </p:grpSpPr>
          <p:sp>
            <p:nvSpPr>
              <p:cNvPr id="1048866" name="PA_矩形 11"/>
              <p:cNvSpPr/>
              <p:nvPr>
                <p:custDataLst>
                  <p:tags r:id="rId2"/>
                </p:custDataLst>
              </p:nvPr>
            </p:nvSpPr>
            <p:spPr>
              <a:xfrm>
                <a:off x="5030429" y="3904019"/>
                <a:ext cx="1847875" cy="45719"/>
              </a:xfrm>
              <a:prstGeom prst="rect">
                <a:avLst/>
              </a:prstGeom>
              <a:solidFill>
                <a:srgbClr val="52CBCE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8867" name="PA_矩形 11"/>
              <p:cNvSpPr/>
              <p:nvPr>
                <p:custDataLst>
                  <p:tags r:id="rId3"/>
                </p:custDataLst>
              </p:nvPr>
            </p:nvSpPr>
            <p:spPr>
              <a:xfrm>
                <a:off x="6878304" y="3904019"/>
                <a:ext cx="1847875" cy="45719"/>
              </a:xfrm>
              <a:prstGeom prst="rect">
                <a:avLst/>
              </a:prstGeom>
              <a:solidFill>
                <a:srgbClr val="585B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8868" name="PA_矩形 11"/>
              <p:cNvSpPr/>
              <p:nvPr>
                <p:custDataLst>
                  <p:tags r:id="rId4"/>
                </p:custDataLst>
              </p:nvPr>
            </p:nvSpPr>
            <p:spPr>
              <a:xfrm>
                <a:off x="3182554" y="3904019"/>
                <a:ext cx="1847875" cy="45719"/>
              </a:xfrm>
              <a:prstGeom prst="rect">
                <a:avLst/>
              </a:prstGeom>
              <a:solidFill>
                <a:srgbClr val="00BCE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pic>
          <p:nvPicPr>
            <p:cNvPr id="2097190" name="图片 28" descr="图片包含 就坐, 黑色, 建筑物, 户外&#10;&#10;已生成高可信度的说明"/>
            <p:cNvPicPr>
              <a:picLocks noChangeAspect="1"/>
            </p:cNvPicPr>
            <p:nvPr/>
          </p:nvPicPr>
          <p:blipFill rotWithShape="1">
            <a:blip r:embed="rId8" cstate="screen"/>
            <a:srcRect/>
            <a:stretch>
              <a:fillRect/>
            </a:stretch>
          </p:blipFill>
          <p:spPr>
            <a:xfrm flipH="1">
              <a:off x="9739942" y="1484784"/>
              <a:ext cx="2452057" cy="5373216"/>
            </a:xfrm>
            <a:prstGeom prst="rect">
              <a:avLst/>
            </a:prstGeom>
          </p:spPr>
        </p:pic>
      </p:grpSp>
      <p:sp>
        <p:nvSpPr>
          <p:cNvPr id="1048869" name="矩形 13"/>
          <p:cNvSpPr>
            <a:spLocks noChangeArrowheads="1"/>
          </p:cNvSpPr>
          <p:nvPr/>
        </p:nvSpPr>
        <p:spPr bwMode="auto">
          <a:xfrm>
            <a:off x="476332" y="1563361"/>
            <a:ext cx="11593288" cy="373127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defTabSz="68453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68453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68453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68453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68453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45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45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45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45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000" dirty="0" err="1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概述</a:t>
            </a:r>
            <a:r>
              <a:rPr lang="en-US" altLang="zh-CN" sz="20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zh-CN" altLang="en-US" sz="20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图像又称点阵图或光栅图，它使用我们称为像素</a:t>
            </a:r>
            <a:r>
              <a:rPr lang="en-US" altLang="zh-CN" sz="20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lang="zh-CN" altLang="en-US" sz="20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象素，</a:t>
            </a:r>
            <a:r>
              <a:rPr lang="en-US" altLang="zh-CN" sz="20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Pixel)</a:t>
            </a:r>
            <a:r>
              <a:rPr lang="zh-CN" altLang="en-US" sz="20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的一格一格的小点来描述图像。计算机屏幕其实就是一张包含大量像素点的网格。</a:t>
            </a:r>
            <a:r>
              <a:rPr lang="en-US" altLang="zh-CN" sz="20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BMP</a:t>
            </a:r>
            <a:r>
              <a:rPr lang="zh-CN" altLang="en-US" sz="20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图像文件</a:t>
            </a:r>
            <a:r>
              <a:rPr lang="en-US" altLang="zh-CN" sz="20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(Bitmap-File)</a:t>
            </a:r>
            <a:r>
              <a:rPr lang="zh-CN" altLang="en-US" sz="20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格式是</a:t>
            </a:r>
            <a:r>
              <a:rPr lang="en-US" altLang="zh-CN" sz="20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Windows</a:t>
            </a:r>
            <a:r>
              <a:rPr lang="zh-CN" altLang="en-US" sz="20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采用的图像文件存储格式。</a:t>
            </a:r>
            <a:endParaRPr lang="en-US" altLang="zh-CN" sz="2000" dirty="0">
              <a:solidFill>
                <a:schemeClr val="bg1">
                  <a:lumMod val="8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0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BMP</a:t>
            </a:r>
            <a:r>
              <a:rPr lang="zh-CN" altLang="en-US" sz="20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文件由</a:t>
            </a:r>
            <a:r>
              <a:rPr lang="en-US" altLang="zh-CN" sz="20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4</a:t>
            </a:r>
            <a:r>
              <a:rPr lang="zh-CN" altLang="en-US" sz="20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部分组成：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1.   </a:t>
            </a:r>
            <a:r>
              <a:rPr lang="zh-CN" altLang="en-US" sz="20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位图文件头</a:t>
            </a:r>
            <a:r>
              <a:rPr lang="en-US" altLang="zh-CN" sz="20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(bitmap-file header)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2.   </a:t>
            </a:r>
            <a:r>
              <a:rPr lang="zh-CN" altLang="en-US" sz="20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位图信息头</a:t>
            </a:r>
            <a:r>
              <a:rPr lang="en-US" altLang="zh-CN" sz="20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(bitmap-</a:t>
            </a:r>
            <a:r>
              <a:rPr lang="en-US" altLang="zh-CN" sz="2000" dirty="0" err="1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informationheader</a:t>
            </a:r>
            <a:r>
              <a:rPr lang="en-US" altLang="zh-CN" sz="20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3.   </a:t>
            </a:r>
            <a:r>
              <a:rPr lang="zh-CN" altLang="en-US" sz="20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颜色表</a:t>
            </a:r>
            <a:r>
              <a:rPr lang="en-US" altLang="zh-CN" sz="20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(color table)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4.   </a:t>
            </a:r>
            <a:r>
              <a:rPr lang="zh-CN" altLang="en-US" sz="20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颜色点阵数据</a:t>
            </a:r>
            <a:r>
              <a:rPr lang="en-US" altLang="zh-CN" sz="20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(bits data)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7" descr="图片包含 就坐, 黑色, 建筑物, 户外&#10;&#10;已生成高可信度的说明">
            <a:extLst>
              <a:ext uri="{FF2B5EF4-FFF2-40B4-BE49-F238E27FC236}">
                <a16:creationId xmlns:a16="http://schemas.microsoft.com/office/drawing/2014/main" id="{902DFEA9-0A57-08DF-C57E-2149C3818EE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/>
          <a:srcRect/>
          <a:stretch>
            <a:fillRect/>
          </a:stretch>
        </p:blipFill>
        <p:spPr>
          <a:xfrm rot="15300000">
            <a:off x="392931" y="-390354"/>
            <a:ext cx="1819802" cy="1969240"/>
          </a:xfrm>
          <a:prstGeom prst="rect">
            <a:avLst/>
          </a:prstGeom>
        </p:spPr>
      </p:pic>
      <p:pic>
        <p:nvPicPr>
          <p:cNvPr id="3" name="图片 28" descr="图片包含 就坐, 黑色, 建筑物, 户外&#10;&#10;已生成高可信度的说明">
            <a:extLst>
              <a:ext uri="{FF2B5EF4-FFF2-40B4-BE49-F238E27FC236}">
                <a16:creationId xmlns:a16="http://schemas.microsoft.com/office/drawing/2014/main" id="{562F84F5-69D9-B4E7-1845-33E33556737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/>
          <a:srcRect/>
          <a:stretch>
            <a:fillRect/>
          </a:stretch>
        </p:blipFill>
        <p:spPr>
          <a:xfrm flipH="1">
            <a:off x="9739942" y="1484784"/>
            <a:ext cx="2452057" cy="5373216"/>
          </a:xfrm>
          <a:prstGeom prst="rect">
            <a:avLst/>
          </a:prstGeom>
        </p:spPr>
      </p:pic>
      <p:sp>
        <p:nvSpPr>
          <p:cNvPr id="4" name="PA_矩形 11">
            <a:extLst>
              <a:ext uri="{FF2B5EF4-FFF2-40B4-BE49-F238E27FC236}">
                <a16:creationId xmlns:a16="http://schemas.microsoft.com/office/drawing/2014/main" id="{827CF7E8-4101-7519-4BB6-1CB29BE2E81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10800000" flipV="1">
            <a:off x="263352" y="984158"/>
            <a:ext cx="3915261" cy="45719"/>
          </a:xfrm>
          <a:prstGeom prst="rect">
            <a:avLst/>
          </a:prstGeom>
          <a:solidFill>
            <a:srgbClr val="585B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PA_矩形 11">
            <a:extLst>
              <a:ext uri="{FF2B5EF4-FFF2-40B4-BE49-F238E27FC236}">
                <a16:creationId xmlns:a16="http://schemas.microsoft.com/office/drawing/2014/main" id="{89C3BFC4-8E0B-66BB-4E2F-7448CCD44E4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10800000" flipV="1">
            <a:off x="4178613" y="984158"/>
            <a:ext cx="3915261" cy="45719"/>
          </a:xfrm>
          <a:prstGeom prst="rect">
            <a:avLst/>
          </a:prstGeom>
          <a:solidFill>
            <a:srgbClr val="52CBCE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PA_矩形 11">
            <a:extLst>
              <a:ext uri="{FF2B5EF4-FFF2-40B4-BE49-F238E27FC236}">
                <a16:creationId xmlns:a16="http://schemas.microsoft.com/office/drawing/2014/main" id="{6EC7559B-D97C-2044-6A30-125F5F203B8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 rot="10800000" flipV="1">
            <a:off x="8093874" y="984158"/>
            <a:ext cx="3915261" cy="45719"/>
          </a:xfrm>
          <a:prstGeom prst="rect">
            <a:avLst/>
          </a:prstGeom>
          <a:solidFill>
            <a:srgbClr val="00BC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8739754-4312-7500-993A-774D395A7E50}"/>
              </a:ext>
            </a:extLst>
          </p:cNvPr>
          <p:cNvSpPr txBox="1"/>
          <p:nvPr/>
        </p:nvSpPr>
        <p:spPr>
          <a:xfrm>
            <a:off x="407368" y="260648"/>
            <a:ext cx="5976664" cy="597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图像旋转坐标示意图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781562-F87C-CD1B-9A12-702A1227D2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08" y="1506692"/>
            <a:ext cx="6480720" cy="446722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974F3C11-5263-036E-4DCB-281F0CFFE4F1}"/>
              </a:ext>
            </a:extLst>
          </p:cNvPr>
          <p:cNvSpPr txBox="1"/>
          <p:nvPr/>
        </p:nvSpPr>
        <p:spPr>
          <a:xfrm>
            <a:off x="7104112" y="1728002"/>
            <a:ext cx="4608512" cy="4590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zh-CN" sz="20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坐标中前一个数字是列</a:t>
            </a:r>
            <a:r>
              <a:rPr lang="en-US" altLang="zh-CN" sz="20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sz="20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，后一个数字是行</a:t>
            </a:r>
            <a:r>
              <a:rPr lang="en-US" altLang="zh-CN" sz="20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sz="20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。则通过旋转后的位置找旋转前的位置为：</a:t>
            </a:r>
          </a:p>
          <a:p>
            <a:pPr algn="just"/>
            <a:r>
              <a:rPr lang="en-US" altLang="zh-CN" sz="2000" b="1" kern="100" dirty="0" err="1">
                <a:solidFill>
                  <a:schemeClr val="tx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pre_x</a:t>
            </a:r>
            <a:r>
              <a:rPr lang="en-US" altLang="zh-CN" sz="2000" b="1" kern="100" dirty="0">
                <a:solidFill>
                  <a:schemeClr val="tx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2000" b="1" kern="100" dirty="0" err="1">
                <a:solidFill>
                  <a:schemeClr val="tx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aft_y</a:t>
            </a:r>
            <a:r>
              <a:rPr lang="en-US" altLang="zh-CN" sz="2000" b="1" kern="100" dirty="0">
                <a:solidFill>
                  <a:schemeClr val="tx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;   </a:t>
            </a:r>
            <a:endParaRPr lang="zh-CN" altLang="zh-CN" sz="2000" kern="100" dirty="0">
              <a:solidFill>
                <a:schemeClr val="tx2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b="1" kern="100" dirty="0" err="1">
                <a:solidFill>
                  <a:schemeClr val="tx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pre_y</a:t>
            </a:r>
            <a:r>
              <a:rPr lang="en-US" altLang="zh-CN" sz="2000" b="1" kern="100" dirty="0">
                <a:solidFill>
                  <a:schemeClr val="tx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= width - </a:t>
            </a:r>
            <a:r>
              <a:rPr lang="en-US" altLang="zh-CN" sz="2000" b="1" kern="100" dirty="0" err="1">
                <a:solidFill>
                  <a:schemeClr val="tx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aft_x</a:t>
            </a:r>
            <a:r>
              <a:rPr lang="en-US" altLang="zh-CN" sz="2000" b="1" kern="100" dirty="0">
                <a:solidFill>
                  <a:schemeClr val="tx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- 1;</a:t>
            </a:r>
            <a:endParaRPr lang="zh-CN" altLang="zh-CN" sz="2000" kern="100" dirty="0">
              <a:solidFill>
                <a:schemeClr val="tx2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20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以（</a:t>
            </a:r>
            <a:r>
              <a:rPr lang="en-US" altLang="zh-CN" sz="20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0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20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0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lang="zh-CN" altLang="zh-CN" sz="20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20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H-1-2</a:t>
            </a:r>
            <a:r>
              <a:rPr lang="zh-CN" altLang="zh-CN" sz="20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）为例：反向则是通过（</a:t>
            </a:r>
            <a:r>
              <a:rPr lang="en-US" altLang="zh-CN" sz="20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20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H-1-2</a:t>
            </a:r>
            <a:r>
              <a:rPr lang="zh-CN" altLang="zh-CN" sz="20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）这个点来找原图中的（</a:t>
            </a:r>
            <a:r>
              <a:rPr lang="en-US" altLang="zh-CN" sz="20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0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2000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  <a:p>
            <a:pPr algn="just"/>
            <a:r>
              <a:rPr lang="en-US" altLang="zh-CN" sz="2000" b="1" kern="100" dirty="0">
                <a:solidFill>
                  <a:schemeClr val="tx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kern="100" dirty="0" err="1">
                <a:solidFill>
                  <a:schemeClr val="tx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aft_y</a:t>
            </a:r>
            <a:r>
              <a:rPr lang="en-US" altLang="zh-CN" sz="2000" b="1" kern="100" dirty="0">
                <a:solidFill>
                  <a:schemeClr val="tx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= 0</a:t>
            </a:r>
            <a:r>
              <a:rPr lang="zh-CN" altLang="zh-CN" sz="2000" b="1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，所以</a:t>
            </a:r>
            <a:r>
              <a:rPr lang="en-US" altLang="zh-CN" sz="2000" b="1" kern="1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pre_x</a:t>
            </a:r>
            <a:r>
              <a:rPr lang="en-US" altLang="zh-CN" sz="2000" b="1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=0;</a:t>
            </a:r>
            <a:endParaRPr lang="zh-CN" altLang="zh-CN" sz="2000" kern="100" dirty="0">
              <a:solidFill>
                <a:schemeClr val="tx2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b="1" kern="100" dirty="0">
                <a:solidFill>
                  <a:schemeClr val="tx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000" b="1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旋转后的宽是旋转前的高，所以：</a:t>
            </a:r>
            <a:r>
              <a:rPr lang="en-US" altLang="zh-CN" sz="2000" b="1" kern="100" dirty="0" err="1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pre_y</a:t>
            </a:r>
            <a:r>
              <a:rPr lang="en-US" altLang="zh-CN" sz="2000" b="1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= H-</a:t>
            </a:r>
            <a:r>
              <a:rPr lang="zh-CN" altLang="zh-CN" sz="2000" b="1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H-1-2</a:t>
            </a:r>
            <a:r>
              <a:rPr lang="zh-CN" altLang="zh-CN" sz="2000" b="1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000" b="1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-1=2</a:t>
            </a:r>
            <a:r>
              <a:rPr lang="zh-CN" altLang="zh-CN" sz="2000" b="1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，所以找到原图坐标为（</a:t>
            </a:r>
            <a:r>
              <a:rPr lang="en-US" altLang="zh-CN" sz="2000" b="1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000" b="1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2000" b="1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2000" kern="100" dirty="0">
              <a:solidFill>
                <a:schemeClr val="tx2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0936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1"/>
          <p:cNvGrpSpPr/>
          <p:nvPr/>
        </p:nvGrpSpPr>
        <p:grpSpPr>
          <a:xfrm>
            <a:off x="263353" y="-315635"/>
            <a:ext cx="11928647" cy="7173635"/>
            <a:chOff x="263352" y="-315635"/>
            <a:chExt cx="11928647" cy="7173635"/>
          </a:xfrm>
        </p:grpSpPr>
        <p:pic>
          <p:nvPicPr>
            <p:cNvPr id="2097157" name="图片 27" descr="图片包含 就坐, 黑色, 建筑物, 户外&#10;&#10;已生成高可信度的说明"/>
            <p:cNvPicPr>
              <a:picLocks noChangeAspect="1"/>
            </p:cNvPicPr>
            <p:nvPr/>
          </p:nvPicPr>
          <p:blipFill rotWithShape="1">
            <a:blip r:embed="rId7" cstate="screen"/>
            <a:srcRect/>
            <a:stretch>
              <a:fillRect/>
            </a:stretch>
          </p:blipFill>
          <p:spPr>
            <a:xfrm rot="15300000">
              <a:off x="392931" y="-390354"/>
              <a:ext cx="1819802" cy="1969240"/>
            </a:xfrm>
            <a:prstGeom prst="rect">
              <a:avLst/>
            </a:prstGeom>
          </p:spPr>
        </p:pic>
        <p:sp>
          <p:nvSpPr>
            <p:cNvPr id="1048601" name="文本框 2"/>
            <p:cNvSpPr txBox="1"/>
            <p:nvPr/>
          </p:nvSpPr>
          <p:spPr>
            <a:xfrm>
              <a:off x="648033" y="332656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tx2"/>
                  </a:solidFill>
                  <a:cs typeface="+mn-ea"/>
                  <a:sym typeface="+mn-lt"/>
                </a:rPr>
                <a:t>设计思路</a:t>
              </a:r>
            </a:p>
          </p:txBody>
        </p:sp>
        <p:grpSp>
          <p:nvGrpSpPr>
            <p:cNvPr id="47" name="组合 40"/>
            <p:cNvGrpSpPr/>
            <p:nvPr/>
          </p:nvGrpSpPr>
          <p:grpSpPr>
            <a:xfrm rot="10800000" flipV="1">
              <a:off x="263352" y="984158"/>
              <a:ext cx="11745783" cy="45719"/>
              <a:chOff x="3182554" y="3904019"/>
              <a:chExt cx="5543625" cy="45719"/>
            </a:xfrm>
          </p:grpSpPr>
          <p:sp>
            <p:nvSpPr>
              <p:cNvPr id="1048602" name="PA_矩形 11"/>
              <p:cNvSpPr/>
              <p:nvPr>
                <p:custDataLst>
                  <p:tags r:id="rId2"/>
                </p:custDataLst>
              </p:nvPr>
            </p:nvSpPr>
            <p:spPr>
              <a:xfrm>
                <a:off x="5030429" y="3904019"/>
                <a:ext cx="1847875" cy="45719"/>
              </a:xfrm>
              <a:prstGeom prst="rect">
                <a:avLst/>
              </a:prstGeom>
              <a:solidFill>
                <a:srgbClr val="52CBCE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8603" name="PA_矩形 11"/>
              <p:cNvSpPr/>
              <p:nvPr>
                <p:custDataLst>
                  <p:tags r:id="rId3"/>
                </p:custDataLst>
              </p:nvPr>
            </p:nvSpPr>
            <p:spPr>
              <a:xfrm>
                <a:off x="6878304" y="3904019"/>
                <a:ext cx="1847875" cy="45719"/>
              </a:xfrm>
              <a:prstGeom prst="rect">
                <a:avLst/>
              </a:prstGeom>
              <a:solidFill>
                <a:srgbClr val="585B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8604" name="PA_矩形 11"/>
              <p:cNvSpPr/>
              <p:nvPr>
                <p:custDataLst>
                  <p:tags r:id="rId4"/>
                </p:custDataLst>
              </p:nvPr>
            </p:nvSpPr>
            <p:spPr>
              <a:xfrm>
                <a:off x="3182554" y="3904019"/>
                <a:ext cx="1847875" cy="45719"/>
              </a:xfrm>
              <a:prstGeom prst="rect">
                <a:avLst/>
              </a:prstGeom>
              <a:solidFill>
                <a:srgbClr val="00BCE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pic>
          <p:nvPicPr>
            <p:cNvPr id="2097158" name="图片 28" descr="图片包含 就坐, 黑色, 建筑物, 户外&#10;&#10;已生成高可信度的说明"/>
            <p:cNvPicPr>
              <a:picLocks noChangeAspect="1"/>
            </p:cNvPicPr>
            <p:nvPr/>
          </p:nvPicPr>
          <p:blipFill rotWithShape="1">
            <a:blip r:embed="rId8" cstate="screen"/>
            <a:srcRect/>
            <a:stretch>
              <a:fillRect/>
            </a:stretch>
          </p:blipFill>
          <p:spPr>
            <a:xfrm flipH="1">
              <a:off x="9739942" y="1484784"/>
              <a:ext cx="2452057" cy="5373216"/>
            </a:xfrm>
            <a:prstGeom prst="rect">
              <a:avLst/>
            </a:prstGeom>
          </p:spPr>
        </p:pic>
      </p:grpSp>
      <p:grpSp>
        <p:nvGrpSpPr>
          <p:cNvPr id="48" name="Group 1"/>
          <p:cNvGrpSpPr/>
          <p:nvPr/>
        </p:nvGrpSpPr>
        <p:grpSpPr>
          <a:xfrm>
            <a:off x="839416" y="2001997"/>
            <a:ext cx="2269165" cy="3275714"/>
            <a:chOff x="1066291" y="2029940"/>
            <a:chExt cx="2269165" cy="3275714"/>
          </a:xfrm>
        </p:grpSpPr>
        <p:sp>
          <p:nvSpPr>
            <p:cNvPr id="1048605" name="Rounded Rectangle 3"/>
            <p:cNvSpPr/>
            <p:nvPr/>
          </p:nvSpPr>
          <p:spPr>
            <a:xfrm>
              <a:off x="1066291" y="2029940"/>
              <a:ext cx="2269165" cy="3275714"/>
            </a:xfrm>
            <a:prstGeom prst="roundRect">
              <a:avLst>
                <a:gd name="adj" fmla="val 4016"/>
              </a:avLst>
            </a:prstGeom>
            <a:noFill/>
            <a:ln w="3175">
              <a:solidFill>
                <a:srgbClr val="37BBED"/>
              </a:solidFill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048606" name="Rectangle 11"/>
            <p:cNvSpPr/>
            <p:nvPr/>
          </p:nvSpPr>
          <p:spPr>
            <a:xfrm>
              <a:off x="1066291" y="4412519"/>
              <a:ext cx="2269165" cy="457200"/>
            </a:xfrm>
            <a:prstGeom prst="rect">
              <a:avLst/>
            </a:prstGeom>
            <a:solidFill>
              <a:srgbClr val="37BB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048607" name="TextBox 4"/>
            <p:cNvSpPr txBox="1"/>
            <p:nvPr/>
          </p:nvSpPr>
          <p:spPr>
            <a:xfrm>
              <a:off x="1874473" y="2195103"/>
              <a:ext cx="576580" cy="345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cs typeface="+mn-ea"/>
                  <a:sym typeface="+mn-lt"/>
                </a:rPr>
                <a:t>F</a:t>
              </a:r>
              <a:r>
                <a:rPr lang="en-US" altLang="zh-CN" dirty="0">
                  <a:solidFill>
                    <a:schemeClr val="bg1">
                      <a:lumMod val="85000"/>
                    </a:schemeClr>
                  </a:solidFill>
                  <a:cs typeface="+mn-ea"/>
                  <a:sym typeface="+mn-lt"/>
                </a:rPr>
                <a:t>irst</a:t>
              </a:r>
              <a:endParaRPr lang="en-US" sz="900" b="1" dirty="0">
                <a:solidFill>
                  <a:schemeClr val="bg1">
                    <a:lumMod val="8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48608" name="Rectangle 19"/>
            <p:cNvSpPr/>
            <p:nvPr/>
          </p:nvSpPr>
          <p:spPr>
            <a:xfrm>
              <a:off x="1229045" y="3653165"/>
              <a:ext cx="1943656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bg1">
                      <a:lumMod val="85000"/>
                    </a:schemeClr>
                  </a:solidFill>
                  <a:cs typeface="+mn-ea"/>
                  <a:sym typeface="+mn-lt"/>
                </a:rPr>
                <a:t>读取图片</a:t>
              </a:r>
              <a:endParaRPr lang="en-US" altLang="zh-CN" sz="1600" dirty="0">
                <a:solidFill>
                  <a:schemeClr val="bg1">
                    <a:lumMod val="85000"/>
                  </a:schemeClr>
                </a:solidFill>
                <a:cs typeface="+mn-ea"/>
                <a:sym typeface="+mn-lt"/>
              </a:endParaRPr>
            </a:p>
            <a:p>
              <a:pPr algn="ctr"/>
              <a:r>
                <a:rPr lang="zh-CN" altLang="en-US" sz="1600" dirty="0">
                  <a:solidFill>
                    <a:schemeClr val="bg1">
                      <a:lumMod val="85000"/>
                    </a:schemeClr>
                  </a:solidFill>
                  <a:cs typeface="+mn-ea"/>
                  <a:sym typeface="+mn-lt"/>
                </a:rPr>
                <a:t>打印原图相关信息</a:t>
              </a:r>
              <a:endParaRPr lang="en-US" sz="1600" dirty="0">
                <a:solidFill>
                  <a:schemeClr val="bg1">
                    <a:lumMod val="8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48609" name="Freeform 44"/>
            <p:cNvSpPr/>
            <p:nvPr/>
          </p:nvSpPr>
          <p:spPr>
            <a:xfrm>
              <a:off x="1839250" y="2761602"/>
              <a:ext cx="723246" cy="716984"/>
            </a:xfrm>
            <a:custGeom>
              <a:avLst/>
              <a:gdLst/>
              <a:ahLst/>
              <a:cxnLst/>
              <a:rect l="l" t="t" r="r" b="b"/>
              <a:pathLst>
                <a:path w="206276" h="204490">
                  <a:moveTo>
                    <a:pt x="97334" y="133052"/>
                  </a:moveTo>
                  <a:lnTo>
                    <a:pt x="119212" y="133052"/>
                  </a:lnTo>
                  <a:cubicBezTo>
                    <a:pt x="121593" y="133052"/>
                    <a:pt x="122783" y="134094"/>
                    <a:pt x="122783" y="136178"/>
                  </a:cubicBezTo>
                  <a:cubicBezTo>
                    <a:pt x="122783" y="138559"/>
                    <a:pt x="121593" y="139750"/>
                    <a:pt x="119212" y="139750"/>
                  </a:cubicBezTo>
                  <a:lnTo>
                    <a:pt x="97334" y="139750"/>
                  </a:lnTo>
                  <a:cubicBezTo>
                    <a:pt x="95250" y="139750"/>
                    <a:pt x="94208" y="138559"/>
                    <a:pt x="94208" y="136178"/>
                  </a:cubicBezTo>
                  <a:cubicBezTo>
                    <a:pt x="94208" y="134094"/>
                    <a:pt x="95250" y="133052"/>
                    <a:pt x="97334" y="133052"/>
                  </a:cubicBezTo>
                  <a:close/>
                  <a:moveTo>
                    <a:pt x="71884" y="133052"/>
                  </a:moveTo>
                  <a:lnTo>
                    <a:pt x="84386" y="133052"/>
                  </a:lnTo>
                  <a:cubicBezTo>
                    <a:pt x="86469" y="133052"/>
                    <a:pt x="87511" y="134094"/>
                    <a:pt x="87511" y="136178"/>
                  </a:cubicBezTo>
                  <a:cubicBezTo>
                    <a:pt x="87511" y="138559"/>
                    <a:pt x="86469" y="139750"/>
                    <a:pt x="84386" y="139750"/>
                  </a:cubicBezTo>
                  <a:lnTo>
                    <a:pt x="71884" y="139750"/>
                  </a:lnTo>
                  <a:cubicBezTo>
                    <a:pt x="69801" y="139750"/>
                    <a:pt x="68759" y="138559"/>
                    <a:pt x="68759" y="136178"/>
                  </a:cubicBezTo>
                  <a:cubicBezTo>
                    <a:pt x="68759" y="134094"/>
                    <a:pt x="69801" y="133052"/>
                    <a:pt x="71884" y="133052"/>
                  </a:cubicBezTo>
                  <a:close/>
                  <a:moveTo>
                    <a:pt x="160735" y="117426"/>
                  </a:moveTo>
                  <a:lnTo>
                    <a:pt x="166985" y="117426"/>
                  </a:lnTo>
                  <a:cubicBezTo>
                    <a:pt x="169069" y="117426"/>
                    <a:pt x="170111" y="118467"/>
                    <a:pt x="170111" y="120551"/>
                  </a:cubicBezTo>
                  <a:cubicBezTo>
                    <a:pt x="170111" y="122634"/>
                    <a:pt x="169069" y="123676"/>
                    <a:pt x="166985" y="123676"/>
                  </a:cubicBezTo>
                  <a:lnTo>
                    <a:pt x="160735" y="123676"/>
                  </a:lnTo>
                  <a:cubicBezTo>
                    <a:pt x="158651" y="123676"/>
                    <a:pt x="157609" y="122634"/>
                    <a:pt x="157609" y="120551"/>
                  </a:cubicBezTo>
                  <a:cubicBezTo>
                    <a:pt x="157609" y="118467"/>
                    <a:pt x="158651" y="117426"/>
                    <a:pt x="160735" y="117426"/>
                  </a:cubicBezTo>
                  <a:close/>
                  <a:moveTo>
                    <a:pt x="116086" y="117426"/>
                  </a:moveTo>
                  <a:lnTo>
                    <a:pt x="147787" y="117426"/>
                  </a:lnTo>
                  <a:cubicBezTo>
                    <a:pt x="150168" y="117426"/>
                    <a:pt x="151358" y="118467"/>
                    <a:pt x="151358" y="120551"/>
                  </a:cubicBezTo>
                  <a:cubicBezTo>
                    <a:pt x="151358" y="122634"/>
                    <a:pt x="150168" y="123676"/>
                    <a:pt x="147787" y="123676"/>
                  </a:cubicBezTo>
                  <a:lnTo>
                    <a:pt x="116086" y="123676"/>
                  </a:lnTo>
                  <a:cubicBezTo>
                    <a:pt x="114003" y="123676"/>
                    <a:pt x="112961" y="122634"/>
                    <a:pt x="112961" y="120551"/>
                  </a:cubicBezTo>
                  <a:cubicBezTo>
                    <a:pt x="112961" y="118467"/>
                    <a:pt x="114003" y="117426"/>
                    <a:pt x="116086" y="117426"/>
                  </a:cubicBezTo>
                  <a:close/>
                  <a:moveTo>
                    <a:pt x="71884" y="117426"/>
                  </a:moveTo>
                  <a:lnTo>
                    <a:pt x="103585" y="117426"/>
                  </a:lnTo>
                  <a:cubicBezTo>
                    <a:pt x="105668" y="117426"/>
                    <a:pt x="106710" y="118467"/>
                    <a:pt x="106710" y="120551"/>
                  </a:cubicBezTo>
                  <a:cubicBezTo>
                    <a:pt x="106710" y="122634"/>
                    <a:pt x="105668" y="123676"/>
                    <a:pt x="103585" y="123676"/>
                  </a:cubicBezTo>
                  <a:lnTo>
                    <a:pt x="71884" y="123676"/>
                  </a:lnTo>
                  <a:cubicBezTo>
                    <a:pt x="69801" y="123676"/>
                    <a:pt x="68759" y="122634"/>
                    <a:pt x="68759" y="120551"/>
                  </a:cubicBezTo>
                  <a:cubicBezTo>
                    <a:pt x="68759" y="118467"/>
                    <a:pt x="69801" y="117426"/>
                    <a:pt x="71884" y="117426"/>
                  </a:cubicBezTo>
                  <a:close/>
                  <a:moveTo>
                    <a:pt x="135285" y="98227"/>
                  </a:moveTo>
                  <a:lnTo>
                    <a:pt x="166985" y="98227"/>
                  </a:lnTo>
                  <a:cubicBezTo>
                    <a:pt x="169069" y="98227"/>
                    <a:pt x="170111" y="99268"/>
                    <a:pt x="170111" y="101352"/>
                  </a:cubicBezTo>
                  <a:cubicBezTo>
                    <a:pt x="170111" y="103436"/>
                    <a:pt x="169069" y="104477"/>
                    <a:pt x="166985" y="104477"/>
                  </a:cubicBezTo>
                  <a:lnTo>
                    <a:pt x="135285" y="104477"/>
                  </a:lnTo>
                  <a:cubicBezTo>
                    <a:pt x="133201" y="104477"/>
                    <a:pt x="132160" y="103436"/>
                    <a:pt x="132160" y="101352"/>
                  </a:cubicBezTo>
                  <a:cubicBezTo>
                    <a:pt x="132160" y="99268"/>
                    <a:pt x="133201" y="98227"/>
                    <a:pt x="135285" y="98227"/>
                  </a:cubicBezTo>
                  <a:close/>
                  <a:moveTo>
                    <a:pt x="97334" y="98227"/>
                  </a:moveTo>
                  <a:lnTo>
                    <a:pt x="122783" y="98227"/>
                  </a:lnTo>
                  <a:cubicBezTo>
                    <a:pt x="124867" y="98227"/>
                    <a:pt x="125909" y="99268"/>
                    <a:pt x="125909" y="101352"/>
                  </a:cubicBezTo>
                  <a:cubicBezTo>
                    <a:pt x="125909" y="103436"/>
                    <a:pt x="124867" y="104477"/>
                    <a:pt x="122783" y="104477"/>
                  </a:cubicBezTo>
                  <a:lnTo>
                    <a:pt x="97334" y="104477"/>
                  </a:lnTo>
                  <a:cubicBezTo>
                    <a:pt x="95250" y="104477"/>
                    <a:pt x="94208" y="103436"/>
                    <a:pt x="94208" y="101352"/>
                  </a:cubicBezTo>
                  <a:cubicBezTo>
                    <a:pt x="94208" y="99268"/>
                    <a:pt x="95250" y="98227"/>
                    <a:pt x="97334" y="98227"/>
                  </a:cubicBezTo>
                  <a:close/>
                  <a:moveTo>
                    <a:pt x="71884" y="98227"/>
                  </a:moveTo>
                  <a:lnTo>
                    <a:pt x="84386" y="98227"/>
                  </a:lnTo>
                  <a:cubicBezTo>
                    <a:pt x="86469" y="98227"/>
                    <a:pt x="87511" y="99268"/>
                    <a:pt x="87511" y="101352"/>
                  </a:cubicBezTo>
                  <a:cubicBezTo>
                    <a:pt x="87511" y="103436"/>
                    <a:pt x="86469" y="104477"/>
                    <a:pt x="84386" y="104477"/>
                  </a:cubicBezTo>
                  <a:lnTo>
                    <a:pt x="71884" y="104477"/>
                  </a:lnTo>
                  <a:cubicBezTo>
                    <a:pt x="69801" y="104477"/>
                    <a:pt x="68759" y="103436"/>
                    <a:pt x="68759" y="101352"/>
                  </a:cubicBezTo>
                  <a:cubicBezTo>
                    <a:pt x="68759" y="99268"/>
                    <a:pt x="69801" y="98227"/>
                    <a:pt x="71884" y="98227"/>
                  </a:cubicBezTo>
                  <a:close/>
                  <a:moveTo>
                    <a:pt x="154484" y="82600"/>
                  </a:moveTo>
                  <a:lnTo>
                    <a:pt x="166985" y="82600"/>
                  </a:lnTo>
                  <a:cubicBezTo>
                    <a:pt x="169069" y="82600"/>
                    <a:pt x="170111" y="83642"/>
                    <a:pt x="170111" y="85725"/>
                  </a:cubicBezTo>
                  <a:cubicBezTo>
                    <a:pt x="170111" y="87809"/>
                    <a:pt x="169069" y="88851"/>
                    <a:pt x="166985" y="88851"/>
                  </a:cubicBezTo>
                  <a:lnTo>
                    <a:pt x="154484" y="88851"/>
                  </a:lnTo>
                  <a:cubicBezTo>
                    <a:pt x="152400" y="88851"/>
                    <a:pt x="151358" y="87809"/>
                    <a:pt x="151358" y="85725"/>
                  </a:cubicBezTo>
                  <a:cubicBezTo>
                    <a:pt x="151358" y="83642"/>
                    <a:pt x="152400" y="82600"/>
                    <a:pt x="154484" y="82600"/>
                  </a:cubicBezTo>
                  <a:close/>
                  <a:moveTo>
                    <a:pt x="109835" y="82600"/>
                  </a:moveTo>
                  <a:lnTo>
                    <a:pt x="141536" y="82600"/>
                  </a:lnTo>
                  <a:cubicBezTo>
                    <a:pt x="143619" y="82600"/>
                    <a:pt x="144661" y="83642"/>
                    <a:pt x="144661" y="85725"/>
                  </a:cubicBezTo>
                  <a:cubicBezTo>
                    <a:pt x="144661" y="87809"/>
                    <a:pt x="143619" y="88851"/>
                    <a:pt x="141536" y="88851"/>
                  </a:cubicBezTo>
                  <a:lnTo>
                    <a:pt x="109835" y="88851"/>
                  </a:lnTo>
                  <a:cubicBezTo>
                    <a:pt x="107752" y="88851"/>
                    <a:pt x="106710" y="87809"/>
                    <a:pt x="106710" y="85725"/>
                  </a:cubicBezTo>
                  <a:cubicBezTo>
                    <a:pt x="106710" y="83642"/>
                    <a:pt x="107752" y="82600"/>
                    <a:pt x="109835" y="82600"/>
                  </a:cubicBezTo>
                  <a:close/>
                  <a:moveTo>
                    <a:pt x="71884" y="82600"/>
                  </a:moveTo>
                  <a:lnTo>
                    <a:pt x="97334" y="82600"/>
                  </a:lnTo>
                  <a:cubicBezTo>
                    <a:pt x="99417" y="82600"/>
                    <a:pt x="100459" y="83642"/>
                    <a:pt x="100459" y="85725"/>
                  </a:cubicBezTo>
                  <a:cubicBezTo>
                    <a:pt x="100459" y="87809"/>
                    <a:pt x="99417" y="88851"/>
                    <a:pt x="97334" y="88851"/>
                  </a:cubicBezTo>
                  <a:lnTo>
                    <a:pt x="71884" y="88851"/>
                  </a:lnTo>
                  <a:cubicBezTo>
                    <a:pt x="69801" y="88851"/>
                    <a:pt x="68759" y="87809"/>
                    <a:pt x="68759" y="85725"/>
                  </a:cubicBezTo>
                  <a:cubicBezTo>
                    <a:pt x="68759" y="83642"/>
                    <a:pt x="69801" y="82600"/>
                    <a:pt x="71884" y="82600"/>
                  </a:cubicBezTo>
                  <a:close/>
                  <a:moveTo>
                    <a:pt x="55811" y="60276"/>
                  </a:moveTo>
                  <a:cubicBezTo>
                    <a:pt x="50453" y="60276"/>
                    <a:pt x="47774" y="63252"/>
                    <a:pt x="47774" y="69205"/>
                  </a:cubicBezTo>
                  <a:lnTo>
                    <a:pt x="47774" y="152251"/>
                  </a:lnTo>
                  <a:cubicBezTo>
                    <a:pt x="47774" y="158502"/>
                    <a:pt x="50453" y="161627"/>
                    <a:pt x="55811" y="161627"/>
                  </a:cubicBezTo>
                  <a:lnTo>
                    <a:pt x="78135" y="161627"/>
                  </a:lnTo>
                  <a:cubicBezTo>
                    <a:pt x="79623" y="161627"/>
                    <a:pt x="81112" y="162372"/>
                    <a:pt x="82600" y="163860"/>
                  </a:cubicBezTo>
                  <a:cubicBezTo>
                    <a:pt x="83790" y="164753"/>
                    <a:pt x="84386" y="166241"/>
                    <a:pt x="84386" y="168325"/>
                  </a:cubicBezTo>
                  <a:lnTo>
                    <a:pt x="83939" y="185738"/>
                  </a:lnTo>
                  <a:lnTo>
                    <a:pt x="115640" y="162967"/>
                  </a:lnTo>
                  <a:cubicBezTo>
                    <a:pt x="116830" y="162074"/>
                    <a:pt x="118021" y="161627"/>
                    <a:pt x="119212" y="161627"/>
                  </a:cubicBezTo>
                  <a:lnTo>
                    <a:pt x="183059" y="161627"/>
                  </a:lnTo>
                  <a:cubicBezTo>
                    <a:pt x="185738" y="161627"/>
                    <a:pt x="188193" y="160734"/>
                    <a:pt x="190426" y="158949"/>
                  </a:cubicBezTo>
                  <a:cubicBezTo>
                    <a:pt x="192658" y="157163"/>
                    <a:pt x="193774" y="154930"/>
                    <a:pt x="193774" y="152251"/>
                  </a:cubicBezTo>
                  <a:lnTo>
                    <a:pt x="193774" y="69205"/>
                  </a:lnTo>
                  <a:cubicBezTo>
                    <a:pt x="193774" y="66824"/>
                    <a:pt x="192658" y="64740"/>
                    <a:pt x="190426" y="62954"/>
                  </a:cubicBezTo>
                  <a:cubicBezTo>
                    <a:pt x="188193" y="61168"/>
                    <a:pt x="185738" y="60276"/>
                    <a:pt x="183059" y="60276"/>
                  </a:cubicBezTo>
                  <a:close/>
                  <a:moveTo>
                    <a:pt x="55811" y="47327"/>
                  </a:moveTo>
                  <a:lnTo>
                    <a:pt x="183059" y="47327"/>
                  </a:lnTo>
                  <a:cubicBezTo>
                    <a:pt x="189310" y="47327"/>
                    <a:pt x="194742" y="49485"/>
                    <a:pt x="199355" y="53801"/>
                  </a:cubicBezTo>
                  <a:cubicBezTo>
                    <a:pt x="203969" y="58117"/>
                    <a:pt x="206276" y="63252"/>
                    <a:pt x="206276" y="69205"/>
                  </a:cubicBezTo>
                  <a:lnTo>
                    <a:pt x="206276" y="152251"/>
                  </a:lnTo>
                  <a:cubicBezTo>
                    <a:pt x="206276" y="158204"/>
                    <a:pt x="203895" y="163413"/>
                    <a:pt x="199132" y="167878"/>
                  </a:cubicBezTo>
                  <a:cubicBezTo>
                    <a:pt x="194370" y="172343"/>
                    <a:pt x="189012" y="174576"/>
                    <a:pt x="183059" y="174576"/>
                  </a:cubicBezTo>
                  <a:lnTo>
                    <a:pt x="121444" y="174576"/>
                  </a:lnTo>
                  <a:lnTo>
                    <a:pt x="80814" y="203597"/>
                  </a:lnTo>
                  <a:cubicBezTo>
                    <a:pt x="79623" y="204192"/>
                    <a:pt x="78433" y="204490"/>
                    <a:pt x="77242" y="204490"/>
                  </a:cubicBezTo>
                  <a:cubicBezTo>
                    <a:pt x="76051" y="204490"/>
                    <a:pt x="75158" y="204341"/>
                    <a:pt x="74563" y="204044"/>
                  </a:cubicBezTo>
                  <a:cubicBezTo>
                    <a:pt x="72182" y="202555"/>
                    <a:pt x="70991" y="200620"/>
                    <a:pt x="70991" y="198239"/>
                  </a:cubicBezTo>
                  <a:lnTo>
                    <a:pt x="71438" y="174576"/>
                  </a:lnTo>
                  <a:lnTo>
                    <a:pt x="55811" y="174576"/>
                  </a:lnTo>
                  <a:cubicBezTo>
                    <a:pt x="49858" y="174576"/>
                    <a:pt x="44872" y="172418"/>
                    <a:pt x="40854" y="168102"/>
                  </a:cubicBezTo>
                  <a:cubicBezTo>
                    <a:pt x="36835" y="163785"/>
                    <a:pt x="34826" y="158502"/>
                    <a:pt x="34826" y="152251"/>
                  </a:cubicBezTo>
                  <a:lnTo>
                    <a:pt x="34826" y="69205"/>
                  </a:lnTo>
                  <a:cubicBezTo>
                    <a:pt x="34826" y="63252"/>
                    <a:pt x="36835" y="58117"/>
                    <a:pt x="40854" y="53801"/>
                  </a:cubicBezTo>
                  <a:cubicBezTo>
                    <a:pt x="44872" y="49485"/>
                    <a:pt x="49858" y="47327"/>
                    <a:pt x="55811" y="47327"/>
                  </a:cubicBezTo>
                  <a:close/>
                  <a:moveTo>
                    <a:pt x="20538" y="0"/>
                  </a:moveTo>
                  <a:lnTo>
                    <a:pt x="148233" y="0"/>
                  </a:lnTo>
                  <a:cubicBezTo>
                    <a:pt x="154484" y="0"/>
                    <a:pt x="159916" y="2084"/>
                    <a:pt x="164530" y="6251"/>
                  </a:cubicBezTo>
                  <a:cubicBezTo>
                    <a:pt x="169143" y="10418"/>
                    <a:pt x="171450" y="15478"/>
                    <a:pt x="171450" y="21431"/>
                  </a:cubicBezTo>
                  <a:lnTo>
                    <a:pt x="171450" y="25450"/>
                  </a:lnTo>
                  <a:cubicBezTo>
                    <a:pt x="171450" y="26938"/>
                    <a:pt x="170855" y="28352"/>
                    <a:pt x="169664" y="29691"/>
                  </a:cubicBezTo>
                  <a:cubicBezTo>
                    <a:pt x="168474" y="31031"/>
                    <a:pt x="166985" y="31701"/>
                    <a:pt x="165199" y="31701"/>
                  </a:cubicBezTo>
                  <a:cubicBezTo>
                    <a:pt x="163413" y="31701"/>
                    <a:pt x="161851" y="31031"/>
                    <a:pt x="160511" y="29691"/>
                  </a:cubicBezTo>
                  <a:cubicBezTo>
                    <a:pt x="159172" y="28352"/>
                    <a:pt x="158502" y="26938"/>
                    <a:pt x="158502" y="25450"/>
                  </a:cubicBezTo>
                  <a:lnTo>
                    <a:pt x="158502" y="21431"/>
                  </a:lnTo>
                  <a:cubicBezTo>
                    <a:pt x="158502" y="19050"/>
                    <a:pt x="157460" y="16967"/>
                    <a:pt x="155377" y="15181"/>
                  </a:cubicBezTo>
                  <a:cubicBezTo>
                    <a:pt x="153293" y="13395"/>
                    <a:pt x="150912" y="12502"/>
                    <a:pt x="148233" y="12502"/>
                  </a:cubicBezTo>
                  <a:lnTo>
                    <a:pt x="20538" y="12502"/>
                  </a:lnTo>
                  <a:cubicBezTo>
                    <a:pt x="15181" y="12502"/>
                    <a:pt x="12502" y="15478"/>
                    <a:pt x="12502" y="21431"/>
                  </a:cubicBezTo>
                  <a:lnTo>
                    <a:pt x="12502" y="104477"/>
                  </a:lnTo>
                  <a:cubicBezTo>
                    <a:pt x="12502" y="107156"/>
                    <a:pt x="13246" y="109240"/>
                    <a:pt x="14734" y="110728"/>
                  </a:cubicBezTo>
                  <a:cubicBezTo>
                    <a:pt x="17711" y="113407"/>
                    <a:pt x="17860" y="116384"/>
                    <a:pt x="15181" y="119658"/>
                  </a:cubicBezTo>
                  <a:cubicBezTo>
                    <a:pt x="13692" y="121146"/>
                    <a:pt x="12055" y="121890"/>
                    <a:pt x="10269" y="121890"/>
                  </a:cubicBezTo>
                  <a:cubicBezTo>
                    <a:pt x="8781" y="121890"/>
                    <a:pt x="7442" y="121295"/>
                    <a:pt x="6251" y="120104"/>
                  </a:cubicBezTo>
                  <a:cubicBezTo>
                    <a:pt x="2084" y="116235"/>
                    <a:pt x="0" y="111026"/>
                    <a:pt x="0" y="104477"/>
                  </a:cubicBezTo>
                  <a:lnTo>
                    <a:pt x="0" y="21431"/>
                  </a:lnTo>
                  <a:cubicBezTo>
                    <a:pt x="0" y="15478"/>
                    <a:pt x="1935" y="10418"/>
                    <a:pt x="5804" y="6251"/>
                  </a:cubicBezTo>
                  <a:cubicBezTo>
                    <a:pt x="9674" y="2084"/>
                    <a:pt x="14585" y="0"/>
                    <a:pt x="20538" y="0"/>
                  </a:cubicBezTo>
                  <a:close/>
                </a:path>
              </a:pathLst>
            </a:custGeom>
            <a:solidFill>
              <a:srgbClr val="37BBE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49" name="Group 2"/>
          <p:cNvGrpSpPr/>
          <p:nvPr/>
        </p:nvGrpSpPr>
        <p:grpSpPr>
          <a:xfrm>
            <a:off x="3431704" y="2001997"/>
            <a:ext cx="2269165" cy="3275714"/>
            <a:chOff x="3663042" y="2029940"/>
            <a:chExt cx="2269165" cy="3275714"/>
          </a:xfrm>
        </p:grpSpPr>
        <p:sp>
          <p:nvSpPr>
            <p:cNvPr id="1048610" name="Rounded Rectangle 24"/>
            <p:cNvSpPr/>
            <p:nvPr/>
          </p:nvSpPr>
          <p:spPr>
            <a:xfrm>
              <a:off x="3663042" y="2029940"/>
              <a:ext cx="2269165" cy="3275714"/>
            </a:xfrm>
            <a:prstGeom prst="roundRect">
              <a:avLst>
                <a:gd name="adj" fmla="val 4016"/>
              </a:avLst>
            </a:prstGeom>
            <a:noFill/>
            <a:ln w="3175">
              <a:solidFill>
                <a:srgbClr val="37BBED"/>
              </a:solidFill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048611" name="Rectangle 25"/>
            <p:cNvSpPr/>
            <p:nvPr/>
          </p:nvSpPr>
          <p:spPr>
            <a:xfrm>
              <a:off x="3663042" y="4412519"/>
              <a:ext cx="2269165" cy="457200"/>
            </a:xfrm>
            <a:prstGeom prst="rect">
              <a:avLst/>
            </a:prstGeom>
            <a:solidFill>
              <a:srgbClr val="37BB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048612" name="TextBox 26"/>
            <p:cNvSpPr txBox="1"/>
            <p:nvPr/>
          </p:nvSpPr>
          <p:spPr>
            <a:xfrm>
              <a:off x="4296526" y="2195103"/>
              <a:ext cx="843280" cy="345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cs typeface="+mn-ea"/>
                  <a:sym typeface="+mn-lt"/>
                </a:rPr>
                <a:t>S</a:t>
              </a:r>
              <a:r>
                <a:rPr lang="en-US" altLang="zh-CN" dirty="0">
                  <a:solidFill>
                    <a:schemeClr val="bg1">
                      <a:lumMod val="85000"/>
                    </a:schemeClr>
                  </a:solidFill>
                  <a:cs typeface="+mn-ea"/>
                  <a:sym typeface="+mn-lt"/>
                </a:rPr>
                <a:t>econd</a:t>
              </a:r>
              <a:endParaRPr lang="en-US" b="1" dirty="0">
                <a:solidFill>
                  <a:schemeClr val="bg1">
                    <a:lumMod val="8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48613" name="Rectangle 28"/>
            <p:cNvSpPr/>
            <p:nvPr/>
          </p:nvSpPr>
          <p:spPr>
            <a:xfrm>
              <a:off x="3990628" y="3719163"/>
              <a:ext cx="161399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bg1">
                      <a:lumMod val="85000"/>
                    </a:schemeClr>
                  </a:solidFill>
                  <a:cs typeface="+mn-ea"/>
                  <a:sym typeface="+mn-lt"/>
                </a:rPr>
                <a:t>建立图片数据文件</a:t>
              </a:r>
              <a:endParaRPr lang="en-US" altLang="zh-CN" sz="1600" dirty="0">
                <a:solidFill>
                  <a:schemeClr val="bg1">
                    <a:lumMod val="8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48614" name="Freeform 46"/>
            <p:cNvSpPr/>
            <p:nvPr/>
          </p:nvSpPr>
          <p:spPr>
            <a:xfrm>
              <a:off x="4438119" y="2759576"/>
              <a:ext cx="719010" cy="719010"/>
            </a:xfrm>
            <a:custGeom>
              <a:avLst/>
              <a:gdLst/>
              <a:ahLst/>
              <a:cxnLst/>
              <a:rect l="l" t="t" r="r" b="b"/>
              <a:pathLst>
                <a:path w="203597" h="203597">
                  <a:moveTo>
                    <a:pt x="30249" y="120104"/>
                  </a:moveTo>
                  <a:cubicBezTo>
                    <a:pt x="30919" y="120402"/>
                    <a:pt x="31402" y="121146"/>
                    <a:pt x="31700" y="122336"/>
                  </a:cubicBezTo>
                  <a:cubicBezTo>
                    <a:pt x="36165" y="136029"/>
                    <a:pt x="44202" y="147339"/>
                    <a:pt x="55810" y="156269"/>
                  </a:cubicBezTo>
                  <a:cubicBezTo>
                    <a:pt x="57596" y="157460"/>
                    <a:pt x="57894" y="158948"/>
                    <a:pt x="56703" y="160734"/>
                  </a:cubicBezTo>
                  <a:cubicBezTo>
                    <a:pt x="55810" y="161627"/>
                    <a:pt x="54917" y="162073"/>
                    <a:pt x="54024" y="162073"/>
                  </a:cubicBezTo>
                  <a:cubicBezTo>
                    <a:pt x="53429" y="162073"/>
                    <a:pt x="52834" y="161776"/>
                    <a:pt x="52238" y="161180"/>
                  </a:cubicBezTo>
                  <a:cubicBezTo>
                    <a:pt x="39141" y="151358"/>
                    <a:pt x="30361" y="139005"/>
                    <a:pt x="25896" y="124122"/>
                  </a:cubicBezTo>
                  <a:cubicBezTo>
                    <a:pt x="24705" y="122336"/>
                    <a:pt x="25300" y="121146"/>
                    <a:pt x="27682" y="120550"/>
                  </a:cubicBezTo>
                  <a:cubicBezTo>
                    <a:pt x="28724" y="119955"/>
                    <a:pt x="29579" y="119806"/>
                    <a:pt x="30249" y="120104"/>
                  </a:cubicBezTo>
                  <a:close/>
                  <a:moveTo>
                    <a:pt x="25449" y="98673"/>
                  </a:moveTo>
                  <a:cubicBezTo>
                    <a:pt x="27533" y="98673"/>
                    <a:pt x="28575" y="99714"/>
                    <a:pt x="28575" y="101798"/>
                  </a:cubicBezTo>
                  <a:cubicBezTo>
                    <a:pt x="28575" y="104179"/>
                    <a:pt x="28724" y="106114"/>
                    <a:pt x="29021" y="107602"/>
                  </a:cubicBezTo>
                  <a:cubicBezTo>
                    <a:pt x="29021" y="109686"/>
                    <a:pt x="27979" y="110728"/>
                    <a:pt x="25896" y="110728"/>
                  </a:cubicBezTo>
                  <a:lnTo>
                    <a:pt x="25449" y="110728"/>
                  </a:lnTo>
                  <a:cubicBezTo>
                    <a:pt x="23961" y="110728"/>
                    <a:pt x="22919" y="109835"/>
                    <a:pt x="22324" y="108049"/>
                  </a:cubicBezTo>
                  <a:lnTo>
                    <a:pt x="22324" y="101798"/>
                  </a:lnTo>
                  <a:cubicBezTo>
                    <a:pt x="22324" y="99714"/>
                    <a:pt x="23366" y="98673"/>
                    <a:pt x="25449" y="98673"/>
                  </a:cubicBezTo>
                  <a:close/>
                  <a:moveTo>
                    <a:pt x="36611" y="41076"/>
                  </a:moveTo>
                  <a:cubicBezTo>
                    <a:pt x="20538" y="58043"/>
                    <a:pt x="12501" y="78283"/>
                    <a:pt x="12501" y="101798"/>
                  </a:cubicBezTo>
                  <a:cubicBezTo>
                    <a:pt x="12501" y="126206"/>
                    <a:pt x="21282" y="147191"/>
                    <a:pt x="38844" y="164752"/>
                  </a:cubicBezTo>
                  <a:cubicBezTo>
                    <a:pt x="56406" y="182314"/>
                    <a:pt x="77390" y="191095"/>
                    <a:pt x="101798" y="191095"/>
                  </a:cubicBezTo>
                  <a:cubicBezTo>
                    <a:pt x="125313" y="191095"/>
                    <a:pt x="145628" y="183058"/>
                    <a:pt x="162743" y="166985"/>
                  </a:cubicBezTo>
                  <a:cubicBezTo>
                    <a:pt x="179858" y="150911"/>
                    <a:pt x="189160" y="131117"/>
                    <a:pt x="190649" y="107602"/>
                  </a:cubicBezTo>
                  <a:cubicBezTo>
                    <a:pt x="190946" y="106709"/>
                    <a:pt x="191095" y="104923"/>
                    <a:pt x="191095" y="102245"/>
                  </a:cubicBezTo>
                  <a:lnTo>
                    <a:pt x="101798" y="104923"/>
                  </a:lnTo>
                  <a:lnTo>
                    <a:pt x="100459" y="104923"/>
                  </a:lnTo>
                  <a:lnTo>
                    <a:pt x="100459" y="104477"/>
                  </a:lnTo>
                  <a:cubicBezTo>
                    <a:pt x="100161" y="104477"/>
                    <a:pt x="99863" y="104328"/>
                    <a:pt x="99566" y="104030"/>
                  </a:cubicBezTo>
                  <a:close/>
                  <a:moveTo>
                    <a:pt x="165199" y="39290"/>
                  </a:moveTo>
                  <a:lnTo>
                    <a:pt x="109388" y="98226"/>
                  </a:lnTo>
                  <a:lnTo>
                    <a:pt x="190649" y="95994"/>
                  </a:lnTo>
                  <a:cubicBezTo>
                    <a:pt x="189160" y="73670"/>
                    <a:pt x="180677" y="54768"/>
                    <a:pt x="165199" y="39290"/>
                  </a:cubicBezTo>
                  <a:close/>
                  <a:moveTo>
                    <a:pt x="101798" y="12501"/>
                  </a:moveTo>
                  <a:cubicBezTo>
                    <a:pt x="78283" y="12501"/>
                    <a:pt x="58043" y="20538"/>
                    <a:pt x="41076" y="36611"/>
                  </a:cubicBezTo>
                  <a:lnTo>
                    <a:pt x="101798" y="97333"/>
                  </a:lnTo>
                  <a:lnTo>
                    <a:pt x="160734" y="34825"/>
                  </a:lnTo>
                  <a:cubicBezTo>
                    <a:pt x="156567" y="31551"/>
                    <a:pt x="153590" y="29319"/>
                    <a:pt x="151804" y="28128"/>
                  </a:cubicBezTo>
                  <a:cubicBezTo>
                    <a:pt x="136922" y="17710"/>
                    <a:pt x="120253" y="12501"/>
                    <a:pt x="101798" y="12501"/>
                  </a:cubicBezTo>
                  <a:close/>
                  <a:moveTo>
                    <a:pt x="101798" y="0"/>
                  </a:moveTo>
                  <a:cubicBezTo>
                    <a:pt x="122932" y="0"/>
                    <a:pt x="141982" y="5804"/>
                    <a:pt x="158948" y="17412"/>
                  </a:cubicBezTo>
                  <a:cubicBezTo>
                    <a:pt x="172938" y="26937"/>
                    <a:pt x="183877" y="39141"/>
                    <a:pt x="191765" y="54024"/>
                  </a:cubicBezTo>
                  <a:cubicBezTo>
                    <a:pt x="199653" y="68907"/>
                    <a:pt x="203597" y="84832"/>
                    <a:pt x="203597" y="101798"/>
                  </a:cubicBezTo>
                  <a:lnTo>
                    <a:pt x="203597" y="108942"/>
                  </a:lnTo>
                  <a:cubicBezTo>
                    <a:pt x="201811" y="135433"/>
                    <a:pt x="191095" y="157832"/>
                    <a:pt x="171450" y="176138"/>
                  </a:cubicBezTo>
                  <a:cubicBezTo>
                    <a:pt x="151804" y="194444"/>
                    <a:pt x="128587" y="203597"/>
                    <a:pt x="101798" y="203597"/>
                  </a:cubicBezTo>
                  <a:cubicBezTo>
                    <a:pt x="73818" y="203597"/>
                    <a:pt x="49857" y="193625"/>
                    <a:pt x="29914" y="173682"/>
                  </a:cubicBezTo>
                  <a:cubicBezTo>
                    <a:pt x="9971" y="153739"/>
                    <a:pt x="0" y="129778"/>
                    <a:pt x="0" y="101798"/>
                  </a:cubicBezTo>
                  <a:cubicBezTo>
                    <a:pt x="0" y="73818"/>
                    <a:pt x="9971" y="49857"/>
                    <a:pt x="29914" y="29914"/>
                  </a:cubicBezTo>
                  <a:cubicBezTo>
                    <a:pt x="49857" y="9971"/>
                    <a:pt x="73818" y="0"/>
                    <a:pt x="101798" y="0"/>
                  </a:cubicBezTo>
                  <a:close/>
                </a:path>
              </a:pathLst>
            </a:custGeom>
            <a:solidFill>
              <a:srgbClr val="37BBE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50" name="Group 5"/>
          <p:cNvGrpSpPr/>
          <p:nvPr/>
        </p:nvGrpSpPr>
        <p:grpSpPr>
          <a:xfrm>
            <a:off x="6061468" y="1988840"/>
            <a:ext cx="2269165" cy="3275714"/>
            <a:chOff x="6259793" y="2029940"/>
            <a:chExt cx="2269165" cy="3275714"/>
          </a:xfrm>
        </p:grpSpPr>
        <p:sp>
          <p:nvSpPr>
            <p:cNvPr id="1048615" name="Rounded Rectangle 30"/>
            <p:cNvSpPr/>
            <p:nvPr/>
          </p:nvSpPr>
          <p:spPr>
            <a:xfrm>
              <a:off x="6259793" y="2029940"/>
              <a:ext cx="2269165" cy="3275714"/>
            </a:xfrm>
            <a:prstGeom prst="roundRect">
              <a:avLst>
                <a:gd name="adj" fmla="val 4016"/>
              </a:avLst>
            </a:prstGeom>
            <a:noFill/>
            <a:ln w="3175">
              <a:solidFill>
                <a:srgbClr val="37BBED"/>
              </a:solidFill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>
                    <a:lumMod val="8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48616" name="Rectangle 31"/>
            <p:cNvSpPr/>
            <p:nvPr/>
          </p:nvSpPr>
          <p:spPr>
            <a:xfrm>
              <a:off x="6259793" y="4412519"/>
              <a:ext cx="2269165" cy="457200"/>
            </a:xfrm>
            <a:prstGeom prst="rect">
              <a:avLst/>
            </a:prstGeom>
            <a:solidFill>
              <a:srgbClr val="37BB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8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48617" name="TextBox 32"/>
            <p:cNvSpPr txBox="1"/>
            <p:nvPr/>
          </p:nvSpPr>
          <p:spPr>
            <a:xfrm>
              <a:off x="7017541" y="2195103"/>
              <a:ext cx="703580" cy="345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cs typeface="+mn-ea"/>
                  <a:sym typeface="+mn-lt"/>
                </a:rPr>
                <a:t>T</a:t>
              </a:r>
              <a:r>
                <a:rPr lang="en-US" altLang="zh-CN" dirty="0">
                  <a:solidFill>
                    <a:schemeClr val="bg1">
                      <a:lumMod val="85000"/>
                    </a:schemeClr>
                  </a:solidFill>
                  <a:cs typeface="+mn-ea"/>
                  <a:sym typeface="+mn-lt"/>
                </a:rPr>
                <a:t>hird</a:t>
              </a:r>
              <a:endParaRPr lang="en-US" b="1" dirty="0">
                <a:solidFill>
                  <a:schemeClr val="bg1">
                    <a:lumMod val="8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48618" name="Rectangle 34"/>
            <p:cNvSpPr/>
            <p:nvPr/>
          </p:nvSpPr>
          <p:spPr>
            <a:xfrm>
              <a:off x="6587379" y="3704491"/>
              <a:ext cx="161399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bg1">
                      <a:lumMod val="85000"/>
                    </a:schemeClr>
                  </a:solidFill>
                  <a:cs typeface="+mn-ea"/>
                  <a:sym typeface="+mn-lt"/>
                </a:rPr>
                <a:t>根据映射关系改写新图数据</a:t>
              </a:r>
              <a:endParaRPr lang="en-US" altLang="zh-CN" sz="1600" dirty="0">
                <a:solidFill>
                  <a:schemeClr val="bg1">
                    <a:lumMod val="8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48619" name="Freeform 48"/>
            <p:cNvSpPr/>
            <p:nvPr/>
          </p:nvSpPr>
          <p:spPr>
            <a:xfrm>
              <a:off x="7036225" y="2751717"/>
              <a:ext cx="716300" cy="719010"/>
            </a:xfrm>
            <a:custGeom>
              <a:avLst/>
              <a:gdLst/>
              <a:ahLst/>
              <a:cxnLst/>
              <a:rect l="l" t="t" r="r" b="b"/>
              <a:pathLst>
                <a:path w="204608" h="205382">
                  <a:moveTo>
                    <a:pt x="46881" y="32147"/>
                  </a:moveTo>
                  <a:cubicBezTo>
                    <a:pt x="48667" y="31254"/>
                    <a:pt x="50155" y="31551"/>
                    <a:pt x="51346" y="33039"/>
                  </a:cubicBezTo>
                  <a:cubicBezTo>
                    <a:pt x="52536" y="34825"/>
                    <a:pt x="52239" y="36314"/>
                    <a:pt x="50453" y="37504"/>
                  </a:cubicBezTo>
                  <a:cubicBezTo>
                    <a:pt x="37356" y="45541"/>
                    <a:pt x="30807" y="57298"/>
                    <a:pt x="30807" y="72777"/>
                  </a:cubicBezTo>
                  <a:cubicBezTo>
                    <a:pt x="30807" y="74860"/>
                    <a:pt x="29766" y="75902"/>
                    <a:pt x="27682" y="75902"/>
                  </a:cubicBezTo>
                  <a:cubicBezTo>
                    <a:pt x="25599" y="75902"/>
                    <a:pt x="24557" y="74860"/>
                    <a:pt x="24557" y="72777"/>
                  </a:cubicBezTo>
                  <a:cubicBezTo>
                    <a:pt x="24557" y="54917"/>
                    <a:pt x="31998" y="41374"/>
                    <a:pt x="46881" y="32147"/>
                  </a:cubicBezTo>
                  <a:close/>
                  <a:moveTo>
                    <a:pt x="61168" y="25896"/>
                  </a:moveTo>
                  <a:cubicBezTo>
                    <a:pt x="63252" y="25300"/>
                    <a:pt x="64591" y="26045"/>
                    <a:pt x="65187" y="28128"/>
                  </a:cubicBezTo>
                  <a:cubicBezTo>
                    <a:pt x="65782" y="30212"/>
                    <a:pt x="65038" y="31551"/>
                    <a:pt x="62954" y="32147"/>
                  </a:cubicBezTo>
                  <a:cubicBezTo>
                    <a:pt x="62657" y="32147"/>
                    <a:pt x="62136" y="32221"/>
                    <a:pt x="61392" y="32370"/>
                  </a:cubicBezTo>
                  <a:cubicBezTo>
                    <a:pt x="60648" y="32519"/>
                    <a:pt x="60127" y="32742"/>
                    <a:pt x="59829" y="33039"/>
                  </a:cubicBezTo>
                  <a:lnTo>
                    <a:pt x="58936" y="33039"/>
                  </a:lnTo>
                  <a:cubicBezTo>
                    <a:pt x="57448" y="33039"/>
                    <a:pt x="56406" y="32295"/>
                    <a:pt x="55811" y="30807"/>
                  </a:cubicBezTo>
                  <a:cubicBezTo>
                    <a:pt x="55215" y="29319"/>
                    <a:pt x="55811" y="27979"/>
                    <a:pt x="57597" y="26789"/>
                  </a:cubicBezTo>
                  <a:cubicBezTo>
                    <a:pt x="58787" y="26789"/>
                    <a:pt x="59978" y="26491"/>
                    <a:pt x="61168" y="25896"/>
                  </a:cubicBezTo>
                  <a:close/>
                  <a:moveTo>
                    <a:pt x="72331" y="12948"/>
                  </a:moveTo>
                  <a:cubicBezTo>
                    <a:pt x="55959" y="12948"/>
                    <a:pt x="41895" y="18752"/>
                    <a:pt x="30138" y="30361"/>
                  </a:cubicBezTo>
                  <a:cubicBezTo>
                    <a:pt x="18380" y="41969"/>
                    <a:pt x="12502" y="55959"/>
                    <a:pt x="12502" y="72330"/>
                  </a:cubicBezTo>
                  <a:cubicBezTo>
                    <a:pt x="12502" y="88999"/>
                    <a:pt x="18380" y="103138"/>
                    <a:pt x="30138" y="114746"/>
                  </a:cubicBezTo>
                  <a:cubicBezTo>
                    <a:pt x="41895" y="126355"/>
                    <a:pt x="55959" y="132159"/>
                    <a:pt x="72331" y="132159"/>
                  </a:cubicBezTo>
                  <a:cubicBezTo>
                    <a:pt x="82451" y="132159"/>
                    <a:pt x="91678" y="129778"/>
                    <a:pt x="100013" y="125015"/>
                  </a:cubicBezTo>
                  <a:cubicBezTo>
                    <a:pt x="102691" y="123527"/>
                    <a:pt x="105222" y="123973"/>
                    <a:pt x="107603" y="126355"/>
                  </a:cubicBezTo>
                  <a:lnTo>
                    <a:pt x="132606" y="151358"/>
                  </a:lnTo>
                  <a:lnTo>
                    <a:pt x="134838" y="149572"/>
                  </a:lnTo>
                  <a:cubicBezTo>
                    <a:pt x="137517" y="148084"/>
                    <a:pt x="140047" y="148232"/>
                    <a:pt x="142429" y="150018"/>
                  </a:cubicBezTo>
                  <a:lnTo>
                    <a:pt x="150912" y="157162"/>
                  </a:lnTo>
                  <a:cubicBezTo>
                    <a:pt x="153293" y="159543"/>
                    <a:pt x="153740" y="161925"/>
                    <a:pt x="152251" y="164306"/>
                  </a:cubicBezTo>
                  <a:lnTo>
                    <a:pt x="150465" y="169217"/>
                  </a:lnTo>
                  <a:lnTo>
                    <a:pt x="157609" y="176361"/>
                  </a:lnTo>
                  <a:lnTo>
                    <a:pt x="167878" y="177254"/>
                  </a:lnTo>
                  <a:cubicBezTo>
                    <a:pt x="170259" y="177254"/>
                    <a:pt x="172045" y="178593"/>
                    <a:pt x="173236" y="181272"/>
                  </a:cubicBezTo>
                  <a:lnTo>
                    <a:pt x="176808" y="191541"/>
                  </a:lnTo>
                  <a:lnTo>
                    <a:pt x="191542" y="187970"/>
                  </a:lnTo>
                  <a:lnTo>
                    <a:pt x="189309" y="169217"/>
                  </a:lnTo>
                  <a:lnTo>
                    <a:pt x="126802" y="106263"/>
                  </a:lnTo>
                  <a:cubicBezTo>
                    <a:pt x="124420" y="103882"/>
                    <a:pt x="123974" y="101500"/>
                    <a:pt x="125462" y="99119"/>
                  </a:cubicBezTo>
                  <a:cubicBezTo>
                    <a:pt x="129629" y="91082"/>
                    <a:pt x="131713" y="82153"/>
                    <a:pt x="131713" y="72330"/>
                  </a:cubicBezTo>
                  <a:cubicBezTo>
                    <a:pt x="131713" y="55959"/>
                    <a:pt x="125909" y="41969"/>
                    <a:pt x="114300" y="30361"/>
                  </a:cubicBezTo>
                  <a:cubicBezTo>
                    <a:pt x="102691" y="18752"/>
                    <a:pt x="88702" y="12948"/>
                    <a:pt x="72331" y="12948"/>
                  </a:cubicBezTo>
                  <a:close/>
                  <a:moveTo>
                    <a:pt x="72331" y="0"/>
                  </a:moveTo>
                  <a:cubicBezTo>
                    <a:pt x="92274" y="0"/>
                    <a:pt x="109314" y="7069"/>
                    <a:pt x="123453" y="21208"/>
                  </a:cubicBezTo>
                  <a:cubicBezTo>
                    <a:pt x="137592" y="35346"/>
                    <a:pt x="144661" y="52387"/>
                    <a:pt x="144661" y="72330"/>
                  </a:cubicBezTo>
                  <a:cubicBezTo>
                    <a:pt x="144661" y="81260"/>
                    <a:pt x="142726" y="90636"/>
                    <a:pt x="138857" y="100459"/>
                  </a:cubicBezTo>
                  <a:lnTo>
                    <a:pt x="200025" y="161627"/>
                  </a:lnTo>
                  <a:cubicBezTo>
                    <a:pt x="201216" y="162818"/>
                    <a:pt x="201811" y="164157"/>
                    <a:pt x="201811" y="165645"/>
                  </a:cubicBezTo>
                  <a:lnTo>
                    <a:pt x="204490" y="192434"/>
                  </a:lnTo>
                  <a:cubicBezTo>
                    <a:pt x="205085" y="196304"/>
                    <a:pt x="203448" y="198536"/>
                    <a:pt x="199579" y="199132"/>
                  </a:cubicBezTo>
                  <a:lnTo>
                    <a:pt x="174129" y="204936"/>
                  </a:lnTo>
                  <a:cubicBezTo>
                    <a:pt x="173831" y="205234"/>
                    <a:pt x="173385" y="205382"/>
                    <a:pt x="172790" y="205382"/>
                  </a:cubicBezTo>
                  <a:cubicBezTo>
                    <a:pt x="169515" y="205382"/>
                    <a:pt x="167432" y="203894"/>
                    <a:pt x="166539" y="200918"/>
                  </a:cubicBezTo>
                  <a:lnTo>
                    <a:pt x="162967" y="189309"/>
                  </a:lnTo>
                  <a:lnTo>
                    <a:pt x="154484" y="188863"/>
                  </a:lnTo>
                  <a:cubicBezTo>
                    <a:pt x="152698" y="188863"/>
                    <a:pt x="151358" y="188267"/>
                    <a:pt x="150465" y="187077"/>
                  </a:cubicBezTo>
                  <a:lnTo>
                    <a:pt x="138410" y="175022"/>
                  </a:lnTo>
                  <a:cubicBezTo>
                    <a:pt x="136624" y="173236"/>
                    <a:pt x="136178" y="170854"/>
                    <a:pt x="137071" y="167878"/>
                  </a:cubicBezTo>
                  <a:lnTo>
                    <a:pt x="138857" y="163859"/>
                  </a:lnTo>
                  <a:lnTo>
                    <a:pt x="137964" y="162966"/>
                  </a:lnTo>
                  <a:lnTo>
                    <a:pt x="135731" y="164752"/>
                  </a:lnTo>
                  <a:cubicBezTo>
                    <a:pt x="132755" y="166538"/>
                    <a:pt x="129927" y="166390"/>
                    <a:pt x="127248" y="164306"/>
                  </a:cubicBezTo>
                  <a:lnTo>
                    <a:pt x="101799" y="138410"/>
                  </a:lnTo>
                  <a:cubicBezTo>
                    <a:pt x="91976" y="142577"/>
                    <a:pt x="82153" y="144661"/>
                    <a:pt x="72331" y="144661"/>
                  </a:cubicBezTo>
                  <a:cubicBezTo>
                    <a:pt x="52388" y="144661"/>
                    <a:pt x="35347" y="137666"/>
                    <a:pt x="21208" y="123676"/>
                  </a:cubicBezTo>
                  <a:cubicBezTo>
                    <a:pt x="7069" y="109686"/>
                    <a:pt x="0" y="92571"/>
                    <a:pt x="0" y="72330"/>
                  </a:cubicBezTo>
                  <a:cubicBezTo>
                    <a:pt x="0" y="52387"/>
                    <a:pt x="7069" y="35346"/>
                    <a:pt x="21208" y="21208"/>
                  </a:cubicBezTo>
                  <a:cubicBezTo>
                    <a:pt x="35347" y="7069"/>
                    <a:pt x="52388" y="0"/>
                    <a:pt x="72331" y="0"/>
                  </a:cubicBezTo>
                  <a:close/>
                </a:path>
              </a:pathLst>
            </a:custGeom>
            <a:solidFill>
              <a:srgbClr val="37BBE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endParaRPr lang="en-US">
                <a:solidFill>
                  <a:schemeClr val="bg1">
                    <a:lumMod val="8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1" name="Group 6"/>
          <p:cNvGrpSpPr/>
          <p:nvPr/>
        </p:nvGrpSpPr>
        <p:grpSpPr>
          <a:xfrm>
            <a:off x="8629669" y="2001997"/>
            <a:ext cx="2269165" cy="3275714"/>
            <a:chOff x="8856544" y="2029940"/>
            <a:chExt cx="2269165" cy="3275714"/>
          </a:xfrm>
        </p:grpSpPr>
        <p:sp>
          <p:nvSpPr>
            <p:cNvPr id="1048620" name="Rounded Rectangle 36"/>
            <p:cNvSpPr/>
            <p:nvPr/>
          </p:nvSpPr>
          <p:spPr>
            <a:xfrm>
              <a:off x="8856544" y="2029940"/>
              <a:ext cx="2269165" cy="3275714"/>
            </a:xfrm>
            <a:prstGeom prst="roundRect">
              <a:avLst>
                <a:gd name="adj" fmla="val 4016"/>
              </a:avLst>
            </a:prstGeom>
            <a:noFill/>
            <a:ln w="3175">
              <a:solidFill>
                <a:srgbClr val="37BBED"/>
              </a:solidFill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8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48621" name="Rectangle 37"/>
            <p:cNvSpPr/>
            <p:nvPr/>
          </p:nvSpPr>
          <p:spPr>
            <a:xfrm>
              <a:off x="8856544" y="4412519"/>
              <a:ext cx="2269165" cy="457200"/>
            </a:xfrm>
            <a:prstGeom prst="rect">
              <a:avLst/>
            </a:prstGeom>
            <a:solidFill>
              <a:srgbClr val="37BB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>
                    <a:lumMod val="8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48622" name="TextBox 38"/>
            <p:cNvSpPr txBox="1"/>
            <p:nvPr/>
          </p:nvSpPr>
          <p:spPr>
            <a:xfrm>
              <a:off x="9529688" y="2195103"/>
              <a:ext cx="792480" cy="345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cs typeface="+mn-ea"/>
                  <a:sym typeface="+mn-lt"/>
                </a:rPr>
                <a:t>F</a:t>
              </a:r>
              <a:r>
                <a:rPr lang="en-US" altLang="zh-CN" dirty="0">
                  <a:solidFill>
                    <a:schemeClr val="bg1">
                      <a:lumMod val="85000"/>
                    </a:schemeClr>
                  </a:solidFill>
                  <a:cs typeface="+mn-ea"/>
                  <a:sym typeface="+mn-lt"/>
                </a:rPr>
                <a:t>ourth</a:t>
              </a:r>
              <a:endParaRPr lang="en-US" b="1" dirty="0">
                <a:solidFill>
                  <a:schemeClr val="bg1">
                    <a:lumMod val="8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48623" name="Rectangle 40"/>
            <p:cNvSpPr/>
            <p:nvPr/>
          </p:nvSpPr>
          <p:spPr>
            <a:xfrm>
              <a:off x="9184130" y="3641654"/>
              <a:ext cx="161399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bg1">
                      <a:lumMod val="85000"/>
                    </a:schemeClr>
                  </a:solidFill>
                  <a:cs typeface="+mn-ea"/>
                  <a:sym typeface="+mn-lt"/>
                </a:rPr>
                <a:t>打印新图数据及图片</a:t>
              </a:r>
              <a:endParaRPr lang="en-US" sz="1600" dirty="0">
                <a:solidFill>
                  <a:schemeClr val="bg1">
                    <a:lumMod val="8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48624" name="Freeform 50"/>
            <p:cNvSpPr/>
            <p:nvPr/>
          </p:nvSpPr>
          <p:spPr>
            <a:xfrm>
              <a:off x="9630698" y="2751717"/>
              <a:ext cx="714360" cy="705079"/>
            </a:xfrm>
            <a:custGeom>
              <a:avLst/>
              <a:gdLst/>
              <a:ahLst/>
              <a:cxnLst/>
              <a:rect l="l" t="t" r="r" b="b"/>
              <a:pathLst>
                <a:path w="206276" h="203596">
                  <a:moveTo>
                    <a:pt x="95548" y="108049"/>
                  </a:moveTo>
                  <a:cubicBezTo>
                    <a:pt x="93762" y="108049"/>
                    <a:pt x="92199" y="108719"/>
                    <a:pt x="90860" y="110058"/>
                  </a:cubicBezTo>
                  <a:cubicBezTo>
                    <a:pt x="89520" y="111397"/>
                    <a:pt x="88850" y="112960"/>
                    <a:pt x="88850" y="114746"/>
                  </a:cubicBezTo>
                  <a:lnTo>
                    <a:pt x="88850" y="129927"/>
                  </a:lnTo>
                  <a:cubicBezTo>
                    <a:pt x="88850" y="134391"/>
                    <a:pt x="91083" y="136624"/>
                    <a:pt x="95548" y="136624"/>
                  </a:cubicBezTo>
                  <a:lnTo>
                    <a:pt x="110728" y="136624"/>
                  </a:lnTo>
                  <a:cubicBezTo>
                    <a:pt x="115193" y="136624"/>
                    <a:pt x="117426" y="134391"/>
                    <a:pt x="117426" y="129927"/>
                  </a:cubicBezTo>
                  <a:lnTo>
                    <a:pt x="117426" y="114746"/>
                  </a:lnTo>
                  <a:cubicBezTo>
                    <a:pt x="117426" y="112960"/>
                    <a:pt x="116756" y="111397"/>
                    <a:pt x="115416" y="110058"/>
                  </a:cubicBezTo>
                  <a:cubicBezTo>
                    <a:pt x="114077" y="108719"/>
                    <a:pt x="112514" y="108049"/>
                    <a:pt x="110728" y="108049"/>
                  </a:cubicBezTo>
                  <a:close/>
                  <a:moveTo>
                    <a:pt x="21878" y="54024"/>
                  </a:moveTo>
                  <a:cubicBezTo>
                    <a:pt x="19497" y="54024"/>
                    <a:pt x="17339" y="54992"/>
                    <a:pt x="15404" y="56926"/>
                  </a:cubicBezTo>
                  <a:cubicBezTo>
                    <a:pt x="13469" y="58861"/>
                    <a:pt x="12502" y="61019"/>
                    <a:pt x="12502" y="63400"/>
                  </a:cubicBezTo>
                  <a:lnTo>
                    <a:pt x="12502" y="117871"/>
                  </a:lnTo>
                  <a:lnTo>
                    <a:pt x="22771" y="117871"/>
                  </a:lnTo>
                  <a:cubicBezTo>
                    <a:pt x="24854" y="117871"/>
                    <a:pt x="25896" y="118913"/>
                    <a:pt x="25896" y="120997"/>
                  </a:cubicBezTo>
                  <a:cubicBezTo>
                    <a:pt x="25896" y="123080"/>
                    <a:pt x="24854" y="124122"/>
                    <a:pt x="22771" y="124122"/>
                  </a:cubicBezTo>
                  <a:lnTo>
                    <a:pt x="12502" y="124122"/>
                  </a:lnTo>
                  <a:lnTo>
                    <a:pt x="12502" y="181272"/>
                  </a:lnTo>
                  <a:cubicBezTo>
                    <a:pt x="12502" y="183951"/>
                    <a:pt x="13469" y="186184"/>
                    <a:pt x="15404" y="187970"/>
                  </a:cubicBezTo>
                  <a:cubicBezTo>
                    <a:pt x="17339" y="189755"/>
                    <a:pt x="19497" y="190648"/>
                    <a:pt x="21878" y="190648"/>
                  </a:cubicBezTo>
                  <a:lnTo>
                    <a:pt x="184398" y="190648"/>
                  </a:lnTo>
                  <a:cubicBezTo>
                    <a:pt x="186779" y="190648"/>
                    <a:pt x="188937" y="189755"/>
                    <a:pt x="190872" y="187970"/>
                  </a:cubicBezTo>
                  <a:cubicBezTo>
                    <a:pt x="192807" y="186184"/>
                    <a:pt x="193774" y="183951"/>
                    <a:pt x="193774" y="181272"/>
                  </a:cubicBezTo>
                  <a:lnTo>
                    <a:pt x="193774" y="124122"/>
                  </a:lnTo>
                  <a:lnTo>
                    <a:pt x="123676" y="124122"/>
                  </a:lnTo>
                  <a:lnTo>
                    <a:pt x="123676" y="130373"/>
                  </a:lnTo>
                  <a:cubicBezTo>
                    <a:pt x="123676" y="133647"/>
                    <a:pt x="122411" y="136549"/>
                    <a:pt x="119881" y="139079"/>
                  </a:cubicBezTo>
                  <a:cubicBezTo>
                    <a:pt x="117351" y="141610"/>
                    <a:pt x="114300" y="142875"/>
                    <a:pt x="110728" y="142875"/>
                  </a:cubicBezTo>
                  <a:lnTo>
                    <a:pt x="95548" y="142875"/>
                  </a:lnTo>
                  <a:cubicBezTo>
                    <a:pt x="91976" y="142875"/>
                    <a:pt x="88925" y="141610"/>
                    <a:pt x="86395" y="139079"/>
                  </a:cubicBezTo>
                  <a:cubicBezTo>
                    <a:pt x="83865" y="136549"/>
                    <a:pt x="82600" y="133647"/>
                    <a:pt x="82600" y="130373"/>
                  </a:cubicBezTo>
                  <a:lnTo>
                    <a:pt x="82600" y="124122"/>
                  </a:lnTo>
                  <a:lnTo>
                    <a:pt x="41523" y="124122"/>
                  </a:lnTo>
                  <a:cubicBezTo>
                    <a:pt x="39440" y="124122"/>
                    <a:pt x="38398" y="123080"/>
                    <a:pt x="38398" y="120997"/>
                  </a:cubicBezTo>
                  <a:cubicBezTo>
                    <a:pt x="38398" y="118913"/>
                    <a:pt x="39440" y="117871"/>
                    <a:pt x="41523" y="117871"/>
                  </a:cubicBezTo>
                  <a:lnTo>
                    <a:pt x="82600" y="117871"/>
                  </a:lnTo>
                  <a:lnTo>
                    <a:pt x="82600" y="114746"/>
                  </a:lnTo>
                  <a:cubicBezTo>
                    <a:pt x="82600" y="111174"/>
                    <a:pt x="83865" y="108123"/>
                    <a:pt x="86395" y="105593"/>
                  </a:cubicBezTo>
                  <a:cubicBezTo>
                    <a:pt x="88925" y="103063"/>
                    <a:pt x="91976" y="101798"/>
                    <a:pt x="95548" y="101798"/>
                  </a:cubicBezTo>
                  <a:lnTo>
                    <a:pt x="110728" y="101798"/>
                  </a:lnTo>
                  <a:cubicBezTo>
                    <a:pt x="114300" y="101798"/>
                    <a:pt x="117351" y="103063"/>
                    <a:pt x="119881" y="105593"/>
                  </a:cubicBezTo>
                  <a:cubicBezTo>
                    <a:pt x="122411" y="108123"/>
                    <a:pt x="123676" y="111174"/>
                    <a:pt x="123676" y="114746"/>
                  </a:cubicBezTo>
                  <a:lnTo>
                    <a:pt x="123676" y="117871"/>
                  </a:lnTo>
                  <a:lnTo>
                    <a:pt x="193774" y="117871"/>
                  </a:lnTo>
                  <a:lnTo>
                    <a:pt x="193774" y="63400"/>
                  </a:lnTo>
                  <a:cubicBezTo>
                    <a:pt x="193774" y="61019"/>
                    <a:pt x="192807" y="58861"/>
                    <a:pt x="190872" y="56926"/>
                  </a:cubicBezTo>
                  <a:cubicBezTo>
                    <a:pt x="188937" y="54992"/>
                    <a:pt x="186779" y="54024"/>
                    <a:pt x="184398" y="54024"/>
                  </a:cubicBezTo>
                  <a:close/>
                  <a:moveTo>
                    <a:pt x="89743" y="12948"/>
                  </a:moveTo>
                  <a:cubicBezTo>
                    <a:pt x="84981" y="12948"/>
                    <a:pt x="82600" y="15329"/>
                    <a:pt x="82600" y="20091"/>
                  </a:cubicBezTo>
                  <a:lnTo>
                    <a:pt x="82600" y="41523"/>
                  </a:lnTo>
                  <a:lnTo>
                    <a:pt x="123676" y="41523"/>
                  </a:lnTo>
                  <a:lnTo>
                    <a:pt x="123676" y="20091"/>
                  </a:lnTo>
                  <a:cubicBezTo>
                    <a:pt x="123676" y="15329"/>
                    <a:pt x="119807" y="12948"/>
                    <a:pt x="112068" y="12948"/>
                  </a:cubicBezTo>
                  <a:close/>
                  <a:moveTo>
                    <a:pt x="89743" y="0"/>
                  </a:moveTo>
                  <a:lnTo>
                    <a:pt x="115193" y="0"/>
                  </a:lnTo>
                  <a:cubicBezTo>
                    <a:pt x="121742" y="0"/>
                    <a:pt x="126950" y="1860"/>
                    <a:pt x="130820" y="5581"/>
                  </a:cubicBezTo>
                  <a:cubicBezTo>
                    <a:pt x="134690" y="9301"/>
                    <a:pt x="136624" y="14138"/>
                    <a:pt x="136624" y="20091"/>
                  </a:cubicBezTo>
                  <a:lnTo>
                    <a:pt x="136624" y="41523"/>
                  </a:lnTo>
                  <a:lnTo>
                    <a:pt x="184398" y="41523"/>
                  </a:lnTo>
                  <a:cubicBezTo>
                    <a:pt x="190351" y="41523"/>
                    <a:pt x="195486" y="43681"/>
                    <a:pt x="199802" y="47997"/>
                  </a:cubicBezTo>
                  <a:cubicBezTo>
                    <a:pt x="204118" y="52313"/>
                    <a:pt x="206276" y="57447"/>
                    <a:pt x="206276" y="63400"/>
                  </a:cubicBezTo>
                  <a:lnTo>
                    <a:pt x="206276" y="181272"/>
                  </a:lnTo>
                  <a:cubicBezTo>
                    <a:pt x="206276" y="187225"/>
                    <a:pt x="204118" y="192434"/>
                    <a:pt x="199802" y="196899"/>
                  </a:cubicBezTo>
                  <a:cubicBezTo>
                    <a:pt x="195486" y="201364"/>
                    <a:pt x="190351" y="203596"/>
                    <a:pt x="184398" y="203596"/>
                  </a:cubicBezTo>
                  <a:lnTo>
                    <a:pt x="21878" y="203596"/>
                  </a:lnTo>
                  <a:cubicBezTo>
                    <a:pt x="15925" y="203596"/>
                    <a:pt x="10790" y="201364"/>
                    <a:pt x="6474" y="196899"/>
                  </a:cubicBezTo>
                  <a:cubicBezTo>
                    <a:pt x="2158" y="192434"/>
                    <a:pt x="0" y="187225"/>
                    <a:pt x="0" y="181272"/>
                  </a:cubicBezTo>
                  <a:lnTo>
                    <a:pt x="0" y="63400"/>
                  </a:lnTo>
                  <a:cubicBezTo>
                    <a:pt x="0" y="57447"/>
                    <a:pt x="2158" y="52313"/>
                    <a:pt x="6474" y="47997"/>
                  </a:cubicBezTo>
                  <a:cubicBezTo>
                    <a:pt x="10790" y="43681"/>
                    <a:pt x="15925" y="41523"/>
                    <a:pt x="21878" y="41523"/>
                  </a:cubicBezTo>
                  <a:lnTo>
                    <a:pt x="69652" y="41523"/>
                  </a:lnTo>
                  <a:lnTo>
                    <a:pt x="69652" y="20091"/>
                  </a:lnTo>
                  <a:cubicBezTo>
                    <a:pt x="69652" y="14138"/>
                    <a:pt x="71363" y="9301"/>
                    <a:pt x="74786" y="5581"/>
                  </a:cubicBezTo>
                  <a:cubicBezTo>
                    <a:pt x="78209" y="1860"/>
                    <a:pt x="83195" y="0"/>
                    <a:pt x="89743" y="0"/>
                  </a:cubicBezTo>
                  <a:close/>
                </a:path>
              </a:pathLst>
            </a:custGeom>
            <a:solidFill>
              <a:srgbClr val="37BBE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endParaRPr lang="en-US">
                <a:solidFill>
                  <a:schemeClr val="bg1">
                    <a:lumMod val="8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1"/>
          <p:cNvGrpSpPr/>
          <p:nvPr/>
        </p:nvGrpSpPr>
        <p:grpSpPr>
          <a:xfrm>
            <a:off x="263353" y="-315635"/>
            <a:ext cx="11928647" cy="7173635"/>
            <a:chOff x="263352" y="-315635"/>
            <a:chExt cx="11928647" cy="7173635"/>
          </a:xfrm>
        </p:grpSpPr>
        <p:pic>
          <p:nvPicPr>
            <p:cNvPr id="2097152" name="图片 27" descr="图片包含 就坐, 黑色, 建筑物, 户外&#10;&#10;已生成高可信度的说明"/>
            <p:cNvPicPr>
              <a:picLocks noChangeAspect="1"/>
            </p:cNvPicPr>
            <p:nvPr/>
          </p:nvPicPr>
          <p:blipFill rotWithShape="1">
            <a:blip r:embed="rId7" cstate="screen"/>
            <a:srcRect/>
            <a:stretch>
              <a:fillRect/>
            </a:stretch>
          </p:blipFill>
          <p:spPr>
            <a:xfrm rot="15300000">
              <a:off x="392931" y="-390354"/>
              <a:ext cx="1819802" cy="1969240"/>
            </a:xfrm>
            <a:prstGeom prst="rect">
              <a:avLst/>
            </a:prstGeom>
          </p:spPr>
        </p:pic>
        <p:sp>
          <p:nvSpPr>
            <p:cNvPr id="1048584" name="文本框 2"/>
            <p:cNvSpPr txBox="1"/>
            <p:nvPr/>
          </p:nvSpPr>
          <p:spPr>
            <a:xfrm>
              <a:off x="648033" y="332656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tx2"/>
                  </a:solidFill>
                  <a:cs typeface="+mn-ea"/>
                  <a:sym typeface="+mn-lt"/>
                </a:rPr>
                <a:t>设计思路</a:t>
              </a:r>
            </a:p>
          </p:txBody>
        </p:sp>
        <p:grpSp>
          <p:nvGrpSpPr>
            <p:cNvPr id="29" name="组合 40"/>
            <p:cNvGrpSpPr/>
            <p:nvPr/>
          </p:nvGrpSpPr>
          <p:grpSpPr>
            <a:xfrm rot="10800000" flipV="1">
              <a:off x="263352" y="984158"/>
              <a:ext cx="11745783" cy="45719"/>
              <a:chOff x="3182554" y="3904019"/>
              <a:chExt cx="5543625" cy="45719"/>
            </a:xfrm>
          </p:grpSpPr>
          <p:sp>
            <p:nvSpPr>
              <p:cNvPr id="1048585" name="PA_矩形 11"/>
              <p:cNvSpPr/>
              <p:nvPr>
                <p:custDataLst>
                  <p:tags r:id="rId2"/>
                </p:custDataLst>
              </p:nvPr>
            </p:nvSpPr>
            <p:spPr>
              <a:xfrm>
                <a:off x="5030429" y="3904019"/>
                <a:ext cx="1847875" cy="45719"/>
              </a:xfrm>
              <a:prstGeom prst="rect">
                <a:avLst/>
              </a:prstGeom>
              <a:solidFill>
                <a:srgbClr val="52CBCE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8586" name="PA_矩形 11"/>
              <p:cNvSpPr/>
              <p:nvPr>
                <p:custDataLst>
                  <p:tags r:id="rId3"/>
                </p:custDataLst>
              </p:nvPr>
            </p:nvSpPr>
            <p:spPr>
              <a:xfrm>
                <a:off x="6878304" y="3904019"/>
                <a:ext cx="1847875" cy="45719"/>
              </a:xfrm>
              <a:prstGeom prst="rect">
                <a:avLst/>
              </a:prstGeom>
              <a:solidFill>
                <a:srgbClr val="585B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8587" name="PA_矩形 11"/>
              <p:cNvSpPr/>
              <p:nvPr>
                <p:custDataLst>
                  <p:tags r:id="rId4"/>
                </p:custDataLst>
              </p:nvPr>
            </p:nvSpPr>
            <p:spPr>
              <a:xfrm>
                <a:off x="3182554" y="3904019"/>
                <a:ext cx="1847875" cy="45719"/>
              </a:xfrm>
              <a:prstGeom prst="rect">
                <a:avLst/>
              </a:prstGeom>
              <a:solidFill>
                <a:srgbClr val="00BCE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pic>
          <p:nvPicPr>
            <p:cNvPr id="2097153" name="图片 28" descr="图片包含 就坐, 黑色, 建筑物, 户外&#10;&#10;已生成高可信度的说明"/>
            <p:cNvPicPr>
              <a:picLocks noChangeAspect="1"/>
            </p:cNvPicPr>
            <p:nvPr/>
          </p:nvPicPr>
          <p:blipFill rotWithShape="1">
            <a:blip r:embed="rId8" cstate="screen"/>
            <a:srcRect/>
            <a:stretch>
              <a:fillRect/>
            </a:stretch>
          </p:blipFill>
          <p:spPr>
            <a:xfrm flipH="1">
              <a:off x="9739942" y="1484784"/>
              <a:ext cx="2452057" cy="5373216"/>
            </a:xfrm>
            <a:prstGeom prst="rect">
              <a:avLst/>
            </a:prstGeom>
          </p:spPr>
        </p:pic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20" y="2780928"/>
            <a:ext cx="10924359" cy="148363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1"/>
          <p:cNvGrpSpPr/>
          <p:nvPr/>
        </p:nvGrpSpPr>
        <p:grpSpPr>
          <a:xfrm>
            <a:off x="263351" y="-172125"/>
            <a:ext cx="11928648" cy="7173635"/>
            <a:chOff x="263351" y="-315635"/>
            <a:chExt cx="11928648" cy="7173635"/>
          </a:xfrm>
        </p:grpSpPr>
        <p:pic>
          <p:nvPicPr>
            <p:cNvPr id="2097155" name="图片 27" descr="图片包含 就坐, 黑色, 建筑物, 户外&#10;&#10;已生成高可信度的说明"/>
            <p:cNvPicPr>
              <a:picLocks noChangeAspect="1"/>
            </p:cNvPicPr>
            <p:nvPr/>
          </p:nvPicPr>
          <p:blipFill rotWithShape="1">
            <a:blip r:embed="rId7" cstate="screen"/>
            <a:srcRect/>
            <a:stretch>
              <a:fillRect/>
            </a:stretch>
          </p:blipFill>
          <p:spPr>
            <a:xfrm rot="15300000">
              <a:off x="392931" y="-390354"/>
              <a:ext cx="1819802" cy="1969240"/>
            </a:xfrm>
            <a:prstGeom prst="rect">
              <a:avLst/>
            </a:prstGeom>
          </p:spPr>
        </p:pic>
        <p:sp>
          <p:nvSpPr>
            <p:cNvPr id="1048593" name="文本框 2"/>
            <p:cNvSpPr txBox="1"/>
            <p:nvPr/>
          </p:nvSpPr>
          <p:spPr>
            <a:xfrm>
              <a:off x="307637" y="71046"/>
              <a:ext cx="382668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bg1"/>
                  </a:solidFill>
                  <a:cs typeface="+mn-ea"/>
                  <a:sym typeface="+mn-lt"/>
                </a:rPr>
                <a:t>代码</a:t>
              </a:r>
              <a:r>
                <a:rPr lang="en-US" altLang="zh-CN" sz="2800" b="1" dirty="0">
                  <a:solidFill>
                    <a:schemeClr val="bg1"/>
                  </a:solidFill>
                  <a:cs typeface="+mn-ea"/>
                  <a:sym typeface="+mn-lt"/>
                </a:rPr>
                <a:t>		</a:t>
              </a:r>
              <a:r>
                <a:rPr lang="zh-CN" altLang="en-US" sz="2800" b="1" dirty="0">
                  <a:solidFill>
                    <a:schemeClr val="bg1"/>
                  </a:solidFill>
                  <a:cs typeface="+mn-ea"/>
                  <a:sym typeface="+mn-lt"/>
                </a:rPr>
                <a:t>主函数部分</a:t>
              </a:r>
            </a:p>
          </p:txBody>
        </p:sp>
        <p:grpSp>
          <p:nvGrpSpPr>
            <p:cNvPr id="42" name="组合 40"/>
            <p:cNvGrpSpPr/>
            <p:nvPr/>
          </p:nvGrpSpPr>
          <p:grpSpPr>
            <a:xfrm rot="10800000" flipV="1">
              <a:off x="263351" y="688771"/>
              <a:ext cx="11665299" cy="49644"/>
              <a:chOff x="3220540" y="3608632"/>
              <a:chExt cx="5505639" cy="49644"/>
            </a:xfrm>
          </p:grpSpPr>
          <p:sp>
            <p:nvSpPr>
              <p:cNvPr id="1048594" name="PA_矩形 11"/>
              <p:cNvSpPr/>
              <p:nvPr>
                <p:custDataLst>
                  <p:tags r:id="rId2"/>
                </p:custDataLst>
              </p:nvPr>
            </p:nvSpPr>
            <p:spPr>
              <a:xfrm>
                <a:off x="5040610" y="3610595"/>
                <a:ext cx="1847875" cy="45719"/>
              </a:xfrm>
              <a:prstGeom prst="rect">
                <a:avLst/>
              </a:prstGeom>
              <a:solidFill>
                <a:srgbClr val="52CBCE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8595" name="PA_矩形 11"/>
              <p:cNvSpPr/>
              <p:nvPr>
                <p:custDataLst>
                  <p:tags r:id="rId3"/>
                </p:custDataLst>
              </p:nvPr>
            </p:nvSpPr>
            <p:spPr>
              <a:xfrm>
                <a:off x="6878304" y="3612557"/>
                <a:ext cx="1847875" cy="45719"/>
              </a:xfrm>
              <a:prstGeom prst="rect">
                <a:avLst/>
              </a:prstGeom>
              <a:solidFill>
                <a:srgbClr val="585B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8596" name="PA_矩形 11"/>
              <p:cNvSpPr/>
              <p:nvPr>
                <p:custDataLst>
                  <p:tags r:id="rId4"/>
                </p:custDataLst>
              </p:nvPr>
            </p:nvSpPr>
            <p:spPr>
              <a:xfrm>
                <a:off x="3220540" y="3608632"/>
                <a:ext cx="1847875" cy="45719"/>
              </a:xfrm>
              <a:prstGeom prst="rect">
                <a:avLst/>
              </a:prstGeom>
              <a:solidFill>
                <a:srgbClr val="00BCE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pic>
          <p:nvPicPr>
            <p:cNvPr id="2097156" name="图片 28" descr="图片包含 就坐, 黑色, 建筑物, 户外&#10;&#10;已生成高可信度的说明"/>
            <p:cNvPicPr>
              <a:picLocks noChangeAspect="1"/>
            </p:cNvPicPr>
            <p:nvPr/>
          </p:nvPicPr>
          <p:blipFill rotWithShape="1">
            <a:blip r:embed="rId8" cstate="screen"/>
            <a:srcRect/>
            <a:stretch>
              <a:fillRect/>
            </a:stretch>
          </p:blipFill>
          <p:spPr>
            <a:xfrm flipH="1">
              <a:off x="9739942" y="1484784"/>
              <a:ext cx="2452057" cy="5373216"/>
            </a:xfrm>
            <a:prstGeom prst="rect">
              <a:avLst/>
            </a:prstGeom>
          </p:spPr>
        </p:pic>
      </p:grpSp>
      <p:sp>
        <p:nvSpPr>
          <p:cNvPr id="2" name="文本框 1"/>
          <p:cNvSpPr txBox="1"/>
          <p:nvPr/>
        </p:nvSpPr>
        <p:spPr>
          <a:xfrm>
            <a:off x="263351" y="832920"/>
            <a:ext cx="9669072" cy="6170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int main()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{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	BITMAPFILEHEADER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fileheader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;    </a:t>
            </a:r>
            <a:r>
              <a:rPr lang="en-US" altLang="zh-CN" sz="16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en-US" sz="16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定义文件头结构体为</a:t>
            </a:r>
            <a:r>
              <a:rPr lang="en-US" altLang="zh-CN" sz="1600" dirty="0" err="1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fileheader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	BITMAPINFOHEADER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infoheader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;    </a:t>
            </a:r>
            <a:r>
              <a:rPr lang="en-US" altLang="zh-CN" sz="16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en-US" sz="16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定义信息头 结构体为</a:t>
            </a:r>
            <a:r>
              <a:rPr lang="en-US" altLang="zh-CN" sz="1600" dirty="0" err="1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infoheader</a:t>
            </a:r>
            <a:endParaRPr lang="en-US" altLang="zh-CN" sz="1600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	FILE*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fp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=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fopen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("D:\\view_256.bmp","rb");  </a:t>
            </a:r>
            <a:r>
              <a:rPr lang="en-US" altLang="zh-CN" sz="16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en-US" sz="16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读取文件</a:t>
            </a:r>
            <a:r>
              <a:rPr lang="zh-CN" altLang="en-US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	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if(NULL==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fp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	{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	                   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printf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("failed to open the txt\n");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                            return 0;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	}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	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fread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(&amp;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fileheader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,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sizeof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(BITMAPFILEHEADER), 1,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fp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);    </a:t>
            </a:r>
            <a:r>
              <a:rPr lang="en-US" altLang="zh-CN" sz="16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en-US" sz="16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读取文件头</a:t>
            </a:r>
            <a:endParaRPr lang="zh-CN" altLang="en-US" sz="1600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	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fread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(&amp;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infoheader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,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sizeof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(BITMAPINFOHEADER), 1,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fp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);    </a:t>
            </a:r>
            <a:r>
              <a:rPr lang="en-US" altLang="zh-CN" sz="16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en-US" sz="16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读取信息头</a:t>
            </a:r>
            <a:endParaRPr lang="zh-CN" altLang="en-US" sz="1600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	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printf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("</a:t>
            </a:r>
            <a:r>
              <a:rPr lang="zh-CN" altLang="en-US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图像旋转前的各项信息为：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\n ");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	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putpicture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fileheader,infoheader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);</a:t>
            </a:r>
            <a:r>
              <a:rPr lang="en-US" altLang="zh-CN" sz="16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en-US" sz="16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打印原图文件头信息</a:t>
            </a:r>
            <a:r>
              <a:rPr lang="zh-CN" altLang="en-US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	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printf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("\n");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	rotate(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fileheader,infoheader,fp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);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	system("test1.bmp");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	return 0;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  <a:endParaRPr lang="zh-CN" altLang="en-US" sz="1600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组合 1"/>
          <p:cNvGrpSpPr/>
          <p:nvPr/>
        </p:nvGrpSpPr>
        <p:grpSpPr>
          <a:xfrm>
            <a:off x="271935" y="-315635"/>
            <a:ext cx="11928647" cy="7173635"/>
            <a:chOff x="263352" y="-315635"/>
            <a:chExt cx="11928647" cy="7173635"/>
          </a:xfrm>
        </p:grpSpPr>
        <p:pic>
          <p:nvPicPr>
            <p:cNvPr id="2097159" name="图片 27" descr="图片包含 就坐, 黑色, 建筑物, 户外&#10;&#10;已生成高可信度的说明"/>
            <p:cNvPicPr>
              <a:picLocks noChangeAspect="1"/>
            </p:cNvPicPr>
            <p:nvPr/>
          </p:nvPicPr>
          <p:blipFill rotWithShape="1">
            <a:blip r:embed="rId7" cstate="screen"/>
            <a:srcRect/>
            <a:stretch>
              <a:fillRect/>
            </a:stretch>
          </p:blipFill>
          <p:spPr>
            <a:xfrm rot="15300000">
              <a:off x="392931" y="-390354"/>
              <a:ext cx="1819802" cy="1969240"/>
            </a:xfrm>
            <a:prstGeom prst="rect">
              <a:avLst/>
            </a:prstGeom>
          </p:spPr>
        </p:pic>
        <p:sp>
          <p:nvSpPr>
            <p:cNvPr id="1048628" name="文本框 2"/>
            <p:cNvSpPr txBox="1"/>
            <p:nvPr/>
          </p:nvSpPr>
          <p:spPr>
            <a:xfrm>
              <a:off x="476332" y="332656"/>
              <a:ext cx="791037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800" b="1" dirty="0">
                  <a:solidFill>
                    <a:schemeClr val="bg1"/>
                  </a:solidFill>
                  <a:cs typeface="+mn-ea"/>
                  <a:sym typeface="+mn-lt"/>
                </a:rPr>
                <a:t>代码</a:t>
              </a:r>
              <a:r>
                <a:rPr lang="en-US" altLang="zh-CN" sz="2800" b="1" dirty="0">
                  <a:solidFill>
                    <a:schemeClr val="bg1"/>
                  </a:solidFill>
                  <a:cs typeface="+mn-ea"/>
                  <a:sym typeface="+mn-lt"/>
                </a:rPr>
                <a:t>	 </a:t>
              </a:r>
              <a:r>
                <a:rPr lang="zh-CN" altLang="en-US" sz="2800" b="1" dirty="0">
                  <a:solidFill>
                    <a:schemeClr val="bg1"/>
                  </a:solidFill>
                  <a:cs typeface="+mn-ea"/>
                  <a:sym typeface="+mn-lt"/>
                </a:rPr>
                <a:t>打印图片信息部分</a:t>
              </a:r>
              <a:r>
                <a:rPr lang="en-US" altLang="zh-CN" sz="2800" b="1" dirty="0">
                  <a:solidFill>
                    <a:schemeClr val="bg1"/>
                  </a:solidFill>
                  <a:cs typeface="+mn-ea"/>
                  <a:sym typeface="+mn-lt"/>
                </a:rPr>
                <a:t>   void </a:t>
              </a:r>
              <a:r>
                <a:rPr lang="en-US" altLang="zh-CN" sz="2800" b="1" dirty="0" err="1">
                  <a:solidFill>
                    <a:schemeClr val="bg1"/>
                  </a:solidFill>
                  <a:cs typeface="+mn-ea"/>
                  <a:sym typeface="+mn-lt"/>
                </a:rPr>
                <a:t>putpicture</a:t>
              </a:r>
              <a:r>
                <a:rPr lang="zh-CN" altLang="en-US" sz="2800" b="1" dirty="0">
                  <a:solidFill>
                    <a:schemeClr val="bg1"/>
                  </a:solidFill>
                  <a:cs typeface="+mn-ea"/>
                  <a:sym typeface="+mn-lt"/>
                </a:rPr>
                <a:t>（）</a:t>
              </a:r>
            </a:p>
          </p:txBody>
        </p:sp>
        <p:grpSp>
          <p:nvGrpSpPr>
            <p:cNvPr id="56" name="组合 40"/>
            <p:cNvGrpSpPr/>
            <p:nvPr/>
          </p:nvGrpSpPr>
          <p:grpSpPr>
            <a:xfrm rot="10800000" flipV="1">
              <a:off x="263352" y="984158"/>
              <a:ext cx="11745783" cy="45719"/>
              <a:chOff x="3182554" y="3904019"/>
              <a:chExt cx="5543625" cy="45719"/>
            </a:xfrm>
          </p:grpSpPr>
          <p:sp>
            <p:nvSpPr>
              <p:cNvPr id="1048629" name="PA_矩形 11"/>
              <p:cNvSpPr/>
              <p:nvPr>
                <p:custDataLst>
                  <p:tags r:id="rId2"/>
                </p:custDataLst>
              </p:nvPr>
            </p:nvSpPr>
            <p:spPr>
              <a:xfrm>
                <a:off x="5030429" y="3904019"/>
                <a:ext cx="1847875" cy="45719"/>
              </a:xfrm>
              <a:prstGeom prst="rect">
                <a:avLst/>
              </a:prstGeom>
              <a:solidFill>
                <a:srgbClr val="52CBCE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8630" name="PA_矩形 11"/>
              <p:cNvSpPr/>
              <p:nvPr>
                <p:custDataLst>
                  <p:tags r:id="rId3"/>
                </p:custDataLst>
              </p:nvPr>
            </p:nvSpPr>
            <p:spPr>
              <a:xfrm>
                <a:off x="6878304" y="3904019"/>
                <a:ext cx="1847875" cy="45719"/>
              </a:xfrm>
              <a:prstGeom prst="rect">
                <a:avLst/>
              </a:prstGeom>
              <a:solidFill>
                <a:srgbClr val="585B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8631" name="PA_矩形 11"/>
              <p:cNvSpPr/>
              <p:nvPr>
                <p:custDataLst>
                  <p:tags r:id="rId4"/>
                </p:custDataLst>
              </p:nvPr>
            </p:nvSpPr>
            <p:spPr>
              <a:xfrm>
                <a:off x="3182554" y="3904019"/>
                <a:ext cx="1847875" cy="45719"/>
              </a:xfrm>
              <a:prstGeom prst="rect">
                <a:avLst/>
              </a:prstGeom>
              <a:solidFill>
                <a:srgbClr val="00BCE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pic>
          <p:nvPicPr>
            <p:cNvPr id="2097160" name="图片 28" descr="图片包含 就坐, 黑色, 建筑物, 户外&#10;&#10;已生成高可信度的说明"/>
            <p:cNvPicPr>
              <a:picLocks noChangeAspect="1"/>
            </p:cNvPicPr>
            <p:nvPr/>
          </p:nvPicPr>
          <p:blipFill rotWithShape="1">
            <a:blip r:embed="rId8" cstate="screen"/>
            <a:srcRect/>
            <a:stretch>
              <a:fillRect/>
            </a:stretch>
          </p:blipFill>
          <p:spPr>
            <a:xfrm flipH="1">
              <a:off x="9739942" y="1484784"/>
              <a:ext cx="2452057" cy="5373216"/>
            </a:xfrm>
            <a:prstGeom prst="rect">
              <a:avLst/>
            </a:prstGeom>
          </p:spPr>
        </p:pic>
      </p:grpSp>
      <p:sp>
        <p:nvSpPr>
          <p:cNvPr id="2" name="文本框 1"/>
          <p:cNvSpPr txBox="1"/>
          <p:nvPr/>
        </p:nvSpPr>
        <p:spPr>
          <a:xfrm>
            <a:off x="266527" y="1310782"/>
            <a:ext cx="11521280" cy="2453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void 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putpicture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(BITMAPFILEHEADER 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fileheader,BITMAPINFOHEADER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infoheader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  <a:endParaRPr lang="zh-CN" altLang="en-US" sz="2000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{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	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printf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("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bfSize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: %u\n 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bfoffBits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: %u\n ",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fileheader.bfSize,fileheader.bfOffBits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);  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	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printf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("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biWidth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: %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ld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\n 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biHeight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: %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ld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\n ",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infoheader.biWidth,infoheader.biHeight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);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	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printf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("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biBitCount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: %u\n 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biPlanes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: %u\n ",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infoheader.biBitCount,infoheader.biPlanes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);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}     </a:t>
            </a:r>
            <a:r>
              <a:rPr lang="en-US" altLang="zh-CN" sz="20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//BITMAPFILEHEADER</a:t>
            </a:r>
            <a:r>
              <a:rPr lang="zh-CN" altLang="en-US" sz="20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BITMAPINFOHEADER </a:t>
            </a:r>
            <a:r>
              <a:rPr lang="zh-CN" altLang="en-US" sz="20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结构体包含于</a:t>
            </a:r>
            <a:r>
              <a:rPr lang="en-US" altLang="zh-CN" sz="20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windows</a:t>
            </a:r>
            <a:r>
              <a:rPr lang="zh-CN" altLang="en-US" sz="20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的头文件中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组合 1"/>
          <p:cNvGrpSpPr/>
          <p:nvPr/>
        </p:nvGrpSpPr>
        <p:grpSpPr>
          <a:xfrm>
            <a:off x="266527" y="-315635"/>
            <a:ext cx="11928647" cy="7173635"/>
            <a:chOff x="263352" y="-315635"/>
            <a:chExt cx="11928647" cy="7173635"/>
          </a:xfrm>
        </p:grpSpPr>
        <p:pic>
          <p:nvPicPr>
            <p:cNvPr id="2097159" name="图片 27" descr="图片包含 就坐, 黑色, 建筑物, 户外&#10;&#10;已生成高可信度的说明"/>
            <p:cNvPicPr>
              <a:picLocks noChangeAspect="1"/>
            </p:cNvPicPr>
            <p:nvPr/>
          </p:nvPicPr>
          <p:blipFill rotWithShape="1">
            <a:blip r:embed="rId7" cstate="screen"/>
            <a:srcRect/>
            <a:stretch>
              <a:fillRect/>
            </a:stretch>
          </p:blipFill>
          <p:spPr>
            <a:xfrm rot="15300000">
              <a:off x="392931" y="-390354"/>
              <a:ext cx="1819802" cy="1969240"/>
            </a:xfrm>
            <a:prstGeom prst="rect">
              <a:avLst/>
            </a:prstGeom>
          </p:spPr>
        </p:pic>
        <p:sp>
          <p:nvSpPr>
            <p:cNvPr id="1048628" name="文本框 2"/>
            <p:cNvSpPr txBox="1"/>
            <p:nvPr/>
          </p:nvSpPr>
          <p:spPr>
            <a:xfrm>
              <a:off x="476332" y="332656"/>
              <a:ext cx="66112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800" b="1" dirty="0">
                  <a:solidFill>
                    <a:schemeClr val="bg1"/>
                  </a:solidFill>
                  <a:cs typeface="+mn-ea"/>
                  <a:sym typeface="+mn-lt"/>
                </a:rPr>
                <a:t>代码</a:t>
              </a:r>
              <a:r>
                <a:rPr lang="en-US" altLang="zh-CN" sz="2800" b="1" dirty="0">
                  <a:solidFill>
                    <a:schemeClr val="bg1"/>
                  </a:solidFill>
                  <a:cs typeface="+mn-ea"/>
                  <a:sym typeface="+mn-lt"/>
                </a:rPr>
                <a:t>	  </a:t>
              </a:r>
              <a:r>
                <a:rPr lang="zh-CN" altLang="en-US" sz="2800" b="1" dirty="0">
                  <a:solidFill>
                    <a:schemeClr val="bg1"/>
                  </a:solidFill>
                  <a:cs typeface="+mn-ea"/>
                  <a:sym typeface="+mn-lt"/>
                </a:rPr>
                <a:t>旋转图片部分  </a:t>
              </a:r>
              <a:r>
                <a:rPr lang="en-US" altLang="zh-CN" sz="2800" b="1" dirty="0">
                  <a:solidFill>
                    <a:schemeClr val="bg1"/>
                  </a:solidFill>
                  <a:cs typeface="+mn-ea"/>
                  <a:sym typeface="+mn-lt"/>
                </a:rPr>
                <a:t>  </a:t>
              </a:r>
              <a:r>
                <a:rPr lang="zh-CN" altLang="en-US" sz="2800" b="1" dirty="0">
                  <a:solidFill>
                    <a:schemeClr val="bg1"/>
                  </a:solidFill>
                  <a:cs typeface="+mn-ea"/>
                  <a:sym typeface="+mn-lt"/>
                </a:rPr>
                <a:t>void </a:t>
              </a:r>
              <a:r>
                <a:rPr lang="en-US" altLang="zh-CN" sz="2800" b="1" dirty="0">
                  <a:solidFill>
                    <a:schemeClr val="bg1"/>
                  </a:solidFill>
                  <a:cs typeface="+mn-ea"/>
                  <a:sym typeface="+mn-lt"/>
                </a:rPr>
                <a:t>rotate</a:t>
              </a:r>
              <a:r>
                <a:rPr lang="zh-CN" altLang="en-US" sz="2800" b="1" dirty="0">
                  <a:solidFill>
                    <a:schemeClr val="bg1"/>
                  </a:solidFill>
                  <a:cs typeface="+mn-ea"/>
                  <a:sym typeface="+mn-lt"/>
                </a:rPr>
                <a:t>（）</a:t>
              </a:r>
            </a:p>
          </p:txBody>
        </p:sp>
        <p:grpSp>
          <p:nvGrpSpPr>
            <p:cNvPr id="56" name="组合 40"/>
            <p:cNvGrpSpPr/>
            <p:nvPr/>
          </p:nvGrpSpPr>
          <p:grpSpPr>
            <a:xfrm rot="10800000" flipV="1">
              <a:off x="263352" y="984158"/>
              <a:ext cx="11745783" cy="45719"/>
              <a:chOff x="3182554" y="3904019"/>
              <a:chExt cx="5543625" cy="45719"/>
            </a:xfrm>
          </p:grpSpPr>
          <p:sp>
            <p:nvSpPr>
              <p:cNvPr id="1048629" name="PA_矩形 11"/>
              <p:cNvSpPr/>
              <p:nvPr>
                <p:custDataLst>
                  <p:tags r:id="rId2"/>
                </p:custDataLst>
              </p:nvPr>
            </p:nvSpPr>
            <p:spPr>
              <a:xfrm>
                <a:off x="5030429" y="3904019"/>
                <a:ext cx="1847875" cy="45719"/>
              </a:xfrm>
              <a:prstGeom prst="rect">
                <a:avLst/>
              </a:prstGeom>
              <a:solidFill>
                <a:srgbClr val="52CBCE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8630" name="PA_矩形 11"/>
              <p:cNvSpPr/>
              <p:nvPr>
                <p:custDataLst>
                  <p:tags r:id="rId3"/>
                </p:custDataLst>
              </p:nvPr>
            </p:nvSpPr>
            <p:spPr>
              <a:xfrm>
                <a:off x="6878304" y="3904019"/>
                <a:ext cx="1847875" cy="45719"/>
              </a:xfrm>
              <a:prstGeom prst="rect">
                <a:avLst/>
              </a:prstGeom>
              <a:solidFill>
                <a:srgbClr val="585B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8631" name="PA_矩形 11"/>
              <p:cNvSpPr/>
              <p:nvPr>
                <p:custDataLst>
                  <p:tags r:id="rId4"/>
                </p:custDataLst>
              </p:nvPr>
            </p:nvSpPr>
            <p:spPr>
              <a:xfrm>
                <a:off x="3182554" y="3904019"/>
                <a:ext cx="1847875" cy="45719"/>
              </a:xfrm>
              <a:prstGeom prst="rect">
                <a:avLst/>
              </a:prstGeom>
              <a:solidFill>
                <a:srgbClr val="00BCE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pic>
          <p:nvPicPr>
            <p:cNvPr id="2097160" name="图片 28" descr="图片包含 就坐, 黑色, 建筑物, 户外&#10;&#10;已生成高可信度的说明"/>
            <p:cNvPicPr>
              <a:picLocks noChangeAspect="1"/>
            </p:cNvPicPr>
            <p:nvPr/>
          </p:nvPicPr>
          <p:blipFill rotWithShape="1">
            <a:blip r:embed="rId8" cstate="screen"/>
            <a:srcRect/>
            <a:stretch>
              <a:fillRect/>
            </a:stretch>
          </p:blipFill>
          <p:spPr>
            <a:xfrm flipH="1">
              <a:off x="9739942" y="1484784"/>
              <a:ext cx="2452057" cy="5373216"/>
            </a:xfrm>
            <a:prstGeom prst="rect">
              <a:avLst/>
            </a:prstGeom>
          </p:spPr>
        </p:pic>
      </p:grpSp>
      <p:sp>
        <p:nvSpPr>
          <p:cNvPr id="2" name="文本框 1"/>
          <p:cNvSpPr txBox="1"/>
          <p:nvPr/>
        </p:nvSpPr>
        <p:spPr>
          <a:xfrm>
            <a:off x="479507" y="1268760"/>
            <a:ext cx="9936973" cy="5096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void rotate(BITMAPFILEHEADER </a:t>
            </a:r>
            <a:r>
              <a:rPr lang="en-US" altLang="zh-CN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fileheader,BITMAPINFOHEADER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infoheader,FILE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*</a:t>
            </a:r>
            <a:r>
              <a:rPr lang="en-US" altLang="zh-CN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fp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{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	int width = </a:t>
            </a:r>
            <a:r>
              <a:rPr lang="en-US" altLang="zh-CN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infoheader.biWidth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;                                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en-US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宽度</a:t>
            </a:r>
            <a:endParaRPr lang="zh-CN" altLang="en-US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	int height = </a:t>
            </a:r>
            <a:r>
              <a:rPr lang="en-US" altLang="zh-CN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infoheader.biHeight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;                             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en-US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高度</a:t>
            </a:r>
            <a:endParaRPr lang="zh-CN" altLang="en-US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	int </a:t>
            </a:r>
            <a:r>
              <a:rPr lang="en-US" altLang="zh-CN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BitCount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= </a:t>
            </a:r>
            <a:r>
              <a:rPr lang="en-US" altLang="zh-CN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infoheader.biBitCount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;                     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en-US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图像位数</a:t>
            </a:r>
            <a:endParaRPr lang="zh-CN" altLang="en-US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	int </a:t>
            </a:r>
            <a:r>
              <a:rPr lang="en-US" altLang="zh-CN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lineByte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= (width*</a:t>
            </a:r>
            <a:r>
              <a:rPr lang="en-US" altLang="zh-CN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BitCount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/ 8 + 3) / 4 * 4;	       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en-US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行扫描字节</a:t>
            </a:r>
            <a:endParaRPr lang="zh-CN" altLang="en-US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	RGBQUAD *</a:t>
            </a:r>
            <a:r>
              <a:rPr lang="en-US" altLang="zh-CN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pColorTable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;		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en-US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颜色对照表</a:t>
            </a:r>
            <a:endParaRPr lang="zh-CN" altLang="en-US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	</a:t>
            </a:r>
            <a:r>
              <a:rPr lang="en-US" altLang="zh-CN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pColorTable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= (RGBQUAD *)malloc(</a:t>
            </a:r>
            <a:r>
              <a:rPr lang="en-US" altLang="zh-CN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sizeof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(RGBQUAD)*256);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	</a:t>
            </a:r>
            <a:r>
              <a:rPr lang="en-US" altLang="zh-CN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fread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pColorTable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, </a:t>
            </a:r>
            <a:r>
              <a:rPr lang="en-US" altLang="zh-CN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sizeof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(RGBQUAD), 256, </a:t>
            </a:r>
            <a:r>
              <a:rPr lang="en-US" altLang="zh-CN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fp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);	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en-US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读取原有图像的颜色对照表</a:t>
            </a:r>
            <a:endParaRPr lang="zh-CN" altLang="en-US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	unsigned char *</a:t>
            </a:r>
            <a:r>
              <a:rPr lang="en-US" altLang="zh-CN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pBmpBuf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;		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en-US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定义像素点</a:t>
            </a:r>
            <a:endParaRPr lang="zh-CN" altLang="en-US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	</a:t>
            </a:r>
            <a:r>
              <a:rPr lang="en-US" altLang="zh-CN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pBmpBuf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= (unsigned char *)malloc(</a:t>
            </a:r>
            <a:r>
              <a:rPr lang="en-US" altLang="zh-CN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sizeof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(unsigned char)*</a:t>
            </a:r>
            <a:r>
              <a:rPr lang="en-US" altLang="zh-CN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lineByte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*height);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	</a:t>
            </a:r>
            <a:r>
              <a:rPr lang="en-US" altLang="zh-CN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fread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pBmpBuf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, </a:t>
            </a:r>
            <a:r>
              <a:rPr lang="en-US" altLang="zh-CN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lineByte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*height, 1, </a:t>
            </a:r>
            <a:r>
              <a:rPr lang="en-US" altLang="zh-CN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fp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);	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en-US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读取原图像的像素</a:t>
            </a:r>
            <a:endParaRPr lang="zh-CN" altLang="en-US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	</a:t>
            </a:r>
            <a:r>
              <a:rPr lang="en-US" altLang="zh-CN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fclose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fp</a:t>
            </a: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);</a:t>
            </a:r>
            <a:endParaRPr lang="zh-CN" altLang="en-US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组合 1"/>
          <p:cNvGrpSpPr/>
          <p:nvPr/>
        </p:nvGrpSpPr>
        <p:grpSpPr>
          <a:xfrm>
            <a:off x="263352" y="-315635"/>
            <a:ext cx="11928647" cy="7173635"/>
            <a:chOff x="263352" y="-315635"/>
            <a:chExt cx="11928647" cy="7173635"/>
          </a:xfrm>
        </p:grpSpPr>
        <p:pic>
          <p:nvPicPr>
            <p:cNvPr id="2097163" name="图片 27" descr="图片包含 就坐, 黑色, 建筑物, 户外&#10;&#10;已生成高可信度的说明"/>
            <p:cNvPicPr>
              <a:picLocks noChangeAspect="1"/>
            </p:cNvPicPr>
            <p:nvPr/>
          </p:nvPicPr>
          <p:blipFill rotWithShape="1">
            <a:blip r:embed="rId7" cstate="screen"/>
            <a:srcRect/>
            <a:stretch>
              <a:fillRect/>
            </a:stretch>
          </p:blipFill>
          <p:spPr>
            <a:xfrm rot="15300000">
              <a:off x="392931" y="-390354"/>
              <a:ext cx="1819802" cy="1969240"/>
            </a:xfrm>
            <a:prstGeom prst="rect">
              <a:avLst/>
            </a:prstGeom>
          </p:spPr>
        </p:pic>
        <p:sp>
          <p:nvSpPr>
            <p:cNvPr id="1048645" name="文本框 2"/>
            <p:cNvSpPr txBox="1"/>
            <p:nvPr/>
          </p:nvSpPr>
          <p:spPr>
            <a:xfrm>
              <a:off x="476077" y="332700"/>
              <a:ext cx="9062720" cy="9531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800" b="1" dirty="0">
                  <a:solidFill>
                    <a:schemeClr val="bg1"/>
                  </a:solidFill>
                  <a:cs typeface="+mn-ea"/>
                  <a:sym typeface="+mn-lt"/>
                </a:rPr>
                <a:t>代码</a:t>
              </a:r>
              <a:r>
                <a:rPr lang="en-US" altLang="zh-CN" sz="2800" b="1" dirty="0">
                  <a:solidFill>
                    <a:schemeClr val="bg1"/>
                  </a:solidFill>
                  <a:cs typeface="+mn-ea"/>
                  <a:sym typeface="+mn-lt"/>
                </a:rPr>
                <a:t>	  </a:t>
              </a:r>
              <a:r>
                <a:rPr lang="zh-CN" altLang="en-US" sz="2800" b="1" dirty="0">
                  <a:solidFill>
                    <a:schemeClr val="bg1"/>
                  </a:solidFill>
                  <a:cs typeface="+mn-ea"/>
                  <a:sym typeface="+mn-lt"/>
                </a:rPr>
                <a:t>旋转图片部分  </a:t>
              </a:r>
              <a:r>
                <a:rPr lang="en-US" altLang="zh-CN" sz="2800" b="1" dirty="0">
                  <a:solidFill>
                    <a:schemeClr val="bg1"/>
                  </a:solidFill>
                  <a:cs typeface="+mn-ea"/>
                  <a:sym typeface="+mn-lt"/>
                </a:rPr>
                <a:t>  </a:t>
              </a:r>
              <a:r>
                <a:rPr lang="zh-CN" altLang="en-US" sz="2800" b="1" dirty="0">
                  <a:solidFill>
                    <a:schemeClr val="bg1"/>
                  </a:solidFill>
                  <a:cs typeface="+mn-ea"/>
                  <a:sym typeface="+mn-lt"/>
                </a:rPr>
                <a:t>void </a:t>
              </a:r>
              <a:r>
                <a:rPr lang="en-US" altLang="zh-CN" sz="2800" b="1" dirty="0">
                  <a:solidFill>
                    <a:schemeClr val="bg1"/>
                  </a:solidFill>
                  <a:cs typeface="+mn-ea"/>
                  <a:sym typeface="+mn-lt"/>
                </a:rPr>
                <a:t>rotate</a:t>
              </a:r>
              <a:r>
                <a:rPr lang="zh-CN" altLang="en-US" sz="2800" b="1" dirty="0">
                  <a:solidFill>
                    <a:schemeClr val="bg1"/>
                  </a:solidFill>
                  <a:cs typeface="+mn-ea"/>
                  <a:sym typeface="+mn-lt"/>
                </a:rPr>
                <a:t>（）</a:t>
              </a:r>
              <a:endParaRPr lang="en-US" altLang="zh-CN" sz="2800" b="1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endParaRPr lang="en-US" altLang="zh-CN" sz="28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grpSp>
          <p:nvGrpSpPr>
            <p:cNvPr id="66" name="组合 40"/>
            <p:cNvGrpSpPr/>
            <p:nvPr/>
          </p:nvGrpSpPr>
          <p:grpSpPr>
            <a:xfrm rot="10800000" flipV="1">
              <a:off x="263352" y="984158"/>
              <a:ext cx="11745783" cy="45719"/>
              <a:chOff x="3182554" y="3904019"/>
              <a:chExt cx="5543625" cy="45719"/>
            </a:xfrm>
          </p:grpSpPr>
          <p:sp>
            <p:nvSpPr>
              <p:cNvPr id="1048646" name="PA_矩形 11"/>
              <p:cNvSpPr/>
              <p:nvPr>
                <p:custDataLst>
                  <p:tags r:id="rId2"/>
                </p:custDataLst>
              </p:nvPr>
            </p:nvSpPr>
            <p:spPr>
              <a:xfrm>
                <a:off x="5030429" y="3904019"/>
                <a:ext cx="1847875" cy="45719"/>
              </a:xfrm>
              <a:prstGeom prst="rect">
                <a:avLst/>
              </a:prstGeom>
              <a:solidFill>
                <a:srgbClr val="52CBCE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8647" name="PA_矩形 11"/>
              <p:cNvSpPr/>
              <p:nvPr>
                <p:custDataLst>
                  <p:tags r:id="rId3"/>
                </p:custDataLst>
              </p:nvPr>
            </p:nvSpPr>
            <p:spPr>
              <a:xfrm>
                <a:off x="6878304" y="3904019"/>
                <a:ext cx="1847875" cy="45719"/>
              </a:xfrm>
              <a:prstGeom prst="rect">
                <a:avLst/>
              </a:prstGeom>
              <a:solidFill>
                <a:srgbClr val="585B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8648" name="PA_矩形 11"/>
              <p:cNvSpPr/>
              <p:nvPr>
                <p:custDataLst>
                  <p:tags r:id="rId4"/>
                </p:custDataLst>
              </p:nvPr>
            </p:nvSpPr>
            <p:spPr>
              <a:xfrm>
                <a:off x="3182554" y="3904019"/>
                <a:ext cx="1847875" cy="45719"/>
              </a:xfrm>
              <a:prstGeom prst="rect">
                <a:avLst/>
              </a:prstGeom>
              <a:solidFill>
                <a:srgbClr val="00BCE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pic>
          <p:nvPicPr>
            <p:cNvPr id="2097164" name="图片 28" descr="图片包含 就坐, 黑色, 建筑物, 户外&#10;&#10;已生成高可信度的说明"/>
            <p:cNvPicPr>
              <a:picLocks noChangeAspect="1"/>
            </p:cNvPicPr>
            <p:nvPr/>
          </p:nvPicPr>
          <p:blipFill rotWithShape="1">
            <a:blip r:embed="rId8" cstate="screen"/>
            <a:srcRect/>
            <a:stretch>
              <a:fillRect/>
            </a:stretch>
          </p:blipFill>
          <p:spPr>
            <a:xfrm flipH="1">
              <a:off x="9739942" y="1484784"/>
              <a:ext cx="2452057" cy="5373216"/>
            </a:xfrm>
            <a:prstGeom prst="rect">
              <a:avLst/>
            </a:prstGeom>
          </p:spPr>
        </p:pic>
      </p:grpSp>
      <p:sp>
        <p:nvSpPr>
          <p:cNvPr id="2" name="文本框 1"/>
          <p:cNvSpPr txBox="1"/>
          <p:nvPr/>
        </p:nvSpPr>
        <p:spPr>
          <a:xfrm>
            <a:off x="476077" y="1285835"/>
            <a:ext cx="10804499" cy="5252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unsigned char *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newpBmpBuf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;		</a:t>
            </a:r>
            <a:r>
              <a:rPr lang="en-US" altLang="zh-CN" sz="20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en-US" sz="20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定义新图像像素点</a:t>
            </a:r>
            <a:endParaRPr lang="zh-CN" altLang="en-US" sz="2000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int 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newlineByte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= (height*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BitCount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/ 8 + 3) / 4 * 4;	</a:t>
            </a:r>
            <a:r>
              <a:rPr lang="en-US" altLang="zh-CN" sz="20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en-US" sz="20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新图像行扫描字节</a:t>
            </a:r>
            <a:endParaRPr lang="zh-CN" altLang="en-US" sz="2000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newpBmpBuf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= (unsigned char *)malloc(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sizeof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(unsigned char)*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newlineByte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*width);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sz="20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en-US" sz="20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初始化像素点</a:t>
            </a:r>
            <a:endParaRPr lang="zh-CN" altLang="en-US" sz="2000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for (int 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= 0; 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&lt; width; ++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{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for (int j = 0; j &lt; height; ++j)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{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    unsigned char *p;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    p = (unsigned char *)(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newpBmpBuf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+ 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newlineByte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*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+ j);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    (*p) = 255;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}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}</a:t>
            </a:r>
            <a:endParaRPr lang="zh-CN" altLang="en-US" sz="2000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组合 1"/>
          <p:cNvGrpSpPr/>
          <p:nvPr/>
        </p:nvGrpSpPr>
        <p:grpSpPr>
          <a:xfrm>
            <a:off x="263351" y="-315635"/>
            <a:ext cx="11928648" cy="7173635"/>
            <a:chOff x="263351" y="-315635"/>
            <a:chExt cx="11928648" cy="7173635"/>
          </a:xfrm>
        </p:grpSpPr>
        <p:pic>
          <p:nvPicPr>
            <p:cNvPr id="2097163" name="图片 27" descr="图片包含 就坐, 黑色, 建筑物, 户外&#10;&#10;已生成高可信度的说明"/>
            <p:cNvPicPr>
              <a:picLocks noChangeAspect="1"/>
            </p:cNvPicPr>
            <p:nvPr/>
          </p:nvPicPr>
          <p:blipFill rotWithShape="1">
            <a:blip r:embed="rId7" cstate="screen"/>
            <a:srcRect/>
            <a:stretch>
              <a:fillRect/>
            </a:stretch>
          </p:blipFill>
          <p:spPr>
            <a:xfrm rot="15300000">
              <a:off x="392931" y="-390354"/>
              <a:ext cx="1819802" cy="1969240"/>
            </a:xfrm>
            <a:prstGeom prst="rect">
              <a:avLst/>
            </a:prstGeom>
          </p:spPr>
        </p:pic>
        <p:sp>
          <p:nvSpPr>
            <p:cNvPr id="1048645" name="文本框 2"/>
            <p:cNvSpPr txBox="1"/>
            <p:nvPr/>
          </p:nvSpPr>
          <p:spPr>
            <a:xfrm>
              <a:off x="479376" y="117698"/>
              <a:ext cx="9062720" cy="9531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800" b="1" dirty="0">
                  <a:solidFill>
                    <a:schemeClr val="bg1"/>
                  </a:solidFill>
                  <a:cs typeface="+mn-ea"/>
                  <a:sym typeface="+mn-lt"/>
                </a:rPr>
                <a:t>代码</a:t>
              </a:r>
              <a:r>
                <a:rPr lang="en-US" altLang="zh-CN" sz="2800" b="1" dirty="0">
                  <a:solidFill>
                    <a:schemeClr val="bg1"/>
                  </a:solidFill>
                  <a:cs typeface="+mn-ea"/>
                  <a:sym typeface="+mn-lt"/>
                </a:rPr>
                <a:t>	  </a:t>
              </a:r>
              <a:r>
                <a:rPr lang="zh-CN" altLang="en-US" sz="2800" b="1" dirty="0">
                  <a:solidFill>
                    <a:schemeClr val="bg1"/>
                  </a:solidFill>
                  <a:cs typeface="+mn-ea"/>
                  <a:sym typeface="+mn-lt"/>
                </a:rPr>
                <a:t>旋转图片部分  </a:t>
              </a:r>
              <a:r>
                <a:rPr lang="en-US" altLang="zh-CN" sz="2800" b="1" dirty="0">
                  <a:solidFill>
                    <a:schemeClr val="bg1"/>
                  </a:solidFill>
                  <a:cs typeface="+mn-ea"/>
                  <a:sym typeface="+mn-lt"/>
                </a:rPr>
                <a:t>  </a:t>
              </a:r>
              <a:r>
                <a:rPr lang="zh-CN" altLang="en-US" sz="2800" b="1" dirty="0">
                  <a:solidFill>
                    <a:schemeClr val="bg1"/>
                  </a:solidFill>
                  <a:cs typeface="+mn-ea"/>
                  <a:sym typeface="+mn-lt"/>
                </a:rPr>
                <a:t>void </a:t>
              </a:r>
              <a:r>
                <a:rPr lang="en-US" altLang="zh-CN" sz="2800" b="1" dirty="0">
                  <a:solidFill>
                    <a:schemeClr val="bg1"/>
                  </a:solidFill>
                  <a:cs typeface="+mn-ea"/>
                  <a:sym typeface="+mn-lt"/>
                </a:rPr>
                <a:t>rotate</a:t>
              </a:r>
              <a:r>
                <a:rPr lang="zh-CN" altLang="en-US" sz="2800" b="1" dirty="0">
                  <a:solidFill>
                    <a:schemeClr val="bg1"/>
                  </a:solidFill>
                  <a:cs typeface="+mn-ea"/>
                  <a:sym typeface="+mn-lt"/>
                </a:rPr>
                <a:t>（）</a:t>
              </a:r>
              <a:endParaRPr lang="en-US" altLang="zh-CN" sz="2800" b="1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endParaRPr lang="en-US" altLang="zh-CN" sz="28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grpSp>
          <p:nvGrpSpPr>
            <p:cNvPr id="66" name="组合 40"/>
            <p:cNvGrpSpPr/>
            <p:nvPr/>
          </p:nvGrpSpPr>
          <p:grpSpPr>
            <a:xfrm rot="10800000" flipV="1">
              <a:off x="263351" y="750529"/>
              <a:ext cx="11665299" cy="45720"/>
              <a:chOff x="3220540" y="3670390"/>
              <a:chExt cx="5505639" cy="45720"/>
            </a:xfrm>
          </p:grpSpPr>
          <p:sp>
            <p:nvSpPr>
              <p:cNvPr id="1048646" name="PA_矩形 11"/>
              <p:cNvSpPr/>
              <p:nvPr>
                <p:custDataLst>
                  <p:tags r:id="rId2"/>
                </p:custDataLst>
              </p:nvPr>
            </p:nvSpPr>
            <p:spPr>
              <a:xfrm>
                <a:off x="5068415" y="3670390"/>
                <a:ext cx="1847875" cy="45719"/>
              </a:xfrm>
              <a:prstGeom prst="rect">
                <a:avLst/>
              </a:prstGeom>
              <a:solidFill>
                <a:srgbClr val="52CBCE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8647" name="PA_矩形 11"/>
              <p:cNvSpPr/>
              <p:nvPr>
                <p:custDataLst>
                  <p:tags r:id="rId3"/>
                </p:custDataLst>
              </p:nvPr>
            </p:nvSpPr>
            <p:spPr>
              <a:xfrm>
                <a:off x="6878304" y="3670391"/>
                <a:ext cx="1847875" cy="45719"/>
              </a:xfrm>
              <a:prstGeom prst="rect">
                <a:avLst/>
              </a:prstGeom>
              <a:solidFill>
                <a:srgbClr val="585B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8648" name="PA_矩形 11"/>
              <p:cNvSpPr/>
              <p:nvPr>
                <p:custDataLst>
                  <p:tags r:id="rId4"/>
                </p:custDataLst>
              </p:nvPr>
            </p:nvSpPr>
            <p:spPr>
              <a:xfrm>
                <a:off x="3220540" y="3670391"/>
                <a:ext cx="1847875" cy="45719"/>
              </a:xfrm>
              <a:prstGeom prst="rect">
                <a:avLst/>
              </a:prstGeom>
              <a:solidFill>
                <a:srgbClr val="00BCE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pic>
          <p:nvPicPr>
            <p:cNvPr id="2097164" name="图片 28" descr="图片包含 就坐, 黑色, 建筑物, 户外&#10;&#10;已生成高可信度的说明"/>
            <p:cNvPicPr>
              <a:picLocks noChangeAspect="1"/>
            </p:cNvPicPr>
            <p:nvPr/>
          </p:nvPicPr>
          <p:blipFill rotWithShape="1">
            <a:blip r:embed="rId8" cstate="screen"/>
            <a:srcRect/>
            <a:stretch>
              <a:fillRect/>
            </a:stretch>
          </p:blipFill>
          <p:spPr>
            <a:xfrm flipH="1">
              <a:off x="9739942" y="1484784"/>
              <a:ext cx="2452057" cy="5373216"/>
            </a:xfrm>
            <a:prstGeom prst="rect">
              <a:avLst/>
            </a:prstGeom>
          </p:spPr>
        </p:pic>
      </p:grpSp>
      <p:sp>
        <p:nvSpPr>
          <p:cNvPr id="2" name="文本框 1"/>
          <p:cNvSpPr txBox="1"/>
          <p:nvPr/>
        </p:nvSpPr>
        <p:spPr>
          <a:xfrm>
            <a:off x="255927" y="694376"/>
            <a:ext cx="11599661" cy="6052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for (int 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= 0; 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&lt; width; ++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{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for (int j = 0; j &lt; height; ++j)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{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    unsigned char *p,*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newp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;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    p = (unsigned char *)(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pBmpBuf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+ 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lineByte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*j + 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);  </a:t>
            </a:r>
            <a:r>
              <a:rPr lang="en-US" altLang="zh-CN" sz="20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 </a:t>
            </a:r>
            <a:r>
              <a:rPr lang="zh-CN" altLang="en-US" sz="20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原图像</a:t>
            </a:r>
            <a:endParaRPr lang="zh-CN" altLang="en-US" sz="2000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newp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= (unsigned char *)(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newpBmpBuf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+ 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newlineByte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*i+height-j-1);</a:t>
            </a:r>
            <a:r>
              <a:rPr lang="en-US" altLang="zh-CN" sz="20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 </a:t>
            </a:r>
            <a:r>
              <a:rPr lang="zh-CN" altLang="en-US" sz="20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新图像</a:t>
            </a:r>
            <a:endParaRPr lang="zh-CN" altLang="en-US" sz="2000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(*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newp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 = (*p);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}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}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FILE *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newfp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= 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fopen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("test1.bmp", "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wb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");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if (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newfp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== NULL)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{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</a:t>
            </a:r>
            <a:r>
              <a:rPr lang="en-US" altLang="zh-CN" sz="20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printf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("</a:t>
            </a:r>
            <a:r>
              <a:rPr lang="zh-CN" altLang="en-US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文件创建失败</a:t>
            </a: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\n");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}</a:t>
            </a:r>
            <a:endParaRPr lang="zh-CN" altLang="en-US" sz="2000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7" descr="图片包含 就坐, 黑色, 建筑物, 户外&#10;&#10;已生成高可信度的说明"/>
          <p:cNvPicPr>
            <a:picLocks noChangeAspect="1"/>
          </p:cNvPicPr>
          <p:nvPr/>
        </p:nvPicPr>
        <p:blipFill rotWithShape="1">
          <a:blip r:embed="rId5" cstate="screen"/>
          <a:srcRect/>
          <a:stretch>
            <a:fillRect/>
          </a:stretch>
        </p:blipFill>
        <p:spPr>
          <a:xfrm rot="15300000">
            <a:off x="464939" y="-390354"/>
            <a:ext cx="1819802" cy="1969240"/>
          </a:xfrm>
          <a:prstGeom prst="rect">
            <a:avLst/>
          </a:prstGeom>
        </p:spPr>
      </p:pic>
      <p:sp>
        <p:nvSpPr>
          <p:cNvPr id="3" name="PA_矩形 11"/>
          <p:cNvSpPr/>
          <p:nvPr>
            <p:custDataLst>
              <p:tags r:id="rId1"/>
            </p:custDataLst>
          </p:nvPr>
        </p:nvSpPr>
        <p:spPr>
          <a:xfrm rot="10800000" flipV="1">
            <a:off x="335360" y="984158"/>
            <a:ext cx="3915261" cy="45719"/>
          </a:xfrm>
          <a:prstGeom prst="rect">
            <a:avLst/>
          </a:prstGeom>
          <a:solidFill>
            <a:srgbClr val="585B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PA_矩形 11"/>
          <p:cNvSpPr/>
          <p:nvPr>
            <p:custDataLst>
              <p:tags r:id="rId2"/>
            </p:custDataLst>
          </p:nvPr>
        </p:nvSpPr>
        <p:spPr>
          <a:xfrm rot="10800000" flipV="1">
            <a:off x="4250621" y="984158"/>
            <a:ext cx="3915261" cy="45719"/>
          </a:xfrm>
          <a:prstGeom prst="rect">
            <a:avLst/>
          </a:prstGeom>
          <a:solidFill>
            <a:srgbClr val="52CBCE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3" name="PA_矩形 11"/>
          <p:cNvSpPr/>
          <p:nvPr>
            <p:custDataLst>
              <p:tags r:id="rId3"/>
            </p:custDataLst>
          </p:nvPr>
        </p:nvSpPr>
        <p:spPr>
          <a:xfrm rot="10800000" flipV="1">
            <a:off x="8165882" y="984158"/>
            <a:ext cx="3915261" cy="45719"/>
          </a:xfrm>
          <a:prstGeom prst="rect">
            <a:avLst/>
          </a:prstGeom>
          <a:solidFill>
            <a:srgbClr val="00BC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14" name="图片 28" descr="图片包含 就坐, 黑色, 建筑物, 户外&#10;&#10;已生成高可信度的说明"/>
          <p:cNvPicPr>
            <a:picLocks noChangeAspect="1"/>
          </p:cNvPicPr>
          <p:nvPr/>
        </p:nvPicPr>
        <p:blipFill rotWithShape="1">
          <a:blip r:embed="rId6" cstate="screen"/>
          <a:srcRect/>
          <a:stretch>
            <a:fillRect/>
          </a:stretch>
        </p:blipFill>
        <p:spPr>
          <a:xfrm flipH="1">
            <a:off x="9811950" y="1484784"/>
            <a:ext cx="2452057" cy="5373216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23392" y="332656"/>
            <a:ext cx="8064896" cy="774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旋转图片部分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void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rotate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（）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30000"/>
              </a:lnSpc>
            </a:pP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74440" y="1102551"/>
            <a:ext cx="9649072" cy="5500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BITMAPFILEHEADER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newfileHead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;		</a:t>
            </a:r>
            <a:r>
              <a:rPr lang="en-US" altLang="zh-CN" sz="16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en-US" sz="16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新图像文件头</a:t>
            </a:r>
            <a:endParaRPr lang="zh-CN" altLang="en-US" sz="1600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newfileHead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=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fileheader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;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BITMAPINFOHEADER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newinfoHead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;		</a:t>
            </a:r>
            <a:r>
              <a:rPr lang="en-US" altLang="zh-CN" sz="16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en-US" sz="16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新图像信息头</a:t>
            </a: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newinfoHead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=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infoheader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;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newinfoHead.biHeight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= width;	</a:t>
            </a:r>
            <a:r>
              <a:rPr lang="en-US" altLang="zh-CN" sz="16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en-US" sz="16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新图像高度</a:t>
            </a:r>
            <a:endParaRPr lang="zh-CN" altLang="en-US" sz="1600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newinfoHead.biSizeImage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=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newlineByte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*width;		</a:t>
            </a:r>
            <a:r>
              <a:rPr lang="en-US" altLang="zh-CN" sz="16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en-US" sz="16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图像大小</a:t>
            </a: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newinfoHead.biWidth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= height;//</a:t>
            </a:r>
            <a:r>
              <a:rPr lang="zh-CN" altLang="en-US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宽度</a:t>
            </a: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newfileHead.bfSize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=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newfileHead.bfOffBits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+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newinfoHead.biSizeImage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;	</a:t>
            </a:r>
            <a:r>
              <a:rPr lang="en-US" altLang="zh-CN" sz="16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en-US" sz="16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文件大小</a:t>
            </a:r>
            <a:endParaRPr lang="zh-CN" altLang="en-US" sz="1600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fwrite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(&amp;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newfileHead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,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sizeof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(BITMAPFILEHEADER), 1,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newfp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);	</a:t>
            </a:r>
            <a:r>
              <a:rPr lang="en-US" altLang="zh-CN" sz="16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en-US" sz="16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写入文件头</a:t>
            </a: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fwrite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(&amp;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newinfoHead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,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sizeof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(BITMAPINFOHEADER), 1,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newfp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);	</a:t>
            </a:r>
            <a:r>
              <a:rPr lang="en-US" altLang="zh-CN" sz="16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en-US" sz="16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写入信息头</a:t>
            </a:r>
            <a:endParaRPr lang="zh-CN" altLang="en-US" sz="1600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fwrite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pColorTable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,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sizeof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(RGBQUAD), 256,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newfp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);	</a:t>
            </a:r>
            <a:r>
              <a:rPr lang="en-US" altLang="zh-CN" sz="16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en-US" sz="16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写入颜色对照表</a:t>
            </a:r>
            <a:endParaRPr lang="zh-CN" altLang="en-US" sz="1600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fwrite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newpBmpBuf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,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newlineByte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*width, 1,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newfp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);	</a:t>
            </a:r>
            <a:r>
              <a:rPr lang="en-US" altLang="zh-CN" sz="16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en-US" sz="160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写入像素点</a:t>
            </a: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fclose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newfp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);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printf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("</a:t>
            </a:r>
            <a:r>
              <a:rPr lang="zh-CN" altLang="en-US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图像旋转后的各项信息为：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\n ");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putpicture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en-US" altLang="zh-CN" sz="1600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newfileHead,newinfoHead</a:t>
            </a: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);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  <a:endParaRPr lang="zh-CN" altLang="en-US" sz="1600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组合 1"/>
          <p:cNvGrpSpPr/>
          <p:nvPr/>
        </p:nvGrpSpPr>
        <p:grpSpPr>
          <a:xfrm>
            <a:off x="47625" y="188595"/>
            <a:ext cx="11888470" cy="6320155"/>
            <a:chOff x="263352" y="-315635"/>
            <a:chExt cx="11928647" cy="7173635"/>
          </a:xfrm>
        </p:grpSpPr>
        <p:pic>
          <p:nvPicPr>
            <p:cNvPr id="2097183" name="图片 27" descr="图片包含 就坐, 黑色, 建筑物, 户外&#10;&#10;已生成高可信度的说明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 rotWithShape="1">
            <a:blip r:embed="rId9" cstate="screen"/>
            <a:srcRect/>
            <a:stretch>
              <a:fillRect/>
            </a:stretch>
          </p:blipFill>
          <p:spPr>
            <a:xfrm rot="15300000">
              <a:off x="392931" y="-390354"/>
              <a:ext cx="1819802" cy="1969240"/>
            </a:xfrm>
            <a:prstGeom prst="rect">
              <a:avLst/>
            </a:prstGeom>
          </p:spPr>
        </p:pic>
        <p:sp>
          <p:nvSpPr>
            <p:cNvPr id="1048753" name="文本框 2"/>
            <p:cNvSpPr txBox="1"/>
            <p:nvPr/>
          </p:nvSpPr>
          <p:spPr>
            <a:xfrm>
              <a:off x="362110" y="120419"/>
              <a:ext cx="2830202" cy="592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bg1"/>
                  </a:solidFill>
                  <a:cs typeface="+mn-ea"/>
                  <a:sym typeface="+mn-lt"/>
                </a:rPr>
                <a:t>实验结果</a:t>
              </a:r>
            </a:p>
          </p:txBody>
        </p:sp>
        <p:grpSp>
          <p:nvGrpSpPr>
            <p:cNvPr id="121" name="组合 40"/>
            <p:cNvGrpSpPr/>
            <p:nvPr/>
          </p:nvGrpSpPr>
          <p:grpSpPr>
            <a:xfrm rot="10800000" flipV="1">
              <a:off x="263352" y="984158"/>
              <a:ext cx="11745783" cy="45719"/>
              <a:chOff x="3182554" y="3904019"/>
              <a:chExt cx="5543625" cy="45719"/>
            </a:xfrm>
          </p:grpSpPr>
          <p:sp>
            <p:nvSpPr>
              <p:cNvPr id="1048754" name="PA_矩形 11"/>
              <p:cNvSpPr/>
              <p:nvPr>
                <p:custDataLst>
                  <p:tags r:id="rId4"/>
                </p:custDataLst>
              </p:nvPr>
            </p:nvSpPr>
            <p:spPr>
              <a:xfrm>
                <a:off x="5030429" y="3904019"/>
                <a:ext cx="1847875" cy="45719"/>
              </a:xfrm>
              <a:prstGeom prst="rect">
                <a:avLst/>
              </a:prstGeom>
              <a:solidFill>
                <a:srgbClr val="52CBCE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8755" name="PA_矩形 11"/>
              <p:cNvSpPr/>
              <p:nvPr>
                <p:custDataLst>
                  <p:tags r:id="rId5"/>
                </p:custDataLst>
              </p:nvPr>
            </p:nvSpPr>
            <p:spPr>
              <a:xfrm>
                <a:off x="6878304" y="3904019"/>
                <a:ext cx="1847875" cy="45719"/>
              </a:xfrm>
              <a:prstGeom prst="rect">
                <a:avLst/>
              </a:prstGeom>
              <a:solidFill>
                <a:srgbClr val="585B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8756" name="PA_矩形 11"/>
              <p:cNvSpPr/>
              <p:nvPr>
                <p:custDataLst>
                  <p:tags r:id="rId6"/>
                </p:custDataLst>
              </p:nvPr>
            </p:nvSpPr>
            <p:spPr>
              <a:xfrm>
                <a:off x="3182554" y="3904019"/>
                <a:ext cx="1847875" cy="45719"/>
              </a:xfrm>
              <a:prstGeom prst="rect">
                <a:avLst/>
              </a:prstGeom>
              <a:solidFill>
                <a:srgbClr val="00BCE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pic>
          <p:nvPicPr>
            <p:cNvPr id="2097184" name="图片 28" descr="图片包含 就坐, 黑色, 建筑物, 户外&#10;&#10;已生成高可信度的说明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 rotWithShape="1">
            <a:blip r:embed="rId10" cstate="screen"/>
            <a:srcRect/>
            <a:stretch>
              <a:fillRect/>
            </a:stretch>
          </p:blipFill>
          <p:spPr>
            <a:xfrm flipH="1">
              <a:off x="9739942" y="1484784"/>
              <a:ext cx="2452057" cy="5373216"/>
            </a:xfrm>
            <a:prstGeom prst="rect">
              <a:avLst/>
            </a:prstGeom>
          </p:spPr>
        </p:pic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544637"/>
            <a:ext cx="6008688" cy="473434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104" y="1565343"/>
            <a:ext cx="4483868" cy="465378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组合 1"/>
          <p:cNvGrpSpPr/>
          <p:nvPr/>
        </p:nvGrpSpPr>
        <p:grpSpPr>
          <a:xfrm>
            <a:off x="335360" y="-315635"/>
            <a:ext cx="11928647" cy="7173635"/>
            <a:chOff x="263352" y="-315635"/>
            <a:chExt cx="11928647" cy="7173635"/>
          </a:xfrm>
        </p:grpSpPr>
        <p:pic>
          <p:nvPicPr>
            <p:cNvPr id="2097186" name="图片 27" descr="图片包含 就坐, 黑色, 建筑物, 户外&#10;&#10;已生成高可信度的说明"/>
            <p:cNvPicPr>
              <a:picLocks noChangeAspect="1"/>
            </p:cNvPicPr>
            <p:nvPr/>
          </p:nvPicPr>
          <p:blipFill rotWithShape="1">
            <a:blip r:embed="rId7" cstate="screen"/>
            <a:srcRect/>
            <a:stretch>
              <a:fillRect/>
            </a:stretch>
          </p:blipFill>
          <p:spPr>
            <a:xfrm rot="15300000">
              <a:off x="392931" y="-390354"/>
              <a:ext cx="1819802" cy="1969240"/>
            </a:xfrm>
            <a:prstGeom prst="rect">
              <a:avLst/>
            </a:prstGeom>
          </p:spPr>
        </p:pic>
        <p:sp>
          <p:nvSpPr>
            <p:cNvPr id="1048761" name="文本框 2"/>
            <p:cNvSpPr txBox="1"/>
            <p:nvPr/>
          </p:nvSpPr>
          <p:spPr>
            <a:xfrm>
              <a:off x="476332" y="332656"/>
              <a:ext cx="1960880" cy="4724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bg1"/>
                  </a:solidFill>
                  <a:cs typeface="+mn-ea"/>
                  <a:sym typeface="+mn-lt"/>
                </a:rPr>
                <a:t>调试与心得</a:t>
              </a:r>
            </a:p>
          </p:txBody>
        </p:sp>
        <p:grpSp>
          <p:nvGrpSpPr>
            <p:cNvPr id="126" name="组合 40"/>
            <p:cNvGrpSpPr/>
            <p:nvPr/>
          </p:nvGrpSpPr>
          <p:grpSpPr>
            <a:xfrm rot="10800000" flipV="1">
              <a:off x="263352" y="984158"/>
              <a:ext cx="11745783" cy="45719"/>
              <a:chOff x="3182554" y="3904019"/>
              <a:chExt cx="5543625" cy="45719"/>
            </a:xfrm>
          </p:grpSpPr>
          <p:sp>
            <p:nvSpPr>
              <p:cNvPr id="1048762" name="PA_矩形 11"/>
              <p:cNvSpPr/>
              <p:nvPr>
                <p:custDataLst>
                  <p:tags r:id="rId2"/>
                </p:custDataLst>
              </p:nvPr>
            </p:nvSpPr>
            <p:spPr>
              <a:xfrm>
                <a:off x="5030429" y="3904019"/>
                <a:ext cx="1847875" cy="45719"/>
              </a:xfrm>
              <a:prstGeom prst="rect">
                <a:avLst/>
              </a:prstGeom>
              <a:solidFill>
                <a:srgbClr val="52CBCE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8763" name="PA_矩形 11"/>
              <p:cNvSpPr/>
              <p:nvPr>
                <p:custDataLst>
                  <p:tags r:id="rId3"/>
                </p:custDataLst>
              </p:nvPr>
            </p:nvSpPr>
            <p:spPr>
              <a:xfrm>
                <a:off x="6878304" y="3904019"/>
                <a:ext cx="1847875" cy="45719"/>
              </a:xfrm>
              <a:prstGeom prst="rect">
                <a:avLst/>
              </a:prstGeom>
              <a:solidFill>
                <a:srgbClr val="585B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8764" name="PA_矩形 11"/>
              <p:cNvSpPr/>
              <p:nvPr>
                <p:custDataLst>
                  <p:tags r:id="rId4"/>
                </p:custDataLst>
              </p:nvPr>
            </p:nvSpPr>
            <p:spPr>
              <a:xfrm>
                <a:off x="3182554" y="3904019"/>
                <a:ext cx="1847875" cy="45719"/>
              </a:xfrm>
              <a:prstGeom prst="rect">
                <a:avLst/>
              </a:prstGeom>
              <a:solidFill>
                <a:srgbClr val="00BCE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pic>
          <p:nvPicPr>
            <p:cNvPr id="2097187" name="图片 28" descr="图片包含 就坐, 黑色, 建筑物, 户外&#10;&#10;已生成高可信度的说明"/>
            <p:cNvPicPr>
              <a:picLocks noChangeAspect="1"/>
            </p:cNvPicPr>
            <p:nvPr/>
          </p:nvPicPr>
          <p:blipFill rotWithShape="1">
            <a:blip r:embed="rId8" cstate="screen"/>
            <a:srcRect/>
            <a:stretch>
              <a:fillRect/>
            </a:stretch>
          </p:blipFill>
          <p:spPr>
            <a:xfrm flipH="1">
              <a:off x="9739942" y="1484784"/>
              <a:ext cx="2452057" cy="5373216"/>
            </a:xfrm>
            <a:prstGeom prst="rect">
              <a:avLst/>
            </a:prstGeom>
          </p:spPr>
        </p:pic>
      </p:grpSp>
      <p:sp>
        <p:nvSpPr>
          <p:cNvPr id="2" name="文本框 1"/>
          <p:cNvSpPr txBox="1"/>
          <p:nvPr/>
        </p:nvSpPr>
        <p:spPr>
          <a:xfrm>
            <a:off x="462044" y="1260002"/>
            <a:ext cx="11449272" cy="3704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调试与心得：</a:t>
            </a:r>
            <a:endParaRPr lang="en-US" altLang="zh-CN" sz="2400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实现图像旋转，首先要对图像的存储，图像的读写比较清楚，在此基础上进行线性变换。</a:t>
            </a:r>
          </a:p>
          <a:p>
            <a:pPr>
              <a:lnSpc>
                <a:spcPct val="130000"/>
              </a:lnSpc>
            </a:pPr>
            <a:endParaRPr lang="zh-CN" altLang="en-US" sz="2400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核心还是掌握旋转时的前后变换。变换的过程可以归结为：首先将图像坐标变换为数学坐标，然后在数学坐标上进行变换，然后在进行逆变换，得到在图像坐标上的变换。同时需要求出各个变换的逆变换。</a:t>
            </a:r>
          </a:p>
          <a:p>
            <a:pPr>
              <a:lnSpc>
                <a:spcPct val="130000"/>
              </a:lnSpc>
            </a:pP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PA_文本框 8"/>
          <p:cNvSpPr txBox="1"/>
          <p:nvPr>
            <p:custDataLst>
              <p:tags r:id="rId2"/>
            </p:custDataLst>
          </p:nvPr>
        </p:nvSpPr>
        <p:spPr>
          <a:xfrm>
            <a:off x="5331264" y="2672332"/>
            <a:ext cx="3230880" cy="929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谢谢观赏</a:t>
            </a:r>
          </a:p>
        </p:txBody>
      </p:sp>
      <p:grpSp>
        <p:nvGrpSpPr>
          <p:cNvPr id="130" name="组合 32"/>
          <p:cNvGrpSpPr/>
          <p:nvPr/>
        </p:nvGrpSpPr>
        <p:grpSpPr>
          <a:xfrm>
            <a:off x="4190666" y="3904019"/>
            <a:ext cx="5543625" cy="45719"/>
            <a:chOff x="3182554" y="3904019"/>
            <a:chExt cx="5543625" cy="45719"/>
          </a:xfrm>
        </p:grpSpPr>
        <p:sp>
          <p:nvSpPr>
            <p:cNvPr id="1048771" name="PA_矩形 11"/>
            <p:cNvSpPr/>
            <p:nvPr>
              <p:custDataLst>
                <p:tags r:id="rId3"/>
              </p:custDataLst>
            </p:nvPr>
          </p:nvSpPr>
          <p:spPr>
            <a:xfrm>
              <a:off x="5030429" y="3904019"/>
              <a:ext cx="1847875" cy="45719"/>
            </a:xfrm>
            <a:prstGeom prst="rect">
              <a:avLst/>
            </a:prstGeom>
            <a:solidFill>
              <a:srgbClr val="52CBC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048772" name="PA_矩形 11"/>
            <p:cNvSpPr/>
            <p:nvPr>
              <p:custDataLst>
                <p:tags r:id="rId4"/>
              </p:custDataLst>
            </p:nvPr>
          </p:nvSpPr>
          <p:spPr>
            <a:xfrm>
              <a:off x="6878304" y="3904019"/>
              <a:ext cx="1847875" cy="45719"/>
            </a:xfrm>
            <a:prstGeom prst="rect">
              <a:avLst/>
            </a:prstGeom>
            <a:solidFill>
              <a:srgbClr val="585B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048773" name="PA_矩形 11"/>
            <p:cNvSpPr/>
            <p:nvPr>
              <p:custDataLst>
                <p:tags r:id="rId5"/>
              </p:custDataLst>
            </p:nvPr>
          </p:nvSpPr>
          <p:spPr>
            <a:xfrm>
              <a:off x="3182554" y="3904019"/>
              <a:ext cx="1847875" cy="45719"/>
            </a:xfrm>
            <a:prstGeom prst="rect">
              <a:avLst/>
            </a:prstGeom>
            <a:solidFill>
              <a:srgbClr val="00BC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</p:grpSp>
      <p:pic>
        <p:nvPicPr>
          <p:cNvPr id="2097188" name="图片 5" descr="图片包含 就坐, 黑色, 建筑物, 户外&#10;&#10;已生成高可信度的说明"/>
          <p:cNvPicPr>
            <a:picLocks noChangeAspect="1"/>
          </p:cNvPicPr>
          <p:nvPr/>
        </p:nvPicPr>
        <p:blipFill rotWithShape="1">
          <a:blip r:embed="rId8" cstate="screen"/>
          <a:srcRect/>
          <a:stretch>
            <a:fillRect/>
          </a:stretch>
        </p:blipFill>
        <p:spPr>
          <a:xfrm>
            <a:off x="0" y="188640"/>
            <a:ext cx="5974513" cy="646512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48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48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70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DdlMDJkMWY0NzMwOTMyNjM3YWM1MjE4YWZjMjliZmIifQ=="/>
  <p:tag name="KSO_WPP_MARK_KEY" val="b4fbf1c1-2a62-42e6-84b9-9ba5991ed03f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9|0.9|0.7|0.5|0.7|0.8|0.6|0.8|0.8|0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9|0.9|0.7|0.5|0.7|0.8|0.6|0.8|0.8|0.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9|0.9|0.7|0.5|0.7|0.8|0.6|0.8|0.8|0.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9|0.9|0.7|0.5|0.7|0.8|0.6|0.8|0.8|0.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9|0.9|0.7|0.5|0.7|0.8|0.6|0.8|0.8|0.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9|0.9|0.7|0.5|0.7|0.8|0.6|0.8|0.8|0.9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9|0.9|0.7|0.5|0.7|0.8|0.6|0.8|0.8|0.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9|0.9|0.7|0.5|0.7|0.8|0.6|0.8|0.8|0.9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9|0.9|0.7|0.5|0.7|0.8|0.6|0.8|0.8|0.9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9|0.9|0.7|0.5|0.7|0.8|0.6|0.8|0.8|0.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9|0.9|0.7|0.5|0.7|0.8|0.6|0.8|0.8|0.9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9|0.9|0.7|0.5|0.7|0.8|0.6|0.8|0.8|0.9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101.1653543307084,&quot;width&quot;:2865.8299212598426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461.75748031496,&quot;width&quot;:3861.507086614173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9|0.9|0.7|0.5|0.7|0.8|0.6|0.8|0.8|0.9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第一PPT，www.1ppt.com">
  <a:themeElements>
    <a:clrScheme name="自定义 657">
      <a:dk1>
        <a:srgbClr val="5F5F5F"/>
      </a:dk1>
      <a:lt1>
        <a:srgbClr val="FFFFFF"/>
      </a:lt1>
      <a:dk2>
        <a:srgbClr val="FFFFFF"/>
      </a:dk2>
      <a:lt2>
        <a:srgbClr val="5F5F5F"/>
      </a:lt2>
      <a:accent1>
        <a:srgbClr val="67B58C"/>
      </a:accent1>
      <a:accent2>
        <a:srgbClr val="9DB670"/>
      </a:accent2>
      <a:accent3>
        <a:srgbClr val="4AAED2"/>
      </a:accent3>
      <a:accent4>
        <a:srgbClr val="6494B4"/>
      </a:accent4>
      <a:accent5>
        <a:srgbClr val="FFC000"/>
      </a:accent5>
      <a:accent6>
        <a:srgbClr val="FF3737"/>
      </a:accent6>
      <a:hlink>
        <a:srgbClr val="55C4F8"/>
      </a:hlink>
      <a:folHlink>
        <a:srgbClr val="C6EBFC"/>
      </a:folHlink>
    </a:clrScheme>
    <a:fontScheme name="4x1x00fv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/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1463</Words>
  <Application>Microsoft Office PowerPoint</Application>
  <PresentationFormat>宽屏</PresentationFormat>
  <Paragraphs>172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等线</vt:lpstr>
      <vt:lpstr>幼圆</vt:lpstr>
      <vt:lpstr>Arial</vt:lpstr>
      <vt:lpstr>宋体</vt:lpstr>
      <vt:lpstr>Calibri</vt:lpstr>
      <vt:lpstr>微软雅黑</vt:lpstr>
      <vt:lpstr>Wingdings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互联网大数据</dc:title>
  <dc:creator>第一PPT</dc:creator>
  <cp:lastModifiedBy>寒 萧</cp:lastModifiedBy>
  <cp:revision>28</cp:revision>
  <dcterms:created xsi:type="dcterms:W3CDTF">2022-10-24T01:13:00Z</dcterms:created>
  <dcterms:modified xsi:type="dcterms:W3CDTF">2022-11-07T14:31:57Z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EF7C1B74F8FE44E3AA7403597C354A08</vt:lpwstr>
  </property>
  <property fmtid="{D5CDD505-2E9C-101B-9397-08002B2CF9AE}" pid="3" name="KSOProductBuildVer">
    <vt:lpwstr>2052-11.1.0.12763</vt:lpwstr>
  </property>
</Properties>
</file>