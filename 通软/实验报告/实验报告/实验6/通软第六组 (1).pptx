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1"/>
  </p:handoutMasterIdLst>
  <p:sldIdLst>
    <p:sldId id="283" r:id="rId3"/>
    <p:sldId id="284" r:id="rId5"/>
    <p:sldId id="285" r:id="rId6"/>
    <p:sldId id="307" r:id="rId7"/>
    <p:sldId id="314" r:id="rId8"/>
    <p:sldId id="317" r:id="rId9"/>
    <p:sldId id="309" r:id="rId10"/>
    <p:sldId id="310" r:id="rId11"/>
    <p:sldId id="327" r:id="rId12"/>
    <p:sldId id="315" r:id="rId13"/>
    <p:sldId id="319" r:id="rId14"/>
    <p:sldId id="320" r:id="rId15"/>
    <p:sldId id="321" r:id="rId16"/>
    <p:sldId id="322" r:id="rId17"/>
    <p:sldId id="323" r:id="rId18"/>
    <p:sldId id="324" r:id="rId19"/>
    <p:sldId id="325" r:id="rId20"/>
    <p:sldId id="311" r:id="rId21"/>
    <p:sldId id="312" r:id="rId22"/>
    <p:sldId id="339" r:id="rId23"/>
    <p:sldId id="341" r:id="rId24"/>
    <p:sldId id="342" r:id="rId25"/>
    <p:sldId id="343" r:id="rId26"/>
    <p:sldId id="344" r:id="rId27"/>
    <p:sldId id="345" r:id="rId28"/>
    <p:sldId id="346" r:id="rId29"/>
    <p:sldId id="286" r:id="rId30"/>
  </p:sldIdLst>
  <p:sldSz cx="12192000" cy="6858000"/>
  <p:notesSz cx="7103745" cy="10234295"/>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9"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8B32"/>
    <a:srgbClr val="EE373C"/>
    <a:srgbClr val="FF6463"/>
    <a:srgbClr val="F34448"/>
    <a:srgbClr val="FF975A"/>
    <a:srgbClr val="FC5141"/>
    <a:srgbClr val="FF9B99"/>
    <a:srgbClr val="EB5451"/>
    <a:srgbClr val="DBE8F9"/>
    <a:srgbClr val="E8F3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98" autoAdjust="0"/>
    <p:restoredTop sz="94660" autoAdjust="0"/>
  </p:normalViewPr>
  <p:slideViewPr>
    <p:cSldViewPr snapToGrid="0" showGuides="1">
      <p:cViewPr varScale="1">
        <p:scale>
          <a:sx n="10" d="100"/>
          <a:sy n="10" d="100"/>
        </p:scale>
        <p:origin x="-197" y="2280"/>
      </p:cViewPr>
      <p:guideLst>
        <p:guide orient="horz" pos="2209"/>
        <p:guide pos="3838"/>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gs" Target="tags/tag177.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dirty="0">
              <a:latin typeface="MiSans Normal" panose="00000500000000000000" pitchFamily="2" charset="-122"/>
              <a:ea typeface="MiSans Normal" panose="00000500000000000000" pitchFamily="2" charset="-122"/>
              <a:cs typeface="MiSans Normal" panose="00000500000000000000" pitchFamily="2" charset="-122"/>
            </a:endParaRPr>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latin typeface="MiSans Normal" panose="00000500000000000000" pitchFamily="2" charset="-122"/>
                <a:ea typeface="MiSans Normal" panose="00000500000000000000" pitchFamily="2" charset="-122"/>
                <a:cs typeface="MiSans Normal" panose="00000500000000000000" pitchFamily="2" charset="-122"/>
              </a:rPr>
            </a:fld>
            <a:endParaRPr lang="zh-CN" altLang="en-US" dirty="0">
              <a:latin typeface="MiSans Normal" panose="00000500000000000000" pitchFamily="2" charset="-122"/>
              <a:ea typeface="MiSans Normal" panose="00000500000000000000" pitchFamily="2" charset="-122"/>
              <a:cs typeface="MiSans Normal" panose="00000500000000000000" pitchFamily="2" charset="-122"/>
            </a:endParaRPr>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dirty="0">
              <a:latin typeface="MiSans Normal" panose="00000500000000000000" pitchFamily="2" charset="-122"/>
              <a:ea typeface="MiSans Normal" panose="00000500000000000000" pitchFamily="2" charset="-122"/>
              <a:cs typeface="MiSans Normal" panose="00000500000000000000" pitchFamily="2" charset="-122"/>
            </a:endParaRPr>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latin typeface="MiSans Normal" panose="00000500000000000000" pitchFamily="2" charset="-122"/>
                <a:ea typeface="MiSans Normal" panose="00000500000000000000" pitchFamily="2" charset="-122"/>
                <a:cs typeface="MiSans Normal" panose="00000500000000000000" pitchFamily="2" charset="-122"/>
              </a:rPr>
            </a:fld>
            <a:endParaRPr lang="zh-CN" altLang="en-US" dirty="0">
              <a:latin typeface="MiSans Normal" panose="00000500000000000000" pitchFamily="2" charset="-122"/>
              <a:ea typeface="MiSans Normal" panose="00000500000000000000" pitchFamily="2" charset="-122"/>
              <a:cs typeface="MiSans Normal" panose="00000500000000000000"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atin typeface="MiSans Normal" panose="00000500000000000000" pitchFamily="2" charset="-122"/>
                <a:ea typeface="MiSans Normal" panose="00000500000000000000" pitchFamily="2" charset="-122"/>
                <a:cs typeface="MiSans Normal" panose="00000500000000000000" pitchFamily="2" charset="-122"/>
              </a:defRPr>
            </a:lvl1pPr>
          </a:lstStyle>
          <a:p>
            <a:endParaRPr lang="zh-CN" altLang="en-US" dirty="0"/>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atin typeface="MiSans Normal" panose="00000500000000000000" pitchFamily="2" charset="-122"/>
                <a:ea typeface="MiSans Normal" panose="00000500000000000000" pitchFamily="2" charset="-122"/>
                <a:cs typeface="MiSans Normal" panose="00000500000000000000" pitchFamily="2" charset="-122"/>
              </a:defRPr>
            </a:lvl1pPr>
          </a:lstStyle>
          <a:p>
            <a:fld id="{D6C8D182-E4C8-4120-9249-FC9774456FFA}"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atin typeface="MiSans Normal" panose="00000500000000000000" pitchFamily="2" charset="-122"/>
                <a:ea typeface="MiSans Normal" panose="00000500000000000000" pitchFamily="2" charset="-122"/>
                <a:cs typeface="MiSans Normal" panose="00000500000000000000" pitchFamily="2" charset="-122"/>
              </a:defRPr>
            </a:lvl1pPr>
          </a:lstStyle>
          <a:p>
            <a:endParaRPr lang="zh-CN" altLang="en-US" dirty="0"/>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atin typeface="MiSans Normal" panose="00000500000000000000" pitchFamily="2" charset="-122"/>
                <a:ea typeface="MiSans Normal" panose="00000500000000000000" pitchFamily="2" charset="-122"/>
                <a:cs typeface="MiSans Normal" panose="00000500000000000000" pitchFamily="2" charset="-122"/>
              </a:defRPr>
            </a:lvl1pPr>
          </a:lstStyle>
          <a:p>
            <a:fld id="{85D0DACE-38E0-42D2-9336-2B707D34BC6D}"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Sans Normal" panose="00000500000000000000" pitchFamily="2" charset="-122"/>
        <a:ea typeface="MiSans Normal" panose="00000500000000000000" pitchFamily="2" charset="-122"/>
        <a:cs typeface="MiSans Normal" panose="00000500000000000000" pitchFamily="2" charset="-122"/>
      </a:defRPr>
    </a:lvl1pPr>
    <a:lvl2pPr marL="457200" algn="l" defTabSz="914400" rtl="0" eaLnBrk="1" latinLnBrk="0" hangingPunct="1">
      <a:defRPr sz="1200" kern="1200">
        <a:solidFill>
          <a:schemeClr val="tx1"/>
        </a:solidFill>
        <a:latin typeface="MiSans Normal" panose="00000500000000000000" pitchFamily="2" charset="-122"/>
        <a:ea typeface="MiSans Normal" panose="00000500000000000000" pitchFamily="2" charset="-122"/>
        <a:cs typeface="MiSans Normal" panose="00000500000000000000" pitchFamily="2" charset="-122"/>
      </a:defRPr>
    </a:lvl2pPr>
    <a:lvl3pPr marL="914400" algn="l" defTabSz="914400" rtl="0" eaLnBrk="1" latinLnBrk="0" hangingPunct="1">
      <a:defRPr sz="1200" kern="1200">
        <a:solidFill>
          <a:schemeClr val="tx1"/>
        </a:solidFill>
        <a:latin typeface="MiSans Normal" panose="00000500000000000000" pitchFamily="2" charset="-122"/>
        <a:ea typeface="MiSans Normal" panose="00000500000000000000" pitchFamily="2" charset="-122"/>
        <a:cs typeface="MiSans Normal" panose="00000500000000000000" pitchFamily="2" charset="-122"/>
      </a:defRPr>
    </a:lvl3pPr>
    <a:lvl4pPr marL="1371600" algn="l" defTabSz="914400" rtl="0" eaLnBrk="1" latinLnBrk="0" hangingPunct="1">
      <a:defRPr sz="1200" kern="1200">
        <a:solidFill>
          <a:schemeClr val="tx1"/>
        </a:solidFill>
        <a:latin typeface="MiSans Normal" panose="00000500000000000000" pitchFamily="2" charset="-122"/>
        <a:ea typeface="MiSans Normal" panose="00000500000000000000" pitchFamily="2" charset="-122"/>
        <a:cs typeface="MiSans Normal" panose="00000500000000000000" pitchFamily="2" charset="-122"/>
      </a:defRPr>
    </a:lvl4pPr>
    <a:lvl5pPr marL="1828800" algn="l" defTabSz="914400" rtl="0" eaLnBrk="1" latinLnBrk="0" hangingPunct="1">
      <a:defRPr sz="1200" kern="1200">
        <a:solidFill>
          <a:schemeClr val="tx1"/>
        </a:solidFill>
        <a:latin typeface="MiSans Normal" panose="00000500000000000000" pitchFamily="2" charset="-122"/>
        <a:ea typeface="MiSans Normal" panose="00000500000000000000" pitchFamily="2" charset="-122"/>
        <a:cs typeface="MiSans Normal" panose="00000500000000000000"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3.jpeg"/><Relationship Id="rId8" Type="http://schemas.openxmlformats.org/officeDocument/2006/relationships/tags" Target="../tags/tag5.xml"/><Relationship Id="rId7" Type="http://schemas.microsoft.com/office/2007/relationships/hdphoto" Target="../media/image2.wdp"/><Relationship Id="rId6" Type="http://schemas.openxmlformats.org/officeDocument/2006/relationships/image" Target="../media/image1.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0" Type="http://schemas.openxmlformats.org/officeDocument/2006/relationships/tags" Target="../tags/tag3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0" Type="http://schemas.openxmlformats.org/officeDocument/2006/relationships/tags" Target="../tags/tag5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image" Target="../media/image3.jpeg"/><Relationship Id="rId8" Type="http://schemas.openxmlformats.org/officeDocument/2006/relationships/tags" Target="../tags/tag81.xml"/><Relationship Id="rId7" Type="http://schemas.microsoft.com/office/2007/relationships/hdphoto" Target="../media/image2.wdp"/><Relationship Id="rId6" Type="http://schemas.openxmlformats.org/officeDocument/2006/relationships/image" Target="../media/image1.png"/><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8" Type="http://schemas.openxmlformats.org/officeDocument/2006/relationships/tags" Target="../tags/tag90.xml"/><Relationship Id="rId17" Type="http://schemas.openxmlformats.org/officeDocument/2006/relationships/tags" Target="../tags/tag89.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cxnSp>
        <p:nvCxnSpPr>
          <p:cNvPr id="18" name="直接连接符 17"/>
          <p:cNvCxnSpPr/>
          <p:nvPr>
            <p:custDataLst>
              <p:tags r:id="rId2"/>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3"/>
            </p:custDataLst>
          </p:nvPr>
        </p:nvCxnSpPr>
        <p:spPr>
          <a:xfrm>
            <a:off x="492369" y="62954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4"/>
            </p:custDataLst>
          </p:nvPr>
        </p:nvCxnSpPr>
        <p:spPr>
          <a:xfrm>
            <a:off x="505167" y="574430"/>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5" name="VCG41172951964"/>
          <p:cNvPicPr>
            <a:picLocks noChangeAspect="1"/>
          </p:cNvPicPr>
          <p:nvPr>
            <p:custDataLst>
              <p:tags r:id="rId5"/>
            </p:custDataLst>
          </p:nvPr>
        </p:nvPicPr>
        <p:blipFill rotWithShape="1">
          <a:blip r:embed="rId6">
            <a:alphaModFix amt="14000"/>
            <a:extLst>
              <a:ext uri="{BEBA8EAE-BF5A-486C-A8C5-ECC9F3942E4B}">
                <a14:imgProps xmlns:a14="http://schemas.microsoft.com/office/drawing/2010/main">
                  <a14:imgLayer r:embed="rId7">
                    <a14:imgEffect>
                      <a14:sharpenSoften amount="-100000"/>
                    </a14:imgEffect>
                  </a14:imgLayer>
                </a14:imgProps>
              </a:ext>
            </a:extLst>
          </a:blip>
          <a:srcRect b="5546"/>
          <a:stretch>
            <a:fillRect/>
          </a:stretch>
        </p:blipFill>
        <p:spPr>
          <a:xfrm>
            <a:off x="9565991" y="3138078"/>
            <a:ext cx="2627604" cy="3719922"/>
          </a:xfrm>
          <a:prstGeom prst="rect">
            <a:avLst/>
          </a:prstGeom>
        </p:spPr>
      </p:pic>
      <p:sp>
        <p:nvSpPr>
          <p:cNvPr id="12" name="VCG211375358076"/>
          <p:cNvSpPr/>
          <p:nvPr>
            <p:custDataLst>
              <p:tags r:id="rId8"/>
            </p:custDataLst>
          </p:nvPr>
        </p:nvSpPr>
        <p:spPr>
          <a:xfrm>
            <a:off x="1710690" y="994410"/>
            <a:ext cx="2967990" cy="4873625"/>
          </a:xfrm>
          <a:prstGeom prst="roundRect">
            <a:avLst>
              <a:gd name="adj" fmla="val 50000"/>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11" name="矩形: 圆角 8"/>
          <p:cNvSpPr/>
          <p:nvPr>
            <p:custDataLst>
              <p:tags r:id="rId10"/>
            </p:custDataLst>
          </p:nvPr>
        </p:nvSpPr>
        <p:spPr>
          <a:xfrm>
            <a:off x="1553845" y="874395"/>
            <a:ext cx="3237865" cy="5131435"/>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10" name="椭圆 9"/>
          <p:cNvSpPr/>
          <p:nvPr>
            <p:custDataLst>
              <p:tags r:id="rId11"/>
            </p:custDataLst>
          </p:nvPr>
        </p:nvSpPr>
        <p:spPr>
          <a:xfrm>
            <a:off x="4504055" y="1584960"/>
            <a:ext cx="154940" cy="154940"/>
          </a:xfrm>
          <a:prstGeom prst="ellipse">
            <a:avLst/>
          </a:prstGeom>
          <a:solidFill>
            <a:schemeClr val="accent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26" name="椭圆 25"/>
          <p:cNvSpPr/>
          <p:nvPr>
            <p:custDataLst>
              <p:tags r:id="rId12"/>
            </p:custDataLst>
          </p:nvPr>
        </p:nvSpPr>
        <p:spPr>
          <a:xfrm>
            <a:off x="1486535" y="4551045"/>
            <a:ext cx="154940" cy="154940"/>
          </a:xfrm>
          <a:prstGeom prst="ellipse">
            <a:avLst/>
          </a:prstGeom>
          <a:solidFill>
            <a:schemeClr val="accent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cxnSp>
        <p:nvCxnSpPr>
          <p:cNvPr id="17" name="直接连接符 16"/>
          <p:cNvCxnSpPr/>
          <p:nvPr>
            <p:custDataLst>
              <p:tags r:id="rId13"/>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署名"/>
          <p:cNvSpPr txBox="1">
            <a:spLocks noGrp="1"/>
          </p:cNvSpPr>
          <p:nvPr>
            <p:ph type="body" idx="3"/>
            <p:custDataLst>
              <p:tags r:id="rId14"/>
            </p:custDataLst>
          </p:nvPr>
        </p:nvSpPr>
        <p:spPr>
          <a:xfrm>
            <a:off x="5806440" y="4565015"/>
            <a:ext cx="5532120" cy="1279525"/>
          </a:xfrm>
          <a:prstGeom prst="rect">
            <a:avLst/>
          </a:prstGeom>
          <a:noFill/>
        </p:spPr>
        <p:txBody>
          <a:bodyPr vert="horz" wrap="square" lIns="0" tIns="0" rIns="0" bIns="0" rtlCol="0" anchor="t" anchorCtr="0">
            <a:normAutofit/>
          </a:bodyPr>
          <a:lstStyle>
            <a:lvl1pPr marL="0" marR="0" algn="l" defTabSz="914400" rtl="0" eaLnBrk="1" fontAlgn="auto" latinLnBrk="0" hangingPunct="1">
              <a:lnSpc>
                <a:spcPct val="150000"/>
              </a:lnSpc>
              <a:buClrTx/>
              <a:buSzTx/>
              <a:buFontTx/>
              <a:buNone/>
              <a:defRPr kumimoji="0" lang="zh-CN" altLang="en-US" sz="1600" b="0" i="0" u="none" strike="noStrike" kern="1200" cap="none" spc="150" normalizeH="0" baseline="0" noProof="1" dirty="0">
                <a:solidFill>
                  <a:schemeClr val="accent1"/>
                </a:solidFill>
                <a:latin typeface="+mj-ea"/>
                <a:ea typeface="+mj-ea"/>
                <a:cs typeface="MiSans Normal" panose="00000500000000000000" pitchFamily="2" charset="-122"/>
              </a:defRPr>
            </a:lvl1pPr>
          </a:lstStyle>
          <a:p>
            <a:pPr lvl="0" algn="l">
              <a:lnSpc>
                <a:spcPct val="150000"/>
              </a:lnSpc>
            </a:pPr>
            <a:r>
              <a:rPr>
                <a:sym typeface="+mn-ea"/>
              </a:rPr>
              <a:t>单击此处编辑母版文本样式</a:t>
            </a:r>
            <a:endParaRPr>
              <a:sym typeface="+mn-ea"/>
            </a:endParaRPr>
          </a:p>
        </p:txBody>
      </p:sp>
      <p:sp>
        <p:nvSpPr>
          <p:cNvPr id="8" name="副标题"/>
          <p:cNvSpPr txBox="1">
            <a:spLocks noGrp="1"/>
          </p:cNvSpPr>
          <p:nvPr>
            <p:ph type="body" idx="2" hasCustomPrompt="1"/>
            <p:custDataLst>
              <p:tags r:id="rId15"/>
            </p:custDataLst>
          </p:nvPr>
        </p:nvSpPr>
        <p:spPr>
          <a:xfrm>
            <a:off x="5806344" y="3570812"/>
            <a:ext cx="5518150" cy="543560"/>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zh-CN" altLang="en-US" sz="2400" b="1" i="0" u="none" strike="noStrike" kern="1200" cap="none" spc="300" normalizeH="0" baseline="0" noProof="1" dirty="0">
                <a:solidFill>
                  <a:schemeClr val="tx1">
                    <a:lumMod val="75000"/>
                    <a:lumOff val="25000"/>
                  </a:schemeClr>
                </a:solidFill>
                <a:latin typeface="+mj-ea"/>
                <a:ea typeface="+mj-ea"/>
                <a:cs typeface="MiSans Normal" panose="00000500000000000000" pitchFamily="2" charset="-122"/>
              </a:defRPr>
            </a:lvl1pPr>
          </a:lstStyle>
          <a:p>
            <a:pPr lvl="0" algn="l"/>
            <a:r>
              <a:rPr>
                <a:sym typeface="+mn-ea"/>
              </a:rPr>
              <a:t>单击此处编辑母版副标题样式</a:t>
            </a:r>
            <a:endParaRPr>
              <a:sym typeface="+mn-ea"/>
            </a:endParaRPr>
          </a:p>
        </p:txBody>
      </p:sp>
      <p:sp>
        <p:nvSpPr>
          <p:cNvPr id="7" name="标题"/>
          <p:cNvSpPr txBox="1">
            <a:spLocks noGrp="1"/>
          </p:cNvSpPr>
          <p:nvPr>
            <p:ph type="title" idx="1" hasCustomPrompt="1"/>
            <p:custDataLst>
              <p:tags r:id="rId16"/>
            </p:custDataLst>
          </p:nvPr>
        </p:nvSpPr>
        <p:spPr>
          <a:xfrm>
            <a:off x="5806344" y="1303227"/>
            <a:ext cx="5532120" cy="2204085"/>
          </a:xfrm>
          <a:prstGeom prst="rect">
            <a:avLst/>
          </a:prstGeom>
          <a:noFill/>
        </p:spPr>
        <p:txBody>
          <a:bodyPr vert="horz"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sz="5400" b="1" i="0" u="none" strike="noStrike" kern="1200" cap="none" spc="300" normalizeH="0" baseline="0" noProof="1" dirty="0">
                <a:gradFill>
                  <a:gsLst>
                    <a:gs pos="100000">
                      <a:schemeClr val="accent1"/>
                    </a:gs>
                    <a:gs pos="0">
                      <a:schemeClr val="accent1">
                        <a:lumMod val="75000"/>
                      </a:schemeClr>
                    </a:gs>
                  </a:gsLst>
                  <a:lin ang="8100000" scaled="0"/>
                </a:gradFill>
                <a:latin typeface="+mj-ea"/>
                <a:ea typeface="+mj-ea"/>
                <a:cs typeface="+mj-ea"/>
              </a:defRPr>
            </a:lvl1pPr>
          </a:lstStyle>
          <a:p>
            <a:pPr lvl="0"/>
            <a:r>
              <a:rPr>
                <a:sym typeface="+mn-ea"/>
              </a:rPr>
              <a:t>单击编辑标题</a:t>
            </a:r>
            <a:endParaRPr>
              <a:sym typeface="+mn-ea"/>
            </a:endParaRPr>
          </a:p>
        </p:txBody>
      </p:sp>
      <p:sp>
        <p:nvSpPr>
          <p:cNvPr id="4" name="日期占位符 3"/>
          <p:cNvSpPr>
            <a:spLocks noGrp="1"/>
          </p:cNvSpPr>
          <p:nvPr>
            <p:ph type="dt" sz="half" idx="10"/>
            <p:custDataLst>
              <p:tags r:id="rId17"/>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18"/>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9"/>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9" name="正文"/>
          <p:cNvSpPr txBox="1">
            <a:spLocks noGrp="1"/>
          </p:cNvSpPr>
          <p:nvPr>
            <p:ph idx="3"/>
            <p:custDataLst>
              <p:tags r:id="rId2"/>
            </p:custDataLst>
          </p:nvPr>
        </p:nvSpPr>
        <p:spPr>
          <a:xfrm>
            <a:off x="608330" y="1289050"/>
            <a:ext cx="10968990" cy="4960620"/>
          </a:xfrm>
          <a:prstGeom prst="rect">
            <a:avLst/>
          </a:prstGeom>
          <a:ln>
            <a:noFill/>
            <a:prstDash val="sysDash"/>
          </a:ln>
        </p:spPr>
        <p:txBody>
          <a:bodyPr vert="horz" lIns="90000" tIns="46800" rIns="90000" bIns="46800" rtlCol="0">
            <a:normAutofit/>
          </a:bodyPr>
          <a:lstStyle>
            <a:lvl1pPr>
              <a:defRPr dirty="0">
                <a:latin typeface="+mn-ea"/>
                <a:ea typeface="+mn-ea"/>
                <a:sym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sym typeface="+mn-ea"/>
              </a:rPr>
              <a:t>单击此处编辑母版文本样式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a:sym typeface="+mn-ea"/>
              </a:rPr>
              <a:t>第五级</a:t>
            </a:r>
            <a:endParaRPr lang="zh-CN" altLang="en-US" dirty="0">
              <a:sym typeface="+mn-ea"/>
            </a:endParaRPr>
          </a:p>
        </p:txBody>
      </p:sp>
      <p:sp>
        <p:nvSpPr>
          <p:cNvPr id="8" name="标题"/>
          <p:cNvSpPr txBox="1">
            <a:spLocks noGrp="1"/>
          </p:cNvSpPr>
          <p:nvPr>
            <p:ph type="title" idx="2"/>
            <p:custDataLst>
              <p:tags r:id="rId3"/>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1"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pitchFamily="2" charset="-122"/>
              </a:defRPr>
            </a:lvl1pPr>
          </a:lstStyle>
          <a:p>
            <a:pPr lvl="0"/>
            <a:r>
              <a:rPr dirty="0">
                <a:sym typeface="+mn-ea"/>
              </a:rPr>
              <a:t>单击此处编辑母版标题样式</a:t>
            </a:r>
            <a:endParaRPr dirty="0">
              <a:sym typeface="+mn-ea"/>
            </a:endParaRPr>
          </a:p>
        </p:txBody>
      </p:sp>
      <p:cxnSp>
        <p:nvCxnSpPr>
          <p:cNvPr id="7" name="直接连接符 6"/>
          <p:cNvCxnSpPr/>
          <p:nvPr>
            <p:custDataLst>
              <p:tags r:id="rId4"/>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cxnSp>
        <p:nvCxnSpPr>
          <p:cNvPr id="9" name="直接连接符 8"/>
          <p:cNvCxnSpPr/>
          <p:nvPr>
            <p:custDataLst>
              <p:tags r:id="rId2"/>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3"/>
            </p:custDataLst>
          </p:nvPr>
        </p:nvCxnSpPr>
        <p:spPr>
          <a:xfrm>
            <a:off x="492369" y="62319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4"/>
            </p:custDataLst>
          </p:nvPr>
        </p:nvCxnSpPr>
        <p:spPr>
          <a:xfrm flipV="1">
            <a:off x="2926080" y="604911"/>
            <a:ext cx="0" cy="562707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3" hasCustomPrompt="1"/>
            <p:custDataLst>
              <p:tags r:id="rId5"/>
            </p:custDataLst>
          </p:nvPr>
        </p:nvSpPr>
        <p:spPr>
          <a:xfrm>
            <a:off x="551815" y="1823085"/>
            <a:ext cx="2317115" cy="2828925"/>
          </a:xfrm>
          <a:prstGeom prst="rect">
            <a:avLst/>
          </a:prstGeom>
          <a:noFill/>
        </p:spPr>
        <p:txBody>
          <a:bodyPr vert="eaVert" wrap="square" lIns="0" tIns="0" rIns="0" bIns="0" rtlCol="0" anchor="ctr" anchorCtr="0">
            <a:normAutofit/>
          </a:bodyPr>
          <a:lstStyle>
            <a:lvl1pPr marL="0" marR="0" algn="ctr" defTabSz="914400" rtl="0" eaLnBrk="1" fontAlgn="auto" latinLnBrk="0" hangingPunct="1">
              <a:lnSpc>
                <a:spcPct val="120000"/>
              </a:lnSpc>
              <a:buClrTx/>
              <a:buSzTx/>
              <a:buFontTx/>
              <a:buNone/>
              <a:defRPr kumimoji="0" lang="zh-CN" altLang="en-US" sz="9600" b="0" i="0" u="none" strike="noStrike" kern="1200" cap="none" spc="300" normalizeH="0" baseline="0" noProof="1" dirty="0">
                <a:gradFill>
                  <a:gsLst>
                    <a:gs pos="0">
                      <a:schemeClr val="accent1"/>
                    </a:gs>
                    <a:gs pos="100000">
                      <a:schemeClr val="accent1">
                        <a:alpha val="71000"/>
                      </a:schemeClr>
                    </a:gs>
                  </a:gsLst>
                  <a:lin ang="8100000" scaled="0"/>
                </a:gradFill>
                <a:latin typeface="+mj-ea"/>
                <a:ea typeface="+mj-ea"/>
                <a:cs typeface="+mj-ea"/>
              </a:defRPr>
            </a:lvl1pPr>
          </a:lstStyle>
          <a:p>
            <a:pPr lvl="0" algn="ctr">
              <a:lnSpc>
                <a:spcPct val="120000"/>
              </a:lnSpc>
            </a:pPr>
            <a:r>
              <a:rPr>
                <a:sym typeface="+mn-ea"/>
              </a:rPr>
              <a:t>标题</a:t>
            </a:r>
            <a:endParaRPr>
              <a:sym typeface="+mn-ea"/>
            </a:endParaRPr>
          </a:p>
        </p:txBody>
      </p:sp>
      <p:cxnSp>
        <p:nvCxnSpPr>
          <p:cNvPr id="18" name="直接连接符 17"/>
          <p:cNvCxnSpPr/>
          <p:nvPr>
            <p:custDataLst>
              <p:tags r:id="rId6"/>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7"/>
            </p:custDataLst>
          </p:nvPr>
        </p:nvCxnSpPr>
        <p:spPr>
          <a:xfrm>
            <a:off x="505167" y="567342"/>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8"/>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4" name="页脚占位符 3"/>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cxnSp>
        <p:nvCxnSpPr>
          <p:cNvPr id="14" name="直接连接符 13"/>
          <p:cNvCxnSpPr/>
          <p:nvPr>
            <p:custDataLst>
              <p:tags r:id="rId2"/>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3"/>
            </p:custDataLst>
          </p:nvPr>
        </p:nvCxnSpPr>
        <p:spPr>
          <a:xfrm>
            <a:off x="492369" y="62319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5"/>
            </p:custDataLst>
          </p:nvPr>
        </p:nvCxnSpPr>
        <p:spPr>
          <a:xfrm>
            <a:off x="505167" y="574430"/>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标题"/>
          <p:cNvSpPr txBox="1">
            <a:spLocks noGrp="1"/>
          </p:cNvSpPr>
          <p:nvPr>
            <p:ph type="title" idx="5"/>
            <p:custDataLst>
              <p:tags r:id="rId6"/>
            </p:custDataLst>
          </p:nvPr>
        </p:nvSpPr>
        <p:spPr>
          <a:xfrm>
            <a:off x="2587943" y="3900842"/>
            <a:ext cx="7016115" cy="1617307"/>
          </a:xfrm>
          <a:prstGeom prst="rect">
            <a:avLst/>
          </a:prstGeom>
          <a:noFill/>
        </p:spPr>
        <p:txBody>
          <a:bodyPr wrap="square" lIns="0" tIns="0" rIns="0" bIns="0" rtlCol="0" anchor="ctr">
            <a:normAutofit/>
          </a:bodyPr>
          <a:lstStyle>
            <a:lvl1pPr marL="0" marR="0" algn="ctr" defTabSz="914400" rtl="0" eaLnBrk="1" fontAlgn="auto" latinLnBrk="0" hangingPunct="1">
              <a:lnSpc>
                <a:spcPct val="100000"/>
              </a:lnSpc>
              <a:buClrTx/>
              <a:buSzTx/>
              <a:buFontTx/>
              <a:buNone/>
              <a:defRPr kumimoji="0" sz="3600" b="0" i="0" u="none" strike="noStrike" kern="1200" cap="none" spc="300" normalizeH="0" baseline="0" noProof="1" dirty="0" err="1">
                <a:solidFill>
                  <a:schemeClr val="tx1">
                    <a:lumMod val="75000"/>
                    <a:lumOff val="25000"/>
                  </a:schemeClr>
                </a:solidFill>
                <a:latin typeface="+mj-ea"/>
                <a:ea typeface="+mj-ea"/>
                <a:cs typeface="+mj-ea"/>
              </a:defRPr>
            </a:lvl1pPr>
          </a:lstStyle>
          <a:p>
            <a:pPr lvl="0" algn="ctr"/>
            <a:r>
              <a:rPr>
                <a:sym typeface="+mn-ea"/>
              </a:rPr>
              <a:t>单击此处编辑母版标题样式</a:t>
            </a:r>
            <a:endParaRPr>
              <a:sym typeface="+mn-ea"/>
            </a:endParaRPr>
          </a:p>
        </p:txBody>
      </p:sp>
      <p:sp>
        <p:nvSpPr>
          <p:cNvPr id="8" name="矩形: 圆角 5"/>
          <p:cNvSpPr/>
          <p:nvPr>
            <p:custDataLst>
              <p:tags r:id="rId7"/>
            </p:custDataLst>
          </p:nvPr>
        </p:nvSpPr>
        <p:spPr>
          <a:xfrm rot="16200000">
            <a:off x="4876165" y="328930"/>
            <a:ext cx="2439670" cy="4037330"/>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9" name="椭圆 8"/>
          <p:cNvSpPr/>
          <p:nvPr>
            <p:custDataLst>
              <p:tags r:id="rId8"/>
            </p:custDataLst>
          </p:nvPr>
        </p:nvSpPr>
        <p:spPr>
          <a:xfrm rot="16200000">
            <a:off x="4639945" y="1193165"/>
            <a:ext cx="155575" cy="162560"/>
          </a:xfrm>
          <a:prstGeom prst="ellipse">
            <a:avLst/>
          </a:prstGeom>
          <a:solidFill>
            <a:schemeClr val="bg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12" name="VCG211375358076"/>
          <p:cNvSpPr/>
          <p:nvPr>
            <p:custDataLst>
              <p:tags r:id="rId9"/>
            </p:custDataLst>
          </p:nvPr>
        </p:nvSpPr>
        <p:spPr>
          <a:xfrm>
            <a:off x="4265295" y="1339850"/>
            <a:ext cx="3661410" cy="2063750"/>
          </a:xfrm>
          <a:prstGeom prst="roundRect">
            <a:avLst>
              <a:gd name="adj" fmla="val 50000"/>
            </a:avLst>
          </a:prstGeom>
          <a:blipFill>
            <a:blip r:embed="rId10"/>
            <a:stretch>
              <a:fillRect t="-329" b="-19100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iSans Normal" panose="00000500000000000000" pitchFamily="2" charset="-122"/>
            </a:endParaRPr>
          </a:p>
        </p:txBody>
      </p:sp>
      <p:sp>
        <p:nvSpPr>
          <p:cNvPr id="7" name="节编号"/>
          <p:cNvSpPr txBox="1">
            <a:spLocks noGrp="1"/>
          </p:cNvSpPr>
          <p:nvPr>
            <p:ph type="body" idx="1" hasCustomPrompt="1"/>
            <p:custDataLst>
              <p:tags r:id="rId11"/>
            </p:custDataLst>
          </p:nvPr>
        </p:nvSpPr>
        <p:spPr>
          <a:xfrm>
            <a:off x="5276215" y="1837055"/>
            <a:ext cx="1610995" cy="1181100"/>
          </a:xfrm>
          <a:prstGeom prst="rect">
            <a:avLst/>
          </a:prstGeom>
          <a:noFill/>
        </p:spPr>
        <p:txBody>
          <a:bodyPr wrap="square" lIns="0" tIns="0" rIns="0" bIns="0" rtlCol="0" anchor="ctr" anchorCtr="0">
            <a:noAutofit/>
          </a:bodyPr>
          <a:lstStyle>
            <a:lvl1pPr marL="0" marR="0" algn="ctr" defTabSz="914400" rtl="0" eaLnBrk="1" fontAlgn="auto" latinLnBrk="0" hangingPunct="1">
              <a:lnSpc>
                <a:spcPct val="100000"/>
              </a:lnSpc>
              <a:buClrTx/>
              <a:buSzTx/>
              <a:buFontTx/>
              <a:buNone/>
              <a:defRPr kumimoji="0" lang="en-US" altLang="zh-CN" sz="9600" b="1" i="0" u="none" strike="noStrike" kern="1200" cap="none" spc="300" normalizeH="0" baseline="0" noProof="1" dirty="0">
                <a:gradFill>
                  <a:gsLst>
                    <a:gs pos="0">
                      <a:schemeClr val="accent1"/>
                    </a:gs>
                    <a:gs pos="100000">
                      <a:schemeClr val="accent1">
                        <a:lumMod val="50000"/>
                      </a:schemeClr>
                    </a:gs>
                  </a:gsLst>
                  <a:lin ang="5400000" scaled="0"/>
                </a:gradFill>
                <a:latin typeface="+mj-ea"/>
                <a:ea typeface="+mj-ea"/>
                <a:cs typeface="MiSans Normal" panose="00000500000000000000" pitchFamily="2" charset="-122"/>
              </a:defRPr>
            </a:lvl1pPr>
          </a:lstStyle>
          <a:p>
            <a:pPr lvl="0" algn="ctr"/>
            <a:r>
              <a:rPr dirty="0" err="1">
                <a:sym typeface="+mn-ea"/>
              </a:rPr>
              <a:t>编号</a:t>
            </a:r>
            <a:endParaRPr dirty="0">
              <a:sym typeface="+mn-ea"/>
            </a:endParaRPr>
          </a:p>
        </p:txBody>
      </p:sp>
      <p:sp>
        <p:nvSpPr>
          <p:cNvPr id="4" name="日期占位符 3"/>
          <p:cNvSpPr>
            <a:spLocks noGrp="1"/>
          </p:cNvSpPr>
          <p:nvPr>
            <p:ph type="dt" sz="half" idx="10"/>
            <p:custDataLst>
              <p:tags r:id="rId12"/>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13"/>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正文"/>
          <p:cNvSpPr txBox="1">
            <a:spLocks noGrp="1"/>
          </p:cNvSpPr>
          <p:nvPr>
            <p:ph idx="3"/>
            <p:custDataLst>
              <p:tags r:id="rId3"/>
            </p:custDataLst>
          </p:nvPr>
        </p:nvSpPr>
        <p:spPr>
          <a:xfrm>
            <a:off x="6400800" y="1289050"/>
            <a:ext cx="5176520" cy="496062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正文"/>
          <p:cNvSpPr txBox="1">
            <a:spLocks noGrp="1"/>
          </p:cNvSpPr>
          <p:nvPr>
            <p:ph idx="2"/>
            <p:custDataLst>
              <p:tags r:id="rId4"/>
            </p:custDataLst>
          </p:nvPr>
        </p:nvSpPr>
        <p:spPr>
          <a:xfrm>
            <a:off x="608330" y="1289050"/>
            <a:ext cx="5176520" cy="496062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8" name="标题"/>
          <p:cNvSpPr txBox="1">
            <a:spLocks noGrp="1"/>
          </p:cNvSpPr>
          <p:nvPr>
            <p:ph type="title" idx="1"/>
            <p:custDataLst>
              <p:tags r:id="rId5"/>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pitchFamily="2" charset="-122"/>
              </a:defRPr>
            </a:lvl1pPr>
          </a:lstStyle>
          <a:p>
            <a:pPr lvl="0"/>
            <a:r>
              <a:rPr>
                <a:sym typeface="+mn-ea"/>
              </a:rPr>
              <a:t>单击此处编辑母版标题样式</a:t>
            </a:r>
            <a:endParaRPr>
              <a:sym typeface="+mn-ea"/>
            </a:endParaRPr>
          </a:p>
        </p:txBody>
      </p:sp>
      <p:sp>
        <p:nvSpPr>
          <p:cNvPr id="5" name="日期占位符 4"/>
          <p:cNvSpPr>
            <a:spLocks noGrp="1"/>
          </p:cNvSpPr>
          <p:nvPr>
            <p:ph type="dt" sz="half" idx="10"/>
            <p:custDataLst>
              <p:tags r:id="rId6"/>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8"/>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cxnSp>
        <p:nvCxnSpPr>
          <p:cNvPr id="15" name="直接连接符 14"/>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正文"/>
          <p:cNvSpPr txBox="1">
            <a:spLocks noGrp="1"/>
          </p:cNvSpPr>
          <p:nvPr>
            <p:ph idx="5"/>
            <p:custDataLst>
              <p:tags r:id="rId3"/>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3" name="标题"/>
          <p:cNvSpPr txBox="1">
            <a:spLocks noGrp="1"/>
          </p:cNvSpPr>
          <p:nvPr>
            <p:ph type="title" idx="4"/>
            <p:custDataLst>
              <p:tags r:id="rId4"/>
            </p:custDataLst>
          </p:nvPr>
        </p:nvSpPr>
        <p:spPr>
          <a:xfrm>
            <a:off x="6235065" y="1353185"/>
            <a:ext cx="5342255" cy="4762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pitchFamily="2" charset="-122"/>
              </a:defRPr>
            </a:lvl1pPr>
          </a:lstStyle>
          <a:p>
            <a:pPr lvl="0"/>
            <a:r>
              <a:rPr>
                <a:sym typeface="+mn-ea"/>
              </a:rPr>
              <a:t>单击此处编辑母版标题样式</a:t>
            </a:r>
            <a:endParaRPr>
              <a:sym typeface="+mn-ea"/>
            </a:endParaRPr>
          </a:p>
        </p:txBody>
      </p:sp>
      <p:sp>
        <p:nvSpPr>
          <p:cNvPr id="12" name="正文"/>
          <p:cNvSpPr txBox="1">
            <a:spLocks noGrp="1"/>
          </p:cNvSpPr>
          <p:nvPr>
            <p:ph idx="3"/>
            <p:custDataLst>
              <p:tags r:id="rId5"/>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1" name="标题"/>
          <p:cNvSpPr txBox="1">
            <a:spLocks noGrp="1"/>
          </p:cNvSpPr>
          <p:nvPr>
            <p:ph type="title" idx="2"/>
            <p:custDataLst>
              <p:tags r:id="rId6"/>
            </p:custDataLst>
          </p:nvPr>
        </p:nvSpPr>
        <p:spPr>
          <a:xfrm>
            <a:off x="608330" y="1353185"/>
            <a:ext cx="5342255" cy="4762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pitchFamily="2" charset="-122"/>
              </a:defRPr>
            </a:lvl1pPr>
          </a:lstStyle>
          <a:p>
            <a:pPr lvl="0"/>
            <a:r>
              <a:rPr dirty="0">
                <a:sym typeface="+mn-ea"/>
              </a:rPr>
              <a:t>单击此处编辑母版标题样式</a:t>
            </a:r>
            <a:endParaRPr dirty="0">
              <a:sym typeface="+mn-ea"/>
            </a:endParaRPr>
          </a:p>
        </p:txBody>
      </p:sp>
      <p:sp>
        <p:nvSpPr>
          <p:cNvPr id="10" name="标题"/>
          <p:cNvSpPr txBox="1">
            <a:spLocks noGrp="1"/>
          </p:cNvSpPr>
          <p:nvPr>
            <p:ph type="title" idx="1"/>
            <p:custDataLst>
              <p:tags r:id="rId7"/>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pitchFamily="2" charset="-122"/>
              </a:defRPr>
            </a:lvl1pPr>
          </a:lstStyle>
          <a:p>
            <a:pPr lvl="0"/>
            <a:r>
              <a:rPr dirty="0">
                <a:sym typeface="+mn-ea"/>
              </a:rPr>
              <a:t>单击此处编辑母版标题样式</a:t>
            </a:r>
            <a:endParaRPr dirty="0">
              <a:sym typeface="+mn-ea"/>
            </a:endParaRPr>
          </a:p>
        </p:txBody>
      </p:sp>
      <p:sp>
        <p:nvSpPr>
          <p:cNvPr id="7" name="日期占位符 6"/>
          <p:cNvSpPr>
            <a:spLocks noGrp="1"/>
          </p:cNvSpPr>
          <p:nvPr>
            <p:ph type="dt" sz="half" idx="10"/>
            <p:custDataLst>
              <p:tags r:id="rId8"/>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8" name="页脚占位符 7"/>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cxnSp>
        <p:nvCxnSpPr>
          <p:cNvPr id="7" name="直接连接符 6"/>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1"/>
            <p:custDataLst>
              <p:tags r:id="rId3"/>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pitchFamily="2" charset="-122"/>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608330" y="608330"/>
            <a:ext cx="10968990" cy="564832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cxnSp>
        <p:nvCxnSpPr>
          <p:cNvPr id="8" name="直接连接符 7"/>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副标题"/>
          <p:cNvSpPr txBox="1">
            <a:spLocks noGrp="1"/>
          </p:cNvSpPr>
          <p:nvPr>
            <p:ph type="body" idx="2" hasCustomPrompt="1"/>
            <p:custDataLst>
              <p:tags r:id="rId3"/>
            </p:custDataLst>
          </p:nvPr>
        </p:nvSpPr>
        <p:spPr>
          <a:xfrm>
            <a:off x="608400" y="1030605"/>
            <a:ext cx="10968990" cy="50355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j-ea"/>
                <a:ea typeface="+mj-ea"/>
                <a:cs typeface="MiSans Normal" panose="00000500000000000000" pitchFamily="2" charset="-122"/>
              </a:defRPr>
            </a:lvl1pPr>
          </a:lstStyle>
          <a:p>
            <a:pPr lvl="0" algn="l"/>
            <a:r>
              <a:rPr>
                <a:sym typeface="+mn-ea"/>
              </a:rPr>
              <a:t>单击此处编辑母版副标题样式</a:t>
            </a:r>
            <a:endParaRPr>
              <a:sym typeface="+mn-ea"/>
            </a:endParaRPr>
          </a:p>
        </p:txBody>
      </p:sp>
      <p:sp>
        <p:nvSpPr>
          <p:cNvPr id="6" name="标题"/>
          <p:cNvSpPr txBox="1">
            <a:spLocks noGrp="1"/>
          </p:cNvSpPr>
          <p:nvPr>
            <p:ph type="title" idx="1"/>
            <p:custDataLst>
              <p:tags r:id="rId4"/>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pitchFamily="2" charset="-122"/>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cxnSp>
        <p:nvCxnSpPr>
          <p:cNvPr id="12" name="直接连接符 11"/>
          <p:cNvCxnSpPr/>
          <p:nvPr>
            <p:custDataLst>
              <p:tags r:id="rId2"/>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a:off x="492369" y="62954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a:off x="505167" y="574430"/>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VCG41172951964"/>
          <p:cNvPicPr>
            <a:picLocks noChangeAspect="1"/>
          </p:cNvPicPr>
          <p:nvPr>
            <p:custDataLst>
              <p:tags r:id="rId5"/>
            </p:custDataLst>
          </p:nvPr>
        </p:nvPicPr>
        <p:blipFill rotWithShape="1">
          <a:blip r:embed="rId6">
            <a:alphaModFix amt="14000"/>
            <a:extLst>
              <a:ext uri="{BEBA8EAE-BF5A-486C-A8C5-ECC9F3942E4B}">
                <a14:imgProps xmlns:a14="http://schemas.microsoft.com/office/drawing/2010/main">
                  <a14:imgLayer r:embed="rId7">
                    <a14:imgEffect>
                      <a14:sharpenSoften amount="-100000"/>
                    </a14:imgEffect>
                  </a14:imgLayer>
                </a14:imgProps>
              </a:ext>
            </a:extLst>
          </a:blip>
          <a:srcRect b="5546"/>
          <a:stretch>
            <a:fillRect/>
          </a:stretch>
        </p:blipFill>
        <p:spPr>
          <a:xfrm>
            <a:off x="9565991" y="3138078"/>
            <a:ext cx="2627604" cy="3719922"/>
          </a:xfrm>
          <a:prstGeom prst="rect">
            <a:avLst/>
          </a:prstGeom>
        </p:spPr>
      </p:pic>
      <p:sp>
        <p:nvSpPr>
          <p:cNvPr id="16" name="VCG211375358076"/>
          <p:cNvSpPr/>
          <p:nvPr>
            <p:custDataLst>
              <p:tags r:id="rId8"/>
            </p:custDataLst>
          </p:nvPr>
        </p:nvSpPr>
        <p:spPr>
          <a:xfrm>
            <a:off x="1710690" y="994410"/>
            <a:ext cx="2967990" cy="4873625"/>
          </a:xfrm>
          <a:prstGeom prst="roundRect">
            <a:avLst>
              <a:gd name="adj" fmla="val 50000"/>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17" name="矩形: 圆角 16"/>
          <p:cNvSpPr/>
          <p:nvPr>
            <p:custDataLst>
              <p:tags r:id="rId10"/>
            </p:custDataLst>
          </p:nvPr>
        </p:nvSpPr>
        <p:spPr>
          <a:xfrm>
            <a:off x="1553845" y="874395"/>
            <a:ext cx="3237865" cy="5131435"/>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18" name="椭圆 17"/>
          <p:cNvSpPr/>
          <p:nvPr>
            <p:custDataLst>
              <p:tags r:id="rId11"/>
            </p:custDataLst>
          </p:nvPr>
        </p:nvSpPr>
        <p:spPr>
          <a:xfrm>
            <a:off x="4510405" y="1584960"/>
            <a:ext cx="154940" cy="154940"/>
          </a:xfrm>
          <a:prstGeom prst="ellipse">
            <a:avLst/>
          </a:prstGeom>
          <a:solidFill>
            <a:schemeClr val="accent1"/>
          </a:solidFill>
          <a:ln w="28575">
            <a:solidFill>
              <a:srgbClr val="F6FB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sp>
        <p:nvSpPr>
          <p:cNvPr id="19" name="椭圆 18"/>
          <p:cNvSpPr/>
          <p:nvPr>
            <p:custDataLst>
              <p:tags r:id="rId12"/>
            </p:custDataLst>
          </p:nvPr>
        </p:nvSpPr>
        <p:spPr>
          <a:xfrm>
            <a:off x="1511935" y="4551045"/>
            <a:ext cx="154940" cy="154940"/>
          </a:xfrm>
          <a:prstGeom prst="ellipse">
            <a:avLst/>
          </a:prstGeom>
          <a:solidFill>
            <a:schemeClr val="accent1"/>
          </a:solidFill>
          <a:ln w="28575">
            <a:solidFill>
              <a:srgbClr val="F6FB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pitchFamily="2" charset="-122"/>
            </a:endParaRPr>
          </a:p>
        </p:txBody>
      </p:sp>
      <p:cxnSp>
        <p:nvCxnSpPr>
          <p:cNvPr id="20" name="直接连接符 19"/>
          <p:cNvCxnSpPr/>
          <p:nvPr>
            <p:custDataLst>
              <p:tags r:id="rId13"/>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署名"/>
          <p:cNvSpPr txBox="1">
            <a:spLocks noGrp="1"/>
          </p:cNvSpPr>
          <p:nvPr>
            <p:ph type="body" idx="2"/>
            <p:custDataLst>
              <p:tags r:id="rId14"/>
            </p:custDataLst>
          </p:nvPr>
        </p:nvSpPr>
        <p:spPr>
          <a:xfrm>
            <a:off x="5807075" y="4437380"/>
            <a:ext cx="5518150" cy="1350645"/>
          </a:xfrm>
          <a:prstGeom prst="rect">
            <a:avLst/>
          </a:prstGeom>
          <a:noFill/>
        </p:spPr>
        <p:txBody>
          <a:bodyPr vert="horz" wrap="square" lIns="0" tIns="0" rIns="0" bIns="0" rtlCol="0" anchor="t" anchorCtr="0">
            <a:normAutofit/>
          </a:bodyPr>
          <a:lstStyle>
            <a:lvl1pPr marL="0" marR="0" algn="l" defTabSz="914400" rtl="0" eaLnBrk="1" fontAlgn="auto" latinLnBrk="0" hangingPunct="1">
              <a:lnSpc>
                <a:spcPct val="150000"/>
              </a:lnSpc>
              <a:buClrTx/>
              <a:buSzTx/>
              <a:buFontTx/>
              <a:buNone/>
              <a:defRPr kumimoji="0" lang="zh-CN" altLang="en-US" sz="1600" b="0" i="0" u="none" strike="noStrike" kern="1200" cap="none" spc="150" normalizeH="0" baseline="0" noProof="1" dirty="0">
                <a:solidFill>
                  <a:schemeClr val="accent1"/>
                </a:solidFill>
                <a:latin typeface="+mj-ea"/>
                <a:ea typeface="+mj-ea"/>
                <a:cs typeface="MiSans Normal" panose="00000500000000000000" pitchFamily="2" charset="-122"/>
              </a:defRPr>
            </a:lvl1pPr>
          </a:lstStyle>
          <a:p>
            <a:pPr lvl="0" algn="l">
              <a:lnSpc>
                <a:spcPct val="150000"/>
              </a:lnSpc>
            </a:pPr>
            <a:r>
              <a:rPr dirty="0">
                <a:sym typeface="+mn-ea"/>
              </a:rPr>
              <a:t>单击此处编辑母版文本样式</a:t>
            </a:r>
            <a:endParaRPr dirty="0">
              <a:sym typeface="+mn-ea"/>
            </a:endParaRPr>
          </a:p>
        </p:txBody>
      </p:sp>
      <p:sp>
        <p:nvSpPr>
          <p:cNvPr id="7" name="标题"/>
          <p:cNvSpPr txBox="1">
            <a:spLocks noGrp="1"/>
          </p:cNvSpPr>
          <p:nvPr>
            <p:ph type="title" idx="1" hasCustomPrompt="1"/>
            <p:custDataLst>
              <p:tags r:id="rId15"/>
            </p:custDataLst>
          </p:nvPr>
        </p:nvSpPr>
        <p:spPr>
          <a:xfrm>
            <a:off x="5793009" y="1584960"/>
            <a:ext cx="5532120" cy="2480842"/>
          </a:xfrm>
          <a:prstGeom prst="rect">
            <a:avLst/>
          </a:prstGeom>
          <a:noFill/>
        </p:spPr>
        <p:txBody>
          <a:bodyPr vert="horz" wrap="square" lIns="0" tIns="0" rIns="0" bIns="0" rtlCol="0" anchor="b" anchorCtr="0">
            <a:normAutofit/>
          </a:bodyPr>
          <a:lstStyle>
            <a:lvl1pPr marL="0" marR="0" algn="l" defTabSz="914400" rtl="0" eaLnBrk="1" fontAlgn="auto" latinLnBrk="0" hangingPunct="1">
              <a:lnSpc>
                <a:spcPct val="100000"/>
              </a:lnSpc>
              <a:buClrTx/>
              <a:buSzTx/>
              <a:buFontTx/>
              <a:buNone/>
              <a:defRPr kumimoji="0" sz="8000" b="1" i="0" u="none" strike="noStrike" kern="1200" cap="none" spc="300" normalizeH="0" baseline="0" noProof="1" dirty="0">
                <a:gradFill>
                  <a:gsLst>
                    <a:gs pos="100000">
                      <a:schemeClr val="accent1"/>
                    </a:gs>
                    <a:gs pos="0">
                      <a:schemeClr val="accent1">
                        <a:lumMod val="75000"/>
                      </a:schemeClr>
                    </a:gs>
                  </a:gsLst>
                  <a:lin ang="8100000" scaled="0"/>
                </a:gradFill>
                <a:latin typeface="+mj-ea"/>
                <a:ea typeface="+mj-ea"/>
                <a:cs typeface="+mj-ea"/>
              </a:defRPr>
            </a:lvl1pPr>
          </a:lstStyle>
          <a:p>
            <a:pPr lvl="0"/>
            <a:r>
              <a:rPr dirty="0">
                <a:sym typeface="+mn-ea"/>
              </a:rPr>
              <a:t>编辑标题</a:t>
            </a:r>
            <a:endParaRPr dirty="0">
              <a:sym typeface="+mn-ea"/>
            </a:endParaRPr>
          </a:p>
        </p:txBody>
      </p:sp>
      <p:sp>
        <p:nvSpPr>
          <p:cNvPr id="4" name="日期占位符 3"/>
          <p:cNvSpPr>
            <a:spLocks noGrp="1"/>
          </p:cNvSpPr>
          <p:nvPr>
            <p:ph type="dt" sz="half" idx="10"/>
            <p:custDataLst>
              <p:tags r:id="rId16"/>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17"/>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8"/>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8" name="直接连接符 7"/>
          <p:cNvCxnSpPr/>
          <p:nvPr>
            <p:custDataLst>
              <p:tags r:id="rId1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日期占位符 9"/>
          <p:cNvSpPr>
            <a:spLocks noGrp="1"/>
          </p:cNvSpPr>
          <p:nvPr>
            <p:ph type="dt" sz="half" idx="10"/>
            <p:custDataLst>
              <p:tags r:id="rId13"/>
            </p:custDataLst>
          </p:nvPr>
        </p:nvSpPr>
        <p:spPr>
          <a:xfrm>
            <a:off x="612000" y="6314400"/>
            <a:ext cx="2700000" cy="316800"/>
          </a:xfrm>
        </p:spPr>
        <p:txBody>
          <a:bodyPr/>
          <a:lstStyle>
            <a:lvl1pPr>
              <a:defRPr>
                <a:cs typeface="MiSans Normal" panose="00000500000000000000" pitchFamily="2" charset="-122"/>
              </a:defRPr>
            </a:lvl1pPr>
          </a:lstStyle>
          <a:p>
            <a:fld id="{760FBDFE-C587-4B4C-A407-44438C67B59E}" type="datetimeFigureOut">
              <a:rPr lang="zh-CN" altLang="en-US" smtClean="0"/>
            </a:fld>
            <a:endParaRPr lang="zh-CN" altLang="en-US" dirty="0"/>
          </a:p>
        </p:txBody>
      </p:sp>
      <p:sp>
        <p:nvSpPr>
          <p:cNvPr id="11" name="页脚占位符 10"/>
          <p:cNvSpPr>
            <a:spLocks noGrp="1"/>
          </p:cNvSpPr>
          <p:nvPr>
            <p:ph type="ftr" sz="quarter" idx="11"/>
            <p:custDataLst>
              <p:tags r:id="rId14"/>
            </p:custDataLst>
          </p:nvPr>
        </p:nvSpPr>
        <p:spPr>
          <a:xfrm>
            <a:off x="4116000" y="6314400"/>
            <a:ext cx="3960000" cy="316800"/>
          </a:xfrm>
        </p:spPr>
        <p:txBody>
          <a:bodyPr/>
          <a:lstStyle>
            <a:lvl1pPr>
              <a:defRPr>
                <a:cs typeface="MiSans Normal" panose="00000500000000000000" pitchFamily="2" charset="-122"/>
              </a:defRPr>
            </a:lvl1pPr>
          </a:lstStyle>
          <a:p>
            <a:endParaRPr lang="zh-CN" altLang="en-US" dirty="0"/>
          </a:p>
        </p:txBody>
      </p:sp>
      <p:sp>
        <p:nvSpPr>
          <p:cNvPr id="12" name="灯片编号占位符 11"/>
          <p:cNvSpPr>
            <a:spLocks noGrp="1"/>
          </p:cNvSpPr>
          <p:nvPr>
            <p:ph type="sldNum" sz="quarter" idx="12"/>
            <p:custDataLst>
              <p:tags r:id="rId15"/>
            </p:custDataLst>
          </p:nvPr>
        </p:nvSpPr>
        <p:spPr>
          <a:xfrm>
            <a:off x="8877600" y="6314400"/>
            <a:ext cx="2700000" cy="316800"/>
          </a:xfrm>
        </p:spPr>
        <p:txBody>
          <a:bodyPr/>
          <a:lstStyle>
            <a:lvl1pPr>
              <a:defRPr>
                <a:cs typeface="MiSans Normal" panose="00000500000000000000" pitchFamily="2" charset="-122"/>
              </a:defRPr>
            </a:lvl1pPr>
          </a:lstStyle>
          <a:p>
            <a:fld id="{49AE70B2-8BF9-45C0-BB95-33D1B9D3A854}" type="slidenum">
              <a:rPr lang="zh-CN" altLang="en-US" smtClean="0"/>
            </a:fld>
            <a:endParaRPr lang="zh-CN" altLang="en-US" dirty="0"/>
          </a:p>
        </p:txBody>
      </p:sp>
      <p:sp>
        <p:nvSpPr>
          <p:cNvPr id="2" name="文本占位符 1"/>
          <p:cNvSpPr>
            <a:spLocks noGrp="1"/>
          </p:cNvSpPr>
          <p:nvPr>
            <p:ph type="body" idx="21"/>
            <p:custDataLst>
              <p:tags r:id="rId16"/>
            </p:custDataLst>
          </p:nvPr>
        </p:nvSpPr>
        <p:spPr>
          <a:xfrm>
            <a:off x="608330" y="1359535"/>
            <a:ext cx="10968990" cy="4807585"/>
          </a:xfrm>
          <a:prstGeom prst="rect">
            <a:avLst/>
          </a:prstGeom>
          <a:ln>
            <a:noFill/>
            <a:prstDash val="sysDash"/>
          </a:ln>
        </p:spPr>
        <p:txBody>
          <a:bodyPr vert="horz" lIns="90000" tIns="46800" rIns="90000" bIns="46800" rtlCol="0">
            <a:normAutofit/>
          </a:bodyPr>
          <a:lstStyle/>
          <a:p>
            <a:pPr marR="0" lvl="0">
              <a:buClrTx/>
              <a:buSzTx/>
            </a:pPr>
            <a:r>
              <a:rPr lang="zh-CN" altLang="en-US" dirty="0"/>
              <a:t>单击此处编辑母版文本样式</a:t>
            </a:r>
            <a:endParaRPr lang="zh-CN" altLang="en-US" dirty="0"/>
          </a:p>
          <a:p>
            <a:pPr marR="0" lvl="1">
              <a:tabLst>
                <a:tab pos="1609725" algn="l"/>
              </a:tabLst>
            </a:pPr>
            <a:r>
              <a:rPr lang="zh-CN" altLang="en-US" dirty="0"/>
              <a:t>二级</a:t>
            </a:r>
            <a:endParaRPr lang="zh-CN" altLang="en-US" dirty="0"/>
          </a:p>
          <a:p>
            <a:pPr marR="0" lvl="2"/>
            <a:r>
              <a:rPr lang="zh-CN" altLang="en-US" dirty="0"/>
              <a:t>三级</a:t>
            </a:r>
            <a:endParaRPr lang="zh-CN" altLang="en-US" dirty="0"/>
          </a:p>
          <a:p>
            <a:pPr marR="0" lvl="3"/>
            <a:r>
              <a:rPr lang="zh-CN" altLang="en-US" dirty="0"/>
              <a:t>四级</a:t>
            </a:r>
            <a:endParaRPr lang="zh-CN" altLang="en-US" dirty="0"/>
          </a:p>
          <a:p>
            <a:pPr marR="0" lvl="4"/>
            <a:r>
              <a:rPr lang="zh-CN" altLang="en-US" dirty="0"/>
              <a:t>五级</a:t>
            </a:r>
            <a:endParaRPr lang="zh-CN" altLang="en-US" dirty="0"/>
          </a:p>
        </p:txBody>
      </p:sp>
      <p:sp>
        <p:nvSpPr>
          <p:cNvPr id="3" name="标题占位符 2"/>
          <p:cNvSpPr>
            <a:spLocks noGrp="1"/>
          </p:cNvSpPr>
          <p:nvPr>
            <p:ph type="title"/>
            <p:custDataLst>
              <p:tags r:id="rId17"/>
            </p:custDataLst>
          </p:nvPr>
        </p:nvSpPr>
        <p:spPr>
          <a:xfrm>
            <a:off x="614680" y="365126"/>
            <a:ext cx="10962640" cy="596762"/>
          </a:xfrm>
          <a:prstGeom prst="rect">
            <a:avLst/>
          </a:prstGeom>
          <a:noFill/>
          <a:ln>
            <a:noFill/>
            <a:prstDash val="sysDash"/>
          </a:ln>
        </p:spPr>
        <p:txBody>
          <a:bodyPr vert="horz" wrap="square" lIns="91440" tIns="45720" rIns="91440" bIns="45720" rtlCol="0" anchor="ctr">
            <a:normAutofit/>
          </a:bodyPr>
          <a:lstStyle/>
          <a:p>
            <a:pPr marL="0" marR="0" lvl="0">
              <a:buClrTx/>
              <a:buSzTx/>
              <a:buFontTx/>
            </a:pPr>
            <a:r>
              <a:rPr lang="zh-CN" altLang="en-US" dirty="0"/>
              <a:t>单击此处编辑母版标题样式</a:t>
            </a:r>
            <a:endParaRPr lang="zh-CN" altLang="en-US" dirty="0"/>
          </a:p>
        </p:txBody>
      </p:sp>
      <p:sp>
        <p:nvSpPr>
          <p:cNvPr id="4"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kumimoji="0" lang="zh-CN" altLang="en-US" sz="3600" b="1" i="0" u="none" strike="noStrike" kern="1200" cap="none" spc="300" normalizeH="0" baseline="0" dirty="0" smtClean="0">
          <a:ln>
            <a:noFill/>
            <a:prstDash val="sysDot"/>
          </a:ln>
          <a:gradFill>
            <a:gsLst>
              <a:gs pos="0">
                <a:schemeClr val="accent1"/>
              </a:gs>
              <a:gs pos="100000">
                <a:schemeClr val="accent1">
                  <a:lumMod val="50000"/>
                </a:schemeClr>
              </a:gs>
            </a:gsLst>
            <a:lin ang="2700000" scaled="0"/>
          </a:gradFill>
          <a:uFillTx/>
          <a:latin typeface="+mj-ea"/>
          <a:ea typeface="+mj-ea"/>
          <a:cs typeface="MiSans Normal" panose="00000500000000000000" pitchFamily="2"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pitchFamily="2" charset="-122"/>
          <a:sym typeface="+mn-ea"/>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kumimoji="0" lang="zh-CN" altLang="en-US" sz="1600" b="0" i="0" u="none" strike="noStrike" kern="1200" cap="none" spc="150" normalizeH="0" baseline="0" dirty="0">
          <a:solidFill>
            <a:schemeClr val="tx1">
              <a:lumMod val="65000"/>
              <a:lumOff val="35000"/>
            </a:schemeClr>
          </a:solidFill>
          <a:uFillTx/>
          <a:latin typeface="+mn-ea"/>
          <a:ea typeface="+mn-ea"/>
          <a:cs typeface="MiSans Normal" panose="00000500000000000000" pitchFamily="2"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iSans Normal" panose="00000500000000000000" pitchFamily="2"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dirty="0">
          <a:solidFill>
            <a:schemeClr val="tx1">
              <a:lumMod val="65000"/>
              <a:lumOff val="35000"/>
            </a:schemeClr>
          </a:solidFill>
          <a:uFillTx/>
          <a:latin typeface="+mn-ea"/>
          <a:ea typeface="+mn-ea"/>
          <a:cs typeface="MiSans Normal" panose="00000500000000000000" pitchFamily="2"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dirty="0">
          <a:solidFill>
            <a:schemeClr val="tx1">
              <a:lumMod val="65000"/>
              <a:lumOff val="35000"/>
            </a:schemeClr>
          </a:solidFill>
          <a:uFillTx/>
          <a:latin typeface="+mn-ea"/>
          <a:ea typeface="+mn-ea"/>
          <a:cs typeface="MiSans Normal" panose="00000500000000000000"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2.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2" Type="http://schemas.openxmlformats.org/officeDocument/2006/relationships/notesSlide" Target="../notesSlides/notesSlide2.xml"/><Relationship Id="rId11" Type="http://schemas.openxmlformats.org/officeDocument/2006/relationships/slideLayout" Target="../slideLayouts/slideLayout3.xml"/><Relationship Id="rId10" Type="http://schemas.openxmlformats.org/officeDocument/2006/relationships/tags" Target="../tags/tag110.xml"/><Relationship Id="rId1" Type="http://schemas.openxmlformats.org/officeDocument/2006/relationships/tags" Target="../tags/tag10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0.xml"/><Relationship Id="rId5" Type="http://schemas.openxmlformats.org/officeDocument/2006/relationships/image" Target="../media/image5.png"/><Relationship Id="rId4" Type="http://schemas.openxmlformats.org/officeDocument/2006/relationships/tags" Target="../tags/tag119.xml"/><Relationship Id="rId3" Type="http://schemas.openxmlformats.org/officeDocument/2006/relationships/image" Target="../media/image4.png"/><Relationship Id="rId2" Type="http://schemas.openxmlformats.org/officeDocument/2006/relationships/tags" Target="../tags/tag118.xml"/><Relationship Id="rId1" Type="http://schemas.openxmlformats.org/officeDocument/2006/relationships/tags" Target="../tags/tag11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9.xml"/><Relationship Id="rId3" Type="http://schemas.openxmlformats.org/officeDocument/2006/relationships/image" Target="../media/image6.png"/><Relationship Id="rId2" Type="http://schemas.openxmlformats.org/officeDocument/2006/relationships/tags" Target="../tags/tag128.xml"/><Relationship Id="rId1" Type="http://schemas.openxmlformats.org/officeDocument/2006/relationships/tags" Target="../tags/tag127.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131.xml"/><Relationship Id="rId1" Type="http://schemas.openxmlformats.org/officeDocument/2006/relationships/tags" Target="../tags/tag130.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5.xml"/><Relationship Id="rId3" Type="http://schemas.openxmlformats.org/officeDocument/2006/relationships/image" Target="../media/image9.png"/><Relationship Id="rId2" Type="http://schemas.openxmlformats.org/officeDocument/2006/relationships/tags" Target="../tags/tag134.xml"/><Relationship Id="rId1" Type="http://schemas.openxmlformats.org/officeDocument/2006/relationships/tags" Target="../tags/tag133.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8.xml"/><Relationship Id="rId3" Type="http://schemas.openxmlformats.org/officeDocument/2006/relationships/image" Target="../media/image10.png"/><Relationship Id="rId2" Type="http://schemas.openxmlformats.org/officeDocument/2006/relationships/tags" Target="../tags/tag137.xml"/><Relationship Id="rId1" Type="http://schemas.openxmlformats.org/officeDocument/2006/relationships/tags" Target="../tags/tag136.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41.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140.xml"/><Relationship Id="rId1" Type="http://schemas.openxmlformats.org/officeDocument/2006/relationships/tags" Target="../tags/tag139.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4.xml"/><Relationship Id="rId3" Type="http://schemas.openxmlformats.org/officeDocument/2006/relationships/image" Target="../media/image13.png"/><Relationship Id="rId2" Type="http://schemas.openxmlformats.org/officeDocument/2006/relationships/tags" Target="../tags/tag143.xml"/><Relationship Id="rId1" Type="http://schemas.openxmlformats.org/officeDocument/2006/relationships/tags" Target="../tags/tag142.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7.xml"/><Relationship Id="rId3" Type="http://schemas.openxmlformats.org/officeDocument/2006/relationships/image" Target="../media/image14.png"/><Relationship Id="rId2" Type="http://schemas.openxmlformats.org/officeDocument/2006/relationships/tags" Target="../tags/tag146.xml"/><Relationship Id="rId1" Type="http://schemas.openxmlformats.org/officeDocument/2006/relationships/tags" Target="../tags/tag145.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0.xml"/><Relationship Id="rId3" Type="http://schemas.openxmlformats.org/officeDocument/2006/relationships/image" Target="../media/image15.png"/><Relationship Id="rId2" Type="http://schemas.openxmlformats.org/officeDocument/2006/relationships/tags" Target="../tags/tag149.xml"/><Relationship Id="rId1" Type="http://schemas.openxmlformats.org/officeDocument/2006/relationships/tags" Target="../tags/tag14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3.xml"/><Relationship Id="rId3" Type="http://schemas.openxmlformats.org/officeDocument/2006/relationships/image" Target="../media/image16.png"/><Relationship Id="rId2" Type="http://schemas.openxmlformats.org/officeDocument/2006/relationships/tags" Target="../tags/tag152.xml"/><Relationship Id="rId1" Type="http://schemas.openxmlformats.org/officeDocument/2006/relationships/tags" Target="../tags/tag151.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6.xml"/><Relationship Id="rId3" Type="http://schemas.openxmlformats.org/officeDocument/2006/relationships/image" Target="../media/image17.png"/><Relationship Id="rId2" Type="http://schemas.openxmlformats.org/officeDocument/2006/relationships/tags" Target="../tags/tag155.xml"/><Relationship Id="rId1" Type="http://schemas.openxmlformats.org/officeDocument/2006/relationships/tags" Target="../tags/tag154.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6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161.xml"/><Relationship Id="rId1" Type="http://schemas.openxmlformats.org/officeDocument/2006/relationships/tags" Target="../tags/tag16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6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6.xml"/><Relationship Id="rId2" Type="http://schemas.openxmlformats.org/officeDocument/2006/relationships/image" Target="../media/image20.png"/><Relationship Id="rId1" Type="http://schemas.openxmlformats.org/officeDocument/2006/relationships/tags" Target="../tags/tag16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7.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9.xml"/><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tags" Target="../tags/tag168.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1.xml"/><Relationship Id="rId2" Type="http://schemas.openxmlformats.org/officeDocument/2006/relationships/image" Target="../media/image24.png"/><Relationship Id="rId1" Type="http://schemas.openxmlformats.org/officeDocument/2006/relationships/tags" Target="../tags/tag170.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74.xml"/><Relationship Id="rId4" Type="http://schemas.openxmlformats.org/officeDocument/2006/relationships/image" Target="../media/image26.png"/><Relationship Id="rId3" Type="http://schemas.openxmlformats.org/officeDocument/2006/relationships/tags" Target="../tags/tag173.xml"/><Relationship Id="rId2" Type="http://schemas.openxmlformats.org/officeDocument/2006/relationships/image" Target="../media/image25.png"/><Relationship Id="rId1" Type="http://schemas.openxmlformats.org/officeDocument/2006/relationships/tags" Target="../tags/tag17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1.xml"/><Relationship Id="rId2" Type="http://schemas.openxmlformats.org/officeDocument/2006/relationships/tags" Target="../tags/tag176.xml"/><Relationship Id="rId1" Type="http://schemas.openxmlformats.org/officeDocument/2006/relationships/tags" Target="../tags/tag1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3"/>
            <p:custDataLst>
              <p:tags r:id="rId1"/>
            </p:custDataLst>
          </p:nvPr>
        </p:nvSpPr>
        <p:spPr>
          <a:xfrm>
            <a:off x="5807075" y="3846195"/>
            <a:ext cx="5243195" cy="1501140"/>
          </a:xfrm>
        </p:spPr>
        <p:txBody>
          <a:bodyPr>
            <a:noAutofit/>
          </a:bodyPr>
          <a:lstStyle/>
          <a:p>
            <a:r>
              <a:rPr lang="en-US" altLang="zh-CN" sz="2800" b="1"/>
              <a:t>    </a:t>
            </a:r>
            <a:r>
              <a:rPr lang="zh-CN" altLang="en-US" sz="2800" b="1"/>
              <a:t>刘少东</a:t>
            </a:r>
            <a:r>
              <a:rPr lang="en-US" altLang="zh-CN" sz="2800" b="1"/>
              <a:t> </a:t>
            </a:r>
            <a:r>
              <a:rPr sz="2800" b="1"/>
              <a:t>刘旋</a:t>
            </a:r>
            <a:r>
              <a:rPr lang="en-US" altLang="zh-CN" sz="2800" b="1"/>
              <a:t> </a:t>
            </a:r>
            <a:endParaRPr lang="en-US" altLang="zh-CN" sz="2800" b="1"/>
          </a:p>
          <a:p>
            <a:r>
              <a:rPr sz="2800" b="1"/>
              <a:t>杨越</a:t>
            </a:r>
            <a:r>
              <a:rPr lang="en-US" altLang="zh-CN" sz="2800" b="1"/>
              <a:t> </a:t>
            </a:r>
            <a:r>
              <a:rPr sz="2800" b="1"/>
              <a:t>刘鑫禾</a:t>
            </a:r>
            <a:r>
              <a:rPr lang="en-US" altLang="zh-CN" sz="2800" b="1"/>
              <a:t> </a:t>
            </a:r>
            <a:r>
              <a:rPr sz="2800" b="1"/>
              <a:t>孙程皓</a:t>
            </a:r>
            <a:endParaRPr sz="2800" b="1"/>
          </a:p>
        </p:txBody>
      </p:sp>
      <p:sp>
        <p:nvSpPr>
          <p:cNvPr id="8" name="标题 7"/>
          <p:cNvSpPr>
            <a:spLocks noGrp="1"/>
          </p:cNvSpPr>
          <p:nvPr>
            <p:ph type="title" idx="1"/>
            <p:custDataLst>
              <p:tags r:id="rId2"/>
            </p:custDataLst>
          </p:nvPr>
        </p:nvSpPr>
        <p:spPr>
          <a:xfrm>
            <a:off x="5117369" y="1080977"/>
            <a:ext cx="5532120" cy="2204085"/>
          </a:xfrm>
        </p:spPr>
        <p:txBody>
          <a:bodyPr>
            <a:noAutofit/>
          </a:bodyPr>
          <a:lstStyle/>
          <a:p>
            <a:r>
              <a:rPr lang="en-US" altLang="zh-CN" sz="7200" dirty="0"/>
              <a:t>  </a:t>
            </a:r>
            <a:r>
              <a:rPr sz="7200" dirty="0"/>
              <a:t>第六组</a:t>
            </a:r>
            <a:br>
              <a:rPr sz="7200" dirty="0"/>
            </a:br>
            <a:r>
              <a:rPr lang="en-US" altLang="zh-CN" sz="7200" dirty="0"/>
              <a:t>BMP</a:t>
            </a:r>
            <a:r>
              <a:rPr sz="7200" dirty="0"/>
              <a:t>图像旋转</a:t>
            </a:r>
            <a:endParaRPr sz="7200" dirty="0"/>
          </a:p>
        </p:txBody>
      </p:sp>
    </p:spTree>
    <p:custDataLst>
      <p:tags r:id="rId3"/>
    </p:custData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3"/>
            <p:custDataLst>
              <p:tags r:id="rId1"/>
            </p:custDataLst>
          </p:nvPr>
        </p:nvSpPr>
        <p:spPr/>
        <p:txBody>
          <a:bodyPr/>
          <a:lstStyle/>
          <a:p>
            <a:r>
              <a:rPr lang="zh-CN" altLang="en-US" dirty="0"/>
              <a:t>目录</a:t>
            </a:r>
            <a:endParaRPr lang="zh-CN" altLang="en-US" dirty="0"/>
          </a:p>
        </p:txBody>
      </p:sp>
      <p:sp>
        <p:nvSpPr>
          <p:cNvPr id="15" name="序号"/>
          <p:cNvSpPr txBox="1"/>
          <p:nvPr>
            <p:custDataLst>
              <p:tags r:id="rId2"/>
            </p:custDataLst>
          </p:nvPr>
        </p:nvSpPr>
        <p:spPr>
          <a:xfrm>
            <a:off x="3299327" y="1870683"/>
            <a:ext cx="685165" cy="685165"/>
          </a:xfrm>
          <a:prstGeom prst="ellipse">
            <a:avLst/>
          </a:prstGeom>
          <a:noFill/>
          <a:ln w="12700">
            <a:solidFill>
              <a:schemeClr val="accent1"/>
            </a:solidFill>
          </a:ln>
        </p:spPr>
        <p:txBody>
          <a:bodyPr wrap="square" lIns="0" tIns="0" rIns="0" bIns="0" rtlCol="0" anchor="ctr">
            <a:normAutofit/>
          </a:bodyPr>
          <a:lstStyle/>
          <a:p>
            <a:pPr algn="ctr">
              <a:lnSpc>
                <a:spcPct val="120000"/>
              </a:lnSpc>
            </a:pPr>
            <a:r>
              <a:rPr lang="en-US" sz="2000" b="1" dirty="0">
                <a:solidFill>
                  <a:schemeClr val="accent1"/>
                </a:solidFill>
                <a:latin typeface="+mj-ea"/>
                <a:ea typeface="+mj-ea"/>
                <a:cs typeface="MiSans Normal" panose="00000500000000000000" pitchFamily="2" charset="-122"/>
              </a:rPr>
              <a:t>01</a:t>
            </a:r>
            <a:endParaRPr lang="en-US" sz="2000" b="1" dirty="0">
              <a:solidFill>
                <a:schemeClr val="accent1"/>
              </a:solidFill>
              <a:latin typeface="+mj-ea"/>
              <a:ea typeface="+mj-ea"/>
              <a:cs typeface="MiSans Normal" panose="00000500000000000000" pitchFamily="2" charset="-122"/>
            </a:endParaRPr>
          </a:p>
        </p:txBody>
      </p:sp>
      <p:sp>
        <p:nvSpPr>
          <p:cNvPr id="16" name="标题"/>
          <p:cNvSpPr txBox="1"/>
          <p:nvPr>
            <p:custDataLst>
              <p:tags r:id="rId3"/>
            </p:custDataLst>
          </p:nvPr>
        </p:nvSpPr>
        <p:spPr>
          <a:xfrm>
            <a:off x="4163695" y="1461135"/>
            <a:ext cx="2904490" cy="1343025"/>
          </a:xfrm>
          <a:prstGeom prst="rect">
            <a:avLst/>
          </a:prstGeom>
          <a:noFill/>
        </p:spPr>
        <p:txBody>
          <a:bodyPr wrap="square" lIns="0" tIns="0" rIns="0" bIns="0" rtlCol="0" anchor="ctr">
            <a:normAutofit/>
          </a:bodyPr>
          <a:lstStyle/>
          <a:p>
            <a:pPr>
              <a:lnSpc>
                <a:spcPct val="90000"/>
              </a:lnSpc>
            </a:pPr>
            <a:r>
              <a:rPr lang="zh-CN" altLang="en-US" sz="2400" spc="300" dirty="0">
                <a:solidFill>
                  <a:schemeClr val="tx1">
                    <a:lumMod val="75000"/>
                    <a:lumOff val="25000"/>
                  </a:schemeClr>
                </a:solidFill>
                <a:latin typeface="+mj-ea"/>
                <a:ea typeface="+mj-ea"/>
                <a:cs typeface="MiSans Normal" panose="00000500000000000000" pitchFamily="2" charset="-122"/>
              </a:rPr>
              <a:t>引言与</a:t>
            </a:r>
            <a:r>
              <a:rPr lang="zh-CN" altLang="en-US" sz="2400" spc="300" dirty="0">
                <a:solidFill>
                  <a:schemeClr val="tx1">
                    <a:lumMod val="75000"/>
                    <a:lumOff val="25000"/>
                  </a:schemeClr>
                </a:solidFill>
                <a:latin typeface="+mj-ea"/>
                <a:ea typeface="+mj-ea"/>
                <a:cs typeface="MiSans Normal" panose="00000500000000000000" pitchFamily="2" charset="-122"/>
              </a:rPr>
              <a:t>要求</a:t>
            </a:r>
            <a:endParaRPr lang="zh-CN" altLang="en-US" sz="2400" spc="300" dirty="0">
              <a:solidFill>
                <a:schemeClr val="tx1">
                  <a:lumMod val="75000"/>
                  <a:lumOff val="25000"/>
                </a:schemeClr>
              </a:solidFill>
              <a:latin typeface="+mj-ea"/>
              <a:ea typeface="+mj-ea"/>
              <a:cs typeface="MiSans Normal" panose="00000500000000000000" pitchFamily="2" charset="-122"/>
            </a:endParaRPr>
          </a:p>
        </p:txBody>
      </p:sp>
      <p:sp>
        <p:nvSpPr>
          <p:cNvPr id="4" name="序号"/>
          <p:cNvSpPr txBox="1"/>
          <p:nvPr>
            <p:custDataLst>
              <p:tags r:id="rId4"/>
            </p:custDataLst>
          </p:nvPr>
        </p:nvSpPr>
        <p:spPr>
          <a:xfrm>
            <a:off x="7506107" y="1870683"/>
            <a:ext cx="685165" cy="685165"/>
          </a:xfrm>
          <a:prstGeom prst="ellipse">
            <a:avLst/>
          </a:prstGeom>
          <a:noFill/>
          <a:ln w="12700">
            <a:solidFill>
              <a:schemeClr val="accent1"/>
            </a:solidFill>
          </a:ln>
        </p:spPr>
        <p:txBody>
          <a:bodyPr wrap="square" lIns="0" tIns="0" rIns="0" bIns="0" rtlCol="0" anchor="ctr">
            <a:normAutofit/>
          </a:bodyPr>
          <a:lstStyle/>
          <a:p>
            <a:pPr algn="ctr">
              <a:lnSpc>
                <a:spcPct val="120000"/>
              </a:lnSpc>
            </a:pPr>
            <a:r>
              <a:rPr lang="en-US" sz="2000" b="1" dirty="0">
                <a:solidFill>
                  <a:schemeClr val="accent1"/>
                </a:solidFill>
                <a:latin typeface="+mj-ea"/>
                <a:ea typeface="+mj-ea"/>
                <a:cs typeface="MiSans Normal" panose="00000500000000000000" pitchFamily="2" charset="-122"/>
              </a:rPr>
              <a:t>02</a:t>
            </a:r>
            <a:endParaRPr lang="en-US" sz="2000" b="1" dirty="0">
              <a:solidFill>
                <a:schemeClr val="accent1"/>
              </a:solidFill>
              <a:latin typeface="+mj-ea"/>
              <a:ea typeface="+mj-ea"/>
              <a:cs typeface="MiSans Normal" panose="00000500000000000000" pitchFamily="2" charset="-122"/>
            </a:endParaRPr>
          </a:p>
        </p:txBody>
      </p:sp>
      <p:sp>
        <p:nvSpPr>
          <p:cNvPr id="31" name="标题"/>
          <p:cNvSpPr txBox="1"/>
          <p:nvPr>
            <p:custDataLst>
              <p:tags r:id="rId5"/>
            </p:custDataLst>
          </p:nvPr>
        </p:nvSpPr>
        <p:spPr>
          <a:xfrm>
            <a:off x="8362950" y="1541780"/>
            <a:ext cx="2904490" cy="1343025"/>
          </a:xfrm>
          <a:prstGeom prst="rect">
            <a:avLst/>
          </a:prstGeom>
          <a:noFill/>
        </p:spPr>
        <p:txBody>
          <a:bodyPr wrap="square" lIns="0" tIns="0" rIns="0" bIns="0" rtlCol="0" anchor="ctr">
            <a:normAutofit/>
          </a:bodyPr>
          <a:lstStyle/>
          <a:p>
            <a:pPr>
              <a:lnSpc>
                <a:spcPct val="90000"/>
              </a:lnSpc>
            </a:pPr>
            <a:r>
              <a:rPr lang="zh-CN" altLang="en-US" sz="2400" spc="300" dirty="0">
                <a:solidFill>
                  <a:schemeClr val="tx1">
                    <a:lumMod val="75000"/>
                    <a:lumOff val="25000"/>
                  </a:schemeClr>
                </a:solidFill>
                <a:latin typeface="+mj-ea"/>
                <a:ea typeface="+mj-ea"/>
                <a:cs typeface="MiSans Normal" panose="00000500000000000000" pitchFamily="2" charset="-122"/>
              </a:rPr>
              <a:t>代码分享与</a:t>
            </a:r>
            <a:r>
              <a:rPr lang="zh-CN" altLang="en-US" sz="2400" spc="300" dirty="0">
                <a:solidFill>
                  <a:schemeClr val="tx1">
                    <a:lumMod val="75000"/>
                    <a:lumOff val="25000"/>
                  </a:schemeClr>
                </a:solidFill>
                <a:latin typeface="+mj-ea"/>
                <a:ea typeface="+mj-ea"/>
                <a:cs typeface="MiSans Normal" panose="00000500000000000000" pitchFamily="2" charset="-122"/>
              </a:rPr>
              <a:t>解读</a:t>
            </a:r>
            <a:endParaRPr lang="zh-CN" altLang="en-US" sz="2400" spc="300" dirty="0">
              <a:solidFill>
                <a:schemeClr val="tx1">
                  <a:lumMod val="75000"/>
                  <a:lumOff val="25000"/>
                </a:schemeClr>
              </a:solidFill>
              <a:latin typeface="+mj-ea"/>
              <a:ea typeface="+mj-ea"/>
              <a:cs typeface="MiSans Normal" panose="00000500000000000000" pitchFamily="2" charset="-122"/>
            </a:endParaRPr>
          </a:p>
        </p:txBody>
      </p:sp>
      <p:sp>
        <p:nvSpPr>
          <p:cNvPr id="33" name="序号"/>
          <p:cNvSpPr txBox="1"/>
          <p:nvPr>
            <p:custDataLst>
              <p:tags r:id="rId6"/>
            </p:custDataLst>
          </p:nvPr>
        </p:nvSpPr>
        <p:spPr>
          <a:xfrm>
            <a:off x="3299327" y="3637668"/>
            <a:ext cx="685165" cy="685165"/>
          </a:xfrm>
          <a:prstGeom prst="ellipse">
            <a:avLst/>
          </a:prstGeom>
          <a:noFill/>
          <a:ln w="12700">
            <a:solidFill>
              <a:schemeClr val="accent1"/>
            </a:solidFill>
          </a:ln>
        </p:spPr>
        <p:txBody>
          <a:bodyPr wrap="square" lIns="0" tIns="0" rIns="0" bIns="0" rtlCol="0" anchor="ctr">
            <a:normAutofit/>
          </a:bodyPr>
          <a:lstStyle/>
          <a:p>
            <a:pPr algn="ctr">
              <a:lnSpc>
                <a:spcPct val="120000"/>
              </a:lnSpc>
            </a:pPr>
            <a:r>
              <a:rPr lang="en-US" sz="2000" b="1" dirty="0">
                <a:solidFill>
                  <a:schemeClr val="accent1"/>
                </a:solidFill>
                <a:latin typeface="+mj-ea"/>
                <a:ea typeface="+mj-ea"/>
                <a:cs typeface="MiSans Normal" panose="00000500000000000000" pitchFamily="2" charset="-122"/>
              </a:rPr>
              <a:t>03</a:t>
            </a:r>
            <a:endParaRPr lang="en-US" sz="2000" b="1" dirty="0">
              <a:solidFill>
                <a:schemeClr val="accent1"/>
              </a:solidFill>
              <a:latin typeface="+mj-ea"/>
              <a:ea typeface="+mj-ea"/>
              <a:cs typeface="MiSans Normal" panose="00000500000000000000" pitchFamily="2" charset="-122"/>
            </a:endParaRPr>
          </a:p>
        </p:txBody>
      </p:sp>
      <p:sp>
        <p:nvSpPr>
          <p:cNvPr id="35" name="标题"/>
          <p:cNvSpPr txBox="1"/>
          <p:nvPr>
            <p:custDataLst>
              <p:tags r:id="rId7"/>
            </p:custDataLst>
          </p:nvPr>
        </p:nvSpPr>
        <p:spPr>
          <a:xfrm>
            <a:off x="4103370" y="3308985"/>
            <a:ext cx="2904490" cy="1343025"/>
          </a:xfrm>
          <a:prstGeom prst="rect">
            <a:avLst/>
          </a:prstGeom>
          <a:noFill/>
        </p:spPr>
        <p:txBody>
          <a:bodyPr wrap="square" lIns="0" tIns="0" rIns="0" bIns="0" rtlCol="0" anchor="ctr">
            <a:normAutofit/>
          </a:bodyPr>
          <a:lstStyle/>
          <a:p>
            <a:pPr>
              <a:lnSpc>
                <a:spcPct val="90000"/>
              </a:lnSpc>
            </a:pPr>
            <a:r>
              <a:rPr lang="zh-CN" altLang="en-US" sz="2400" spc="300" dirty="0">
                <a:solidFill>
                  <a:schemeClr val="tx1">
                    <a:lumMod val="75000"/>
                    <a:lumOff val="25000"/>
                  </a:schemeClr>
                </a:solidFill>
                <a:latin typeface="+mj-ea"/>
                <a:ea typeface="+mj-ea"/>
                <a:cs typeface="MiSans Normal" panose="00000500000000000000" pitchFamily="2" charset="-122"/>
              </a:rPr>
              <a:t>结果展示</a:t>
            </a:r>
            <a:endParaRPr lang="zh-CN" altLang="en-US" sz="2400" spc="300" dirty="0">
              <a:solidFill>
                <a:schemeClr val="tx1">
                  <a:lumMod val="75000"/>
                  <a:lumOff val="25000"/>
                </a:schemeClr>
              </a:solidFill>
              <a:latin typeface="+mj-ea"/>
              <a:ea typeface="+mj-ea"/>
              <a:cs typeface="MiSans Normal" panose="00000500000000000000" pitchFamily="2" charset="-122"/>
            </a:endParaRPr>
          </a:p>
        </p:txBody>
      </p:sp>
      <p:sp>
        <p:nvSpPr>
          <p:cNvPr id="3" name="序号"/>
          <p:cNvSpPr txBox="1"/>
          <p:nvPr>
            <p:custDataLst>
              <p:tags r:id="rId8"/>
            </p:custDataLst>
          </p:nvPr>
        </p:nvSpPr>
        <p:spPr>
          <a:xfrm>
            <a:off x="7432447" y="3637888"/>
            <a:ext cx="685165" cy="685165"/>
          </a:xfrm>
          <a:prstGeom prst="ellipse">
            <a:avLst/>
          </a:prstGeom>
          <a:noFill/>
          <a:ln w="12700">
            <a:solidFill>
              <a:schemeClr val="accent1"/>
            </a:solidFill>
          </a:ln>
        </p:spPr>
        <p:txBody>
          <a:bodyPr wrap="square" lIns="0" tIns="0" rIns="0" bIns="0" rtlCol="0" anchor="ctr">
            <a:normAutofit/>
          </a:bodyPr>
          <a:p>
            <a:pPr algn="ctr">
              <a:lnSpc>
                <a:spcPct val="120000"/>
              </a:lnSpc>
            </a:pPr>
            <a:r>
              <a:rPr lang="en-US" sz="2000" b="1" dirty="0">
                <a:solidFill>
                  <a:schemeClr val="accent1"/>
                </a:solidFill>
                <a:latin typeface="+mj-ea"/>
                <a:ea typeface="+mj-ea"/>
                <a:cs typeface="MiSans Normal" panose="00000500000000000000" pitchFamily="2" charset="-122"/>
              </a:rPr>
              <a:t>04</a:t>
            </a:r>
            <a:endParaRPr lang="en-US" sz="2000" b="1" dirty="0">
              <a:solidFill>
                <a:schemeClr val="accent1"/>
              </a:solidFill>
              <a:latin typeface="+mj-ea"/>
              <a:ea typeface="+mj-ea"/>
              <a:cs typeface="MiSans Normal" panose="00000500000000000000" pitchFamily="2" charset="-122"/>
            </a:endParaRPr>
          </a:p>
        </p:txBody>
      </p:sp>
      <p:sp>
        <p:nvSpPr>
          <p:cNvPr id="5" name="标题"/>
          <p:cNvSpPr txBox="1"/>
          <p:nvPr>
            <p:custDataLst>
              <p:tags r:id="rId9"/>
            </p:custDataLst>
          </p:nvPr>
        </p:nvSpPr>
        <p:spPr>
          <a:xfrm>
            <a:off x="8242300" y="3308985"/>
            <a:ext cx="2904490" cy="1343025"/>
          </a:xfrm>
          <a:prstGeom prst="rect">
            <a:avLst/>
          </a:prstGeom>
          <a:noFill/>
        </p:spPr>
        <p:txBody>
          <a:bodyPr wrap="square" lIns="0" tIns="0" rIns="0" bIns="0" rtlCol="0" anchor="ctr">
            <a:normAutofit/>
          </a:bodyPr>
          <a:p>
            <a:pPr>
              <a:lnSpc>
                <a:spcPct val="90000"/>
              </a:lnSpc>
            </a:pPr>
            <a:r>
              <a:rPr lang="zh-CN" altLang="en-US" sz="2400">
                <a:sym typeface="+mn-ea"/>
              </a:rPr>
              <a:t>调试过程</a:t>
            </a:r>
            <a:endParaRPr lang="zh-CN" altLang="en-US" sz="2400" spc="300" dirty="0">
              <a:solidFill>
                <a:schemeClr val="tx1">
                  <a:lumMod val="75000"/>
                  <a:lumOff val="25000"/>
                </a:schemeClr>
              </a:solidFill>
              <a:latin typeface="+mj-ea"/>
              <a:ea typeface="+mj-ea"/>
              <a:cs typeface="MiSans Normal" panose="00000500000000000000" pitchFamily="2" charset="-122"/>
            </a:endParaRPr>
          </a:p>
        </p:txBody>
      </p:sp>
    </p:spTree>
    <p:custDataLst>
      <p:tags r:id="rId10"/>
    </p:custData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5"/>
            <p:custDataLst>
              <p:tags r:id="rId1"/>
            </p:custDataLst>
          </p:nvPr>
        </p:nvSpPr>
        <p:spPr/>
        <p:txBody>
          <a:bodyPr/>
          <a:lstStyle/>
          <a:p>
            <a:r>
              <a:rPr lang="zh-CN" altLang="en-US" sz="6000" dirty="0"/>
              <a:t>引言与要求</a:t>
            </a:r>
            <a:endParaRPr lang="zh-CN" altLang="en-US" sz="6000" dirty="0"/>
          </a:p>
        </p:txBody>
      </p:sp>
      <p:sp>
        <p:nvSpPr>
          <p:cNvPr id="4" name="文本占位符 3"/>
          <p:cNvSpPr>
            <a:spLocks noGrp="1"/>
          </p:cNvSpPr>
          <p:nvPr>
            <p:ph type="body" idx="1"/>
            <p:custDataLst>
              <p:tags r:id="rId2"/>
            </p:custDataLst>
          </p:nvPr>
        </p:nvSpPr>
        <p:spPr/>
        <p:txBody>
          <a:bodyPr/>
          <a:lstStyle/>
          <a:p>
            <a:r>
              <a:rPr lang="zh-CN" altLang="en-US"/>
              <a:t>01</a:t>
            </a:r>
            <a:endParaRPr lang="zh-CN" altLang="en-US"/>
          </a:p>
        </p:txBody>
      </p:sp>
    </p:spTree>
    <p:custDataLst>
      <p:tags r:id="rId3"/>
    </p:custData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83820" y="958850"/>
            <a:ext cx="12108815" cy="5898515"/>
          </a:xfrm>
        </p:spPr>
        <p:txBody>
          <a:bodyPr>
            <a:normAutofit fontScale="70000"/>
          </a:bodyPr>
          <a:lstStyle/>
          <a:p>
            <a:r>
              <a:rPr lang="zh-CN" altLang="en-US" sz="4600" dirty="0">
                <a:latin typeface="+mn-ea"/>
                <a:ea typeface="+mn-ea"/>
              </a:rPr>
              <a:t>引言</a:t>
            </a:r>
            <a:endParaRPr lang="zh-CN" altLang="en-US" sz="4600" dirty="0">
              <a:latin typeface="+mn-ea"/>
              <a:ea typeface="+mn-ea"/>
            </a:endParaRPr>
          </a:p>
          <a:p>
            <a:pPr marL="0" indent="0">
              <a:buNone/>
            </a:pPr>
            <a:r>
              <a:rPr lang="en-US" altLang="zh-CN" sz="3600" dirty="0">
                <a:latin typeface="+mn-ea"/>
                <a:ea typeface="+mn-ea"/>
              </a:rPr>
              <a:t>  </a:t>
            </a:r>
            <a:r>
              <a:rPr lang="zh-CN" altLang="en-US" sz="3600" dirty="0">
                <a:latin typeface="+mn-ea"/>
                <a:ea typeface="+mn-ea"/>
              </a:rPr>
              <a:t>BMP（全称Bitmap）是Windows操作系统中的标准图像文件格式，可以分成两类：设备相关位图（DDB）和设备无关位图（DIB），使用非常广。它采用位映射存储格式，除了图像深度可选以外，不采用其他任何压缩，因此，BMP文件所占用的空间很大。BMP文件的图像深度可选lbit、4bit、8bit及24bit。BMP文件存储数据时，图像的扫描方式是按从左到右、从下到上的顺序。由于BMP文件格式是Windows环境中交换与图有关的数据的一种标准，因此在Windows环境中运行的图形图像软件都支持BMP图像格式。一个BMP文件由四部分组成：位图文件头数据，位图信息头</a:t>
            </a:r>
            <a:r>
              <a:rPr lang="zh-CN" altLang="en-US" sz="3600" dirty="0">
                <a:latin typeface="+mn-ea"/>
                <a:ea typeface="+mn-ea"/>
              </a:rPr>
              <a:t>数据，调色板，位图数据。</a:t>
            </a:r>
            <a:endParaRPr lang="zh-CN" altLang="en-US" sz="36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1.</a:t>
            </a:r>
            <a:r>
              <a:rPr dirty="0"/>
              <a:t>引言与</a:t>
            </a:r>
            <a:r>
              <a:rPr dirty="0"/>
              <a:t>要求</a:t>
            </a:r>
            <a:endParaRPr dirty="0"/>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p:txBody>
          <a:bodyPr/>
          <a:lstStyle/>
          <a:p>
            <a:r>
              <a:rPr lang="zh-CN" altLang="en-US" sz="3600" dirty="0">
                <a:latin typeface="+mn-ea"/>
                <a:ea typeface="+mn-ea"/>
              </a:rPr>
              <a:t>实验内容</a:t>
            </a:r>
            <a:endParaRPr lang="zh-CN" altLang="en-US" sz="3600" dirty="0">
              <a:latin typeface="+mn-ea"/>
              <a:ea typeface="+mn-ea"/>
            </a:endParaRPr>
          </a:p>
          <a:p>
            <a:pPr marL="0" indent="0">
              <a:buNone/>
            </a:pPr>
            <a:r>
              <a:rPr lang="zh-CN" altLang="en-US" sz="2000" dirty="0">
                <a:latin typeface="+mn-ea"/>
                <a:ea typeface="+mn-ea"/>
              </a:rPr>
              <a:t>将如下</a:t>
            </a:r>
            <a:r>
              <a:rPr lang="en-US" altLang="zh-CN" sz="2000" dirty="0">
                <a:latin typeface="+mn-ea"/>
                <a:ea typeface="+mn-ea"/>
              </a:rPr>
              <a:t>BMP</a:t>
            </a:r>
            <a:r>
              <a:rPr sz="2000" dirty="0">
                <a:latin typeface="+mn-ea"/>
                <a:ea typeface="+mn-ea"/>
              </a:rPr>
              <a:t>图像进行</a:t>
            </a:r>
            <a:r>
              <a:rPr lang="en-US" altLang="zh-CN" sz="2000" dirty="0">
                <a:latin typeface="+mn-ea"/>
                <a:ea typeface="+mn-ea"/>
              </a:rPr>
              <a:t>90</a:t>
            </a:r>
            <a:r>
              <a:rPr sz="2000" dirty="0">
                <a:latin typeface="+mn-ea"/>
                <a:ea typeface="+mn-ea"/>
              </a:rPr>
              <a:t>°顺时针或逆时针旋转</a:t>
            </a:r>
            <a:endParaRPr lang="zh-CN" altLang="en-US" sz="2000" dirty="0">
              <a:latin typeface="+mn-ea"/>
              <a:ea typeface="+mn-ea"/>
            </a:endParaRPr>
          </a:p>
          <a:p>
            <a:pPr marL="0" indent="0">
              <a:buNone/>
            </a:pPr>
            <a:endParaRPr lang="zh-CN" altLang="en-US" sz="20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1.</a:t>
            </a:r>
            <a:r>
              <a:rPr dirty="0"/>
              <a:t>引言与</a:t>
            </a:r>
            <a:r>
              <a:rPr dirty="0"/>
              <a:t>要求</a:t>
            </a:r>
            <a:endParaRPr dirty="0"/>
          </a:p>
        </p:txBody>
      </p:sp>
      <p:pic>
        <p:nvPicPr>
          <p:cNvPr id="3" name="图片 2" descr="view_256"/>
          <p:cNvPicPr>
            <a:picLocks noChangeAspect="1"/>
          </p:cNvPicPr>
          <p:nvPr/>
        </p:nvPicPr>
        <p:blipFill>
          <a:blip r:embed="rId3"/>
          <a:stretch>
            <a:fillRect/>
          </a:stretch>
        </p:blipFill>
        <p:spPr>
          <a:xfrm>
            <a:off x="711835" y="2650490"/>
            <a:ext cx="6264275" cy="3599180"/>
          </a:xfrm>
          <a:prstGeom prst="rect">
            <a:avLst/>
          </a:prstGeom>
        </p:spPr>
      </p:pic>
      <p:pic>
        <p:nvPicPr>
          <p:cNvPr id="5" name="图片 1" descr="1605172302(1)"/>
          <p:cNvPicPr>
            <a:picLocks noChangeAspect="1"/>
          </p:cNvPicPr>
          <p:nvPr>
            <p:custDataLst>
              <p:tags r:id="rId4"/>
            </p:custDataLst>
          </p:nvPr>
        </p:nvPicPr>
        <p:blipFill>
          <a:blip r:embed="rId5"/>
          <a:stretch>
            <a:fillRect/>
          </a:stretch>
        </p:blipFill>
        <p:spPr>
          <a:xfrm>
            <a:off x="7252335" y="1512570"/>
            <a:ext cx="4546600" cy="4737100"/>
          </a:xfrm>
          <a:prstGeom prst="rect">
            <a:avLst/>
          </a:prstGeom>
        </p:spPr>
      </p:pic>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08330" y="1289050"/>
            <a:ext cx="10968990" cy="5419090"/>
          </a:xfrm>
        </p:spPr>
        <p:txBody>
          <a:bodyPr>
            <a:normAutofit fontScale="25000"/>
          </a:bodyPr>
          <a:lstStyle/>
          <a:p>
            <a:r>
              <a:rPr lang="zh-CN" altLang="en-US" sz="12800" dirty="0">
                <a:latin typeface="+mn-ea"/>
                <a:ea typeface="+mn-ea"/>
              </a:rPr>
              <a:t>实验说明与要求</a:t>
            </a:r>
            <a:endParaRPr lang="zh-CN" altLang="en-US" sz="12800" dirty="0">
              <a:latin typeface="+mn-ea"/>
              <a:ea typeface="+mn-ea"/>
            </a:endParaRPr>
          </a:p>
          <a:p>
            <a:pPr marL="0" indent="0">
              <a:buNone/>
            </a:pPr>
            <a:r>
              <a:rPr lang="zh-CN" altLang="en-US" sz="8000" dirty="0">
                <a:latin typeface="+mn-ea"/>
                <a:ea typeface="+mn-ea"/>
              </a:rPr>
              <a:t>说明：</a:t>
            </a:r>
            <a:endParaRPr lang="zh-CN" altLang="en-US" sz="8000" dirty="0">
              <a:latin typeface="+mn-ea"/>
              <a:ea typeface="+mn-ea"/>
            </a:endParaRPr>
          </a:p>
          <a:p>
            <a:pPr marL="0" indent="0">
              <a:buNone/>
            </a:pPr>
            <a:r>
              <a:rPr lang="zh-CN" altLang="en-US" sz="8000" dirty="0">
                <a:latin typeface="+mn-ea"/>
                <a:ea typeface="+mn-ea"/>
              </a:rPr>
              <a:t>1、该图像是8位（256色）的调色板图像；</a:t>
            </a:r>
            <a:endParaRPr lang="zh-CN" altLang="en-US" sz="8000" dirty="0">
              <a:latin typeface="+mn-ea"/>
              <a:ea typeface="+mn-ea"/>
            </a:endParaRPr>
          </a:p>
          <a:p>
            <a:pPr marL="0" indent="0">
              <a:buNone/>
            </a:pPr>
            <a:r>
              <a:rPr lang="zh-CN" altLang="en-US" sz="8000" dirty="0">
                <a:latin typeface="+mn-ea"/>
                <a:ea typeface="+mn-ea"/>
              </a:rPr>
              <a:t>2、注意文件的打开方式。BMP图形中文件存储是二进制；</a:t>
            </a:r>
            <a:endParaRPr lang="zh-CN" altLang="en-US" sz="8000" dirty="0">
              <a:latin typeface="+mn-ea"/>
              <a:ea typeface="+mn-ea"/>
            </a:endParaRPr>
          </a:p>
          <a:p>
            <a:pPr marL="0" indent="0">
              <a:buNone/>
            </a:pPr>
            <a:r>
              <a:rPr lang="zh-CN" altLang="en-US" sz="8000" dirty="0">
                <a:latin typeface="+mn-ea"/>
                <a:ea typeface="+mn-ea"/>
              </a:rPr>
              <a:t>3、注意旋转后的图形像素坐标和原图形像素坐标的映射关系；</a:t>
            </a:r>
            <a:endParaRPr lang="zh-CN" altLang="en-US" sz="8000" dirty="0">
              <a:latin typeface="+mn-ea"/>
              <a:ea typeface="+mn-ea"/>
            </a:endParaRPr>
          </a:p>
          <a:p>
            <a:pPr marL="0" indent="0">
              <a:buNone/>
            </a:pPr>
            <a:r>
              <a:rPr lang="zh-CN" altLang="en-US" sz="8000" dirty="0">
                <a:latin typeface="+mn-ea"/>
                <a:ea typeface="+mn-ea"/>
              </a:rPr>
              <a:t>4、旋转后，新的图像对应的二进制文件与原来图像对应的二进制文件比较。</a:t>
            </a:r>
            <a:endParaRPr lang="zh-CN" altLang="en-US" sz="8000" dirty="0">
              <a:latin typeface="+mn-ea"/>
              <a:ea typeface="+mn-ea"/>
            </a:endParaRPr>
          </a:p>
          <a:p>
            <a:pPr marL="0" indent="0">
              <a:buNone/>
            </a:pPr>
            <a:r>
              <a:rPr lang="zh-CN" altLang="en-US" sz="8000" dirty="0">
                <a:latin typeface="+mn-ea"/>
                <a:ea typeface="+mn-ea"/>
              </a:rPr>
              <a:t>要求：</a:t>
            </a:r>
            <a:endParaRPr lang="zh-CN" altLang="en-US" sz="8000" dirty="0">
              <a:latin typeface="+mn-ea"/>
              <a:ea typeface="+mn-ea"/>
            </a:endParaRPr>
          </a:p>
          <a:p>
            <a:pPr marL="0" indent="0">
              <a:buNone/>
            </a:pPr>
            <a:r>
              <a:rPr lang="zh-CN" altLang="en-US" sz="8000" dirty="0">
                <a:latin typeface="+mn-ea"/>
                <a:ea typeface="+mn-ea"/>
              </a:rPr>
              <a:t>1、附上旋转后的图像；</a:t>
            </a:r>
            <a:endParaRPr lang="zh-CN" altLang="en-US" sz="8000" dirty="0">
              <a:latin typeface="+mn-ea"/>
              <a:ea typeface="+mn-ea"/>
            </a:endParaRPr>
          </a:p>
          <a:p>
            <a:pPr marL="0" indent="0">
              <a:buNone/>
            </a:pPr>
            <a:r>
              <a:rPr lang="zh-CN" altLang="en-US" sz="8000" dirty="0">
                <a:latin typeface="+mn-ea"/>
                <a:ea typeface="+mn-ea"/>
              </a:rPr>
              <a:t>2、打印旋转前后的文件大小（bfsize），偏移（bfOffBits），图像宽度（biWidth），图像高度（biHeight)，位深（biBitCount），调色板（biPlanes）；</a:t>
            </a:r>
            <a:endParaRPr lang="zh-CN" altLang="en-US" sz="80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1.</a:t>
            </a:r>
            <a:r>
              <a:rPr dirty="0"/>
              <a:t>引言与</a:t>
            </a:r>
            <a:r>
              <a:rPr dirty="0"/>
              <a:t>要求</a:t>
            </a:r>
            <a:endParaRPr dirty="0"/>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5"/>
            <p:custDataLst>
              <p:tags r:id="rId1"/>
            </p:custDataLst>
          </p:nvPr>
        </p:nvSpPr>
        <p:spPr/>
        <p:txBody>
          <a:bodyPr/>
          <a:lstStyle/>
          <a:p>
            <a:r>
              <a:rPr lang="zh-CN" altLang="en-US" sz="5400" dirty="0"/>
              <a:t>代码分享与解读</a:t>
            </a:r>
            <a:endParaRPr lang="zh-CN" altLang="en-US" sz="5400" dirty="0"/>
          </a:p>
        </p:txBody>
      </p:sp>
      <p:sp>
        <p:nvSpPr>
          <p:cNvPr id="4" name="文本占位符 3"/>
          <p:cNvSpPr>
            <a:spLocks noGrp="1"/>
          </p:cNvSpPr>
          <p:nvPr>
            <p:ph type="body" idx="1"/>
            <p:custDataLst>
              <p:tags r:id="rId2"/>
            </p:custDataLst>
          </p:nvPr>
        </p:nvSpPr>
        <p:spPr/>
        <p:txBody>
          <a:bodyPr/>
          <a:lstStyle/>
          <a:p>
            <a:r>
              <a:t>02</a:t>
            </a:r>
          </a:p>
        </p:txBody>
      </p:sp>
    </p:spTree>
    <p:custDataLst>
      <p:tags r:id="rId3"/>
    </p:custData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35" y="975995"/>
            <a:ext cx="12192000" cy="5882640"/>
          </a:xfrm>
        </p:spPr>
        <p:txBody>
          <a:bodyPr/>
          <a:lstStyle/>
          <a:p>
            <a:r>
              <a:rPr lang="zh-CN" altLang="en-US" sz="2800" dirty="0">
                <a:latin typeface="+mn-ea"/>
                <a:ea typeface="+mn-ea"/>
              </a:rPr>
              <a:t>流程图</a:t>
            </a:r>
            <a:endParaRPr lang="zh-CN" altLang="en-US" sz="28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bmp图像翻转.drawio"/>
          <p:cNvPicPr>
            <a:picLocks noChangeAspect="1"/>
          </p:cNvPicPr>
          <p:nvPr/>
        </p:nvPicPr>
        <p:blipFill>
          <a:blip r:embed="rId3"/>
          <a:stretch>
            <a:fillRect/>
          </a:stretch>
        </p:blipFill>
        <p:spPr>
          <a:xfrm>
            <a:off x="2378075" y="975995"/>
            <a:ext cx="6080125" cy="5782945"/>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7945" y="970915"/>
            <a:ext cx="11509375" cy="5278755"/>
          </a:xfrm>
        </p:spPr>
        <p:txBody>
          <a:bodyPr/>
          <a:lstStyle/>
          <a:p>
            <a:r>
              <a:rPr lang="zh-CN" altLang="en-US" sz="3600" dirty="0">
                <a:latin typeface="+mn-ea"/>
                <a:ea typeface="+mn-ea"/>
              </a:rPr>
              <a:t>头文件和结构体</a:t>
            </a:r>
            <a:endParaRPr lang="zh-CN" altLang="en-US" sz="36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5" name="图片 4" descr="屏幕截图 2023-11-21 101432"/>
          <p:cNvPicPr>
            <a:picLocks noChangeAspect="1"/>
          </p:cNvPicPr>
          <p:nvPr/>
        </p:nvPicPr>
        <p:blipFill>
          <a:blip r:embed="rId3"/>
          <a:stretch>
            <a:fillRect/>
          </a:stretch>
        </p:blipFill>
        <p:spPr>
          <a:xfrm>
            <a:off x="304165" y="1812290"/>
            <a:ext cx="6241415" cy="4965700"/>
          </a:xfrm>
          <a:prstGeom prst="rect">
            <a:avLst/>
          </a:prstGeom>
        </p:spPr>
      </p:pic>
      <p:pic>
        <p:nvPicPr>
          <p:cNvPr id="6" name="图片 5" descr="屏幕截图 2023-11-21 101456"/>
          <p:cNvPicPr>
            <a:picLocks noChangeAspect="1"/>
          </p:cNvPicPr>
          <p:nvPr/>
        </p:nvPicPr>
        <p:blipFill>
          <a:blip r:embed="rId4"/>
          <a:stretch>
            <a:fillRect/>
          </a:stretch>
        </p:blipFill>
        <p:spPr>
          <a:xfrm>
            <a:off x="6544945" y="4527550"/>
            <a:ext cx="5646420" cy="2330450"/>
          </a:xfrm>
          <a:prstGeom prst="rect">
            <a:avLst/>
          </a:prstGeo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252730" y="949325"/>
            <a:ext cx="11324590" cy="5300345"/>
          </a:xfrm>
        </p:spPr>
        <p:txBody>
          <a:bodyPr/>
          <a:lstStyle/>
          <a:p>
            <a:r>
              <a:rPr lang="zh-CN" altLang="en-US" sz="3600" dirty="0">
                <a:latin typeface="+mn-ea"/>
                <a:ea typeface="+mn-ea"/>
              </a:rPr>
              <a:t>主函数</a:t>
            </a:r>
            <a:endParaRPr lang="zh-CN" altLang="en-US" sz="3600" dirty="0">
              <a:latin typeface="+mn-ea"/>
              <a:ea typeface="+mn-ea"/>
            </a:endParaRPr>
          </a:p>
          <a:p>
            <a:endParaRPr lang="zh-CN" altLang="en-US" sz="36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屏幕截图 2023-11-21 100942"/>
          <p:cNvPicPr>
            <a:picLocks noChangeAspect="1"/>
          </p:cNvPicPr>
          <p:nvPr/>
        </p:nvPicPr>
        <p:blipFill>
          <a:blip r:embed="rId3"/>
          <a:stretch>
            <a:fillRect/>
          </a:stretch>
        </p:blipFill>
        <p:spPr>
          <a:xfrm>
            <a:off x="81280" y="1735455"/>
            <a:ext cx="12077065" cy="5122545"/>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349250" y="963295"/>
            <a:ext cx="11228070" cy="5286375"/>
          </a:xfrm>
        </p:spPr>
        <p:txBody>
          <a:bodyPr/>
          <a:lstStyle/>
          <a:p>
            <a:r>
              <a:rPr lang="zh-CN" altLang="en-US" sz="3200" dirty="0">
                <a:latin typeface="+mn-ea"/>
                <a:ea typeface="+mn-ea"/>
              </a:rPr>
              <a:t>打印文件头和信息头</a:t>
            </a:r>
            <a:endParaRPr lang="zh-CN" altLang="en-US" sz="32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屏幕截图 2023-11-21 101929"/>
          <p:cNvPicPr>
            <a:picLocks noChangeAspect="1"/>
          </p:cNvPicPr>
          <p:nvPr/>
        </p:nvPicPr>
        <p:blipFill>
          <a:blip r:embed="rId3"/>
          <a:stretch>
            <a:fillRect/>
          </a:stretch>
        </p:blipFill>
        <p:spPr>
          <a:xfrm>
            <a:off x="415290" y="1724025"/>
            <a:ext cx="9281160" cy="4936490"/>
          </a:xfrm>
          <a:prstGeom prst="rect">
            <a:avLst/>
          </a:prstGeo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260350" y="992505"/>
            <a:ext cx="11316970" cy="5257165"/>
          </a:xfrm>
        </p:spPr>
        <p:txBody>
          <a:bodyPr/>
          <a:lstStyle/>
          <a:p>
            <a:r>
              <a:rPr lang="zh-CN" altLang="en-US" sz="3600" dirty="0">
                <a:latin typeface="+mn-ea"/>
                <a:ea typeface="+mn-ea"/>
              </a:rPr>
              <a:t>readPixelData函数读取像素数据</a:t>
            </a:r>
            <a:endParaRPr lang="zh-CN" altLang="en-US" sz="36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屏幕截图 2023-11-21 102454"/>
          <p:cNvPicPr>
            <a:picLocks noChangeAspect="1"/>
          </p:cNvPicPr>
          <p:nvPr/>
        </p:nvPicPr>
        <p:blipFill>
          <a:blip r:embed="rId3"/>
          <a:stretch>
            <a:fillRect/>
          </a:stretch>
        </p:blipFill>
        <p:spPr>
          <a:xfrm>
            <a:off x="668020" y="1765300"/>
            <a:ext cx="7004050" cy="1663700"/>
          </a:xfrm>
          <a:prstGeom prst="rect">
            <a:avLst/>
          </a:prstGeom>
        </p:spPr>
      </p:pic>
      <p:pic>
        <p:nvPicPr>
          <p:cNvPr id="5" name="图片 4" descr="屏幕截图 2023-11-21 102524"/>
          <p:cNvPicPr>
            <a:picLocks noChangeAspect="1"/>
          </p:cNvPicPr>
          <p:nvPr/>
        </p:nvPicPr>
        <p:blipFill>
          <a:blip r:embed="rId4"/>
          <a:stretch>
            <a:fillRect/>
          </a:stretch>
        </p:blipFill>
        <p:spPr>
          <a:xfrm>
            <a:off x="608330" y="3429000"/>
            <a:ext cx="10648950" cy="3429635"/>
          </a:xfrm>
          <a:prstGeom prst="rect">
            <a:avLst/>
          </a:prstGeom>
        </p:spPr>
      </p:pic>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386080" y="927100"/>
            <a:ext cx="11191240" cy="5322570"/>
          </a:xfrm>
        </p:spPr>
        <p:txBody>
          <a:bodyPr/>
          <a:lstStyle/>
          <a:p>
            <a:r>
              <a:rPr sz="3600">
                <a:sym typeface="+mn-ea"/>
              </a:rPr>
              <a:t>readPixelData函数读取像素数据</a:t>
            </a:r>
            <a:endParaRPr lang="zh-CN" altLang="en-US" sz="3600" dirty="0">
              <a:latin typeface="+mn-ea"/>
              <a:ea typeface="+mn-ea"/>
            </a:endParaRPr>
          </a:p>
          <a:p>
            <a:endParaRPr lang="zh-CN" altLang="en-US" sz="36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屏幕截图 2023-11-21 102610"/>
          <p:cNvPicPr>
            <a:picLocks noChangeAspect="1"/>
          </p:cNvPicPr>
          <p:nvPr/>
        </p:nvPicPr>
        <p:blipFill>
          <a:blip r:embed="rId3"/>
          <a:stretch>
            <a:fillRect/>
          </a:stretch>
        </p:blipFill>
        <p:spPr>
          <a:xfrm>
            <a:off x="608330" y="1817370"/>
            <a:ext cx="10236200" cy="4497705"/>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311785" y="986155"/>
            <a:ext cx="11265535" cy="5263515"/>
          </a:xfrm>
        </p:spPr>
        <p:txBody>
          <a:bodyPr/>
          <a:lstStyle/>
          <a:p>
            <a:r>
              <a:rPr lang="zh-CN" altLang="en-US" sz="2800" dirty="0">
                <a:latin typeface="+mn-ea"/>
                <a:ea typeface="+mn-ea"/>
              </a:rPr>
              <a:t>rotateImage函数将图像进行旋转并调用saveRotatedBMP保存</a:t>
            </a:r>
            <a:endParaRPr lang="zh-CN" altLang="en-US" sz="28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5" name="图片 4" descr="屏幕截图 2023-11-21 102925"/>
          <p:cNvPicPr>
            <a:picLocks noChangeAspect="1"/>
          </p:cNvPicPr>
          <p:nvPr/>
        </p:nvPicPr>
        <p:blipFill>
          <a:blip r:embed="rId3"/>
          <a:stretch>
            <a:fillRect/>
          </a:stretch>
        </p:blipFill>
        <p:spPr>
          <a:xfrm>
            <a:off x="516255" y="1864360"/>
            <a:ext cx="10966450" cy="4565650"/>
          </a:xfrm>
          <a:prstGeom prst="rect">
            <a:avLst/>
          </a:prstGeom>
        </p:spPr>
      </p:pic>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386080" y="1036955"/>
            <a:ext cx="11191240" cy="5212715"/>
          </a:xfrm>
        </p:spPr>
        <p:txBody>
          <a:bodyPr/>
          <a:lstStyle/>
          <a:p>
            <a:r>
              <a:rPr sz="2400">
                <a:sym typeface="+mn-ea"/>
              </a:rPr>
              <a:t>rotateImage函数将图像进行旋转并调用saveRotatedBMP保存</a:t>
            </a:r>
            <a:endParaRPr lang="zh-CN" altLang="en-US" sz="2400" dirty="0">
              <a:latin typeface="+mn-ea"/>
              <a:ea typeface="+mn-ea"/>
            </a:endParaRPr>
          </a:p>
          <a:p>
            <a:endParaRPr lang="zh-CN" altLang="en-US" sz="24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屏幕截图 2023-11-21 102957"/>
          <p:cNvPicPr>
            <a:picLocks noChangeAspect="1"/>
          </p:cNvPicPr>
          <p:nvPr/>
        </p:nvPicPr>
        <p:blipFill>
          <a:blip r:embed="rId3"/>
          <a:stretch>
            <a:fillRect/>
          </a:stretch>
        </p:blipFill>
        <p:spPr>
          <a:xfrm>
            <a:off x="608330" y="1585595"/>
            <a:ext cx="9827895" cy="5102860"/>
          </a:xfrm>
          <a:prstGeom prst="rect">
            <a:avLst/>
          </a:prstGeo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386080" y="992505"/>
            <a:ext cx="11191240" cy="5257165"/>
          </a:xfrm>
        </p:spPr>
        <p:txBody>
          <a:bodyPr/>
          <a:lstStyle/>
          <a:p>
            <a:r>
              <a:rPr lang="zh-CN" altLang="en-US" sz="2800" dirty="0">
                <a:latin typeface="+mn-ea"/>
                <a:ea typeface="+mn-ea"/>
              </a:rPr>
              <a:t>saveRotatedBMP函数保存图像</a:t>
            </a:r>
            <a:endParaRPr lang="zh-CN" altLang="en-US" sz="28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屏幕截图 2023-11-21 103253"/>
          <p:cNvPicPr>
            <a:picLocks noChangeAspect="1"/>
          </p:cNvPicPr>
          <p:nvPr/>
        </p:nvPicPr>
        <p:blipFill>
          <a:blip r:embed="rId3"/>
          <a:stretch>
            <a:fillRect/>
          </a:stretch>
        </p:blipFill>
        <p:spPr>
          <a:xfrm>
            <a:off x="461010" y="1504315"/>
            <a:ext cx="9921240" cy="5279390"/>
          </a:xfrm>
          <a:prstGeom prst="rect">
            <a:avLst/>
          </a:prstGeom>
        </p:spPr>
      </p:pic>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82550" y="977900"/>
            <a:ext cx="11494770" cy="5271770"/>
          </a:xfrm>
        </p:spPr>
        <p:txBody>
          <a:bodyPr/>
          <a:lstStyle/>
          <a:p>
            <a:r>
              <a:rPr sz="2400">
                <a:sym typeface="+mn-ea"/>
              </a:rPr>
              <a:t>saveRotatedBMP函数保存图像</a:t>
            </a:r>
            <a:endParaRPr lang="zh-CN" altLang="en-US" sz="2400" dirty="0">
              <a:latin typeface="+mn-ea"/>
              <a:ea typeface="+mn-ea"/>
            </a:endParaRPr>
          </a:p>
          <a:p>
            <a:endParaRPr lang="zh-CN" altLang="en-US" sz="2400"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2.</a:t>
            </a:r>
            <a:r>
              <a:rPr dirty="0"/>
              <a:t>代码分享与</a:t>
            </a:r>
            <a:r>
              <a:rPr dirty="0"/>
              <a:t>解读</a:t>
            </a:r>
            <a:endParaRPr dirty="0"/>
          </a:p>
        </p:txBody>
      </p:sp>
      <p:pic>
        <p:nvPicPr>
          <p:cNvPr id="3" name="图片 2" descr="屏幕截图 2023-11-21 103355"/>
          <p:cNvPicPr>
            <a:picLocks noChangeAspect="1"/>
          </p:cNvPicPr>
          <p:nvPr/>
        </p:nvPicPr>
        <p:blipFill>
          <a:blip r:embed="rId3"/>
          <a:stretch>
            <a:fillRect/>
          </a:stretch>
        </p:blipFill>
        <p:spPr>
          <a:xfrm>
            <a:off x="270510" y="1514475"/>
            <a:ext cx="10697845" cy="5343525"/>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5"/>
            <p:custDataLst>
              <p:tags r:id="rId1"/>
            </p:custDataLst>
          </p:nvPr>
        </p:nvSpPr>
        <p:spPr/>
        <p:txBody>
          <a:bodyPr/>
          <a:lstStyle/>
          <a:p>
            <a:r>
              <a:rPr lang="zh-CN" altLang="en-US" sz="4800" dirty="0"/>
              <a:t>结果展示</a:t>
            </a:r>
            <a:endParaRPr lang="zh-CN" altLang="en-US" sz="4800" dirty="0"/>
          </a:p>
        </p:txBody>
      </p:sp>
      <p:sp>
        <p:nvSpPr>
          <p:cNvPr id="4" name="文本占位符 3"/>
          <p:cNvSpPr>
            <a:spLocks noGrp="1"/>
          </p:cNvSpPr>
          <p:nvPr>
            <p:ph type="body" idx="1"/>
            <p:custDataLst>
              <p:tags r:id="rId2"/>
            </p:custDataLst>
          </p:nvPr>
        </p:nvSpPr>
        <p:spPr/>
        <p:txBody>
          <a:bodyPr/>
          <a:lstStyle/>
          <a:p>
            <a:r>
              <a:t>03</a:t>
            </a:r>
          </a:p>
        </p:txBody>
      </p:sp>
    </p:spTree>
    <p:custDataLst>
      <p:tags r:id="rId3"/>
    </p:custData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p:txBody>
          <a:bodyPr/>
          <a:lstStyle/>
          <a:p>
            <a:r>
              <a:rPr lang="zh-CN" altLang="en-US" dirty="0">
                <a:latin typeface="+mn-ea"/>
                <a:ea typeface="+mn-ea"/>
              </a:rPr>
              <a:t>单击此处添加文本</a:t>
            </a:r>
            <a:endParaRPr lang="zh-CN" altLang="en-US" dirty="0">
              <a:latin typeface="+mn-ea"/>
              <a:ea typeface="+mn-ea"/>
            </a:endParaRPr>
          </a:p>
        </p:txBody>
      </p:sp>
      <p:sp>
        <p:nvSpPr>
          <p:cNvPr id="4" name="标题 3"/>
          <p:cNvSpPr>
            <a:spLocks noGrp="1"/>
          </p:cNvSpPr>
          <p:nvPr>
            <p:ph type="title" idx="2"/>
            <p:custDataLst>
              <p:tags r:id="rId2"/>
            </p:custDataLst>
          </p:nvPr>
        </p:nvSpPr>
        <p:spPr/>
        <p:txBody>
          <a:bodyPr>
            <a:normAutofit/>
          </a:bodyPr>
          <a:lstStyle/>
          <a:p>
            <a:r>
              <a:rPr lang="en-US" altLang="zh-CN" dirty="0"/>
              <a:t>3.</a:t>
            </a:r>
            <a:r>
              <a:rPr dirty="0"/>
              <a:t>结果</a:t>
            </a:r>
            <a:r>
              <a:rPr dirty="0"/>
              <a:t>展示</a:t>
            </a:r>
            <a:endParaRPr dirty="0"/>
          </a:p>
        </p:txBody>
      </p:sp>
      <p:pic>
        <p:nvPicPr>
          <p:cNvPr id="3" name="图片 2" descr="屏幕截图 2023-11-21 111820"/>
          <p:cNvPicPr>
            <a:picLocks noChangeAspect="1"/>
          </p:cNvPicPr>
          <p:nvPr/>
        </p:nvPicPr>
        <p:blipFill>
          <a:blip r:embed="rId3"/>
          <a:stretch>
            <a:fillRect/>
          </a:stretch>
        </p:blipFill>
        <p:spPr>
          <a:xfrm>
            <a:off x="608330" y="1036320"/>
            <a:ext cx="3403600" cy="5600700"/>
          </a:xfrm>
          <a:prstGeom prst="rect">
            <a:avLst/>
          </a:prstGeom>
        </p:spPr>
      </p:pic>
      <p:pic>
        <p:nvPicPr>
          <p:cNvPr id="5" name="图片 4" descr="data6"/>
          <p:cNvPicPr>
            <a:picLocks noChangeAspect="1"/>
          </p:cNvPicPr>
          <p:nvPr/>
        </p:nvPicPr>
        <p:blipFill>
          <a:blip r:embed="rId4"/>
          <a:stretch>
            <a:fillRect/>
          </a:stretch>
        </p:blipFill>
        <p:spPr>
          <a:xfrm>
            <a:off x="4866640" y="926465"/>
            <a:ext cx="3931920" cy="5820410"/>
          </a:xfrm>
          <a:prstGeom prst="rect">
            <a:avLst/>
          </a:prstGeom>
        </p:spPr>
      </p:pic>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5"/>
          </p:nvPr>
        </p:nvSpPr>
        <p:spPr/>
        <p:txBody>
          <a:bodyPr/>
          <a:p>
            <a:r>
              <a:rPr lang="zh-CN" altLang="en-US"/>
              <a:t>调试过程</a:t>
            </a:r>
            <a:endParaRPr lang="zh-CN" altLang="en-US"/>
          </a:p>
        </p:txBody>
      </p:sp>
      <p:sp>
        <p:nvSpPr>
          <p:cNvPr id="3" name="文本占位符 2"/>
          <p:cNvSpPr>
            <a:spLocks noGrp="1"/>
          </p:cNvSpPr>
          <p:nvPr>
            <p:ph type="body" idx="1"/>
          </p:nvPr>
        </p:nvSpPr>
        <p:spPr/>
        <p:txBody>
          <a:bodyPr/>
          <a:p>
            <a:r>
              <a:t>04</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nvPr>
        </p:nvSpPr>
        <p:spPr/>
        <p:txBody>
          <a:bodyPr/>
          <a:p>
            <a:r>
              <a:rPr lang="zh-CN" altLang="en-US" sz="3200"/>
              <a:t>问题一：保存后的图片无法用图片查看软件打开，打开时显示，图片已损坏</a:t>
            </a:r>
            <a:endParaRPr lang="zh-CN" altLang="en-US" sz="3200"/>
          </a:p>
          <a:p>
            <a:r>
              <a:rPr lang="zh-CN" altLang="en-US" sz="3200"/>
              <a:t>解决：通过图像软件先旋转90度，用ultraedit对比写的程序旋转出来的头信息和图片软件旋转出来的头信息有什么区别，发现bmsize不一样，查看程序发现忘记更新bmsize的数据，查看资料了解到bmsize错误会导致文件损坏</a:t>
            </a:r>
            <a:endParaRPr lang="zh-CN" altLang="en-US" sz="3200"/>
          </a:p>
        </p:txBody>
      </p:sp>
      <p:sp>
        <p:nvSpPr>
          <p:cNvPr id="3" name="标题 2"/>
          <p:cNvSpPr>
            <a:spLocks noGrp="1"/>
          </p:cNvSpPr>
          <p:nvPr>
            <p:ph type="title" idx="2"/>
          </p:nvPr>
        </p:nvSpPr>
        <p:spPr/>
        <p:txBody>
          <a:bodyPr/>
          <a:p>
            <a:r>
              <a:rPr lang="en-US" altLang="zh-CN">
                <a:sym typeface="+mn-ea"/>
              </a:rPr>
              <a:t>4.</a:t>
            </a:r>
            <a:r>
              <a:rPr>
                <a:sym typeface="+mn-ea"/>
              </a:rPr>
              <a:t>调试过程</a:t>
            </a:r>
            <a:endParaRPr lang="zh-CN" alt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nvPr>
        </p:nvSpPr>
        <p:spPr/>
        <p:txBody>
          <a:bodyPr/>
          <a:p>
            <a:pPr>
              <a:lnSpc>
                <a:spcPct val="150000"/>
              </a:lnSpc>
            </a:pPr>
            <a:r>
              <a:rPr lang="zh-CN" altLang="en-US" sz="3600"/>
              <a:t>问题二：图像旋转后位置不对</a:t>
            </a:r>
            <a:endParaRPr lang="zh-CN" altLang="en-US" sz="3600"/>
          </a:p>
          <a:p>
            <a:endParaRPr lang="zh-CN" altLang="en-US" sz="3600"/>
          </a:p>
        </p:txBody>
      </p:sp>
      <p:sp>
        <p:nvSpPr>
          <p:cNvPr id="3" name="标题 2"/>
          <p:cNvSpPr>
            <a:spLocks noGrp="1"/>
          </p:cNvSpPr>
          <p:nvPr>
            <p:ph type="title" idx="2"/>
          </p:nvPr>
        </p:nvSpPr>
        <p:spPr/>
        <p:txBody>
          <a:bodyPr/>
          <a:p>
            <a:r>
              <a:rPr lang="en-US" altLang="zh-CN">
                <a:sym typeface="+mn-ea"/>
              </a:rPr>
              <a:t>4.</a:t>
            </a:r>
            <a:r>
              <a:rPr>
                <a:sym typeface="+mn-ea"/>
              </a:rPr>
              <a:t>调试过程</a:t>
            </a:r>
            <a:endParaRPr lang="zh-CN" altLang="en-US"/>
          </a:p>
        </p:txBody>
      </p:sp>
      <p:pic>
        <p:nvPicPr>
          <p:cNvPr id="1179293795" name="图片 1"/>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l="24857" r="25262"/>
          <a:stretch>
            <a:fillRect/>
          </a:stretch>
        </p:blipFill>
        <p:spPr>
          <a:xfrm>
            <a:off x="7943850" y="777240"/>
            <a:ext cx="3283585" cy="5748655"/>
          </a:xfrm>
          <a:prstGeom prst="rect">
            <a:avLst/>
          </a:prstGeom>
          <a:noFill/>
          <a:ln>
            <a:noFill/>
          </a:ln>
        </p:spPr>
      </p:pic>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nvPr>
        </p:nvSpPr>
        <p:spPr/>
        <p:txBody>
          <a:bodyPr>
            <a:normAutofit fontScale="70000"/>
          </a:bodyPr>
          <a:p>
            <a:r>
              <a:rPr lang="zh-CN" altLang="en-US" sz="3200"/>
              <a:t>解决过程：</a:t>
            </a:r>
            <a:endParaRPr lang="zh-CN" altLang="en-US" sz="3200"/>
          </a:p>
          <a:p>
            <a:r>
              <a:rPr lang="zh-CN" altLang="en-US" sz="3200"/>
              <a:t>1、怀疑是保存函数有问题，利用读取出的原图像数据，直接接写，像素位置没问题</a:t>
            </a:r>
            <a:endParaRPr lang="zh-CN" altLang="en-US" sz="3200"/>
          </a:p>
          <a:p>
            <a:r>
              <a:rPr lang="zh-CN" altLang="en-US" sz="3200"/>
              <a:t>2、怀疑是旋转时重构像素数据有问题，检查没有发现问题，</a:t>
            </a:r>
            <a:endParaRPr lang="zh-CN" altLang="en-US" sz="3200"/>
          </a:p>
          <a:p>
            <a:r>
              <a:rPr lang="zh-CN" altLang="en-US" sz="3200"/>
              <a:t>3、怀疑时字节补齐的原因，调试一段时间对最后图像没有影响，</a:t>
            </a:r>
            <a:endParaRPr lang="zh-CN" altLang="en-US" sz="3200"/>
          </a:p>
          <a:p>
            <a:r>
              <a:rPr lang="zh-CN" altLang="en-US" sz="3200"/>
              <a:t>4、仔细检查旋转函数，发现分配地址时少分配了地址，只分配了343*597个地址，旋转后需要字节补齐，所以需要344*597个地址，应该然后添加了</a:t>
            </a:r>
            <a:endParaRPr lang="zh-CN" altLang="en-US" sz="3200"/>
          </a:p>
          <a:p>
            <a:endParaRPr lang="zh-CN" altLang="en-US"/>
          </a:p>
          <a:p>
            <a:endParaRPr lang="zh-CN" altLang="en-US"/>
          </a:p>
          <a:p>
            <a:pPr marL="0" indent="0">
              <a:buNone/>
            </a:pPr>
            <a:endParaRPr lang="zh-CN" altLang="en-US"/>
          </a:p>
        </p:txBody>
      </p:sp>
      <p:sp>
        <p:nvSpPr>
          <p:cNvPr id="3" name="标题 2"/>
          <p:cNvSpPr>
            <a:spLocks noGrp="1"/>
          </p:cNvSpPr>
          <p:nvPr>
            <p:ph type="title" idx="2"/>
          </p:nvPr>
        </p:nvSpPr>
        <p:spPr/>
        <p:txBody>
          <a:bodyPr/>
          <a:p>
            <a:r>
              <a:rPr lang="en-US" altLang="zh-CN">
                <a:sym typeface="+mn-ea"/>
              </a:rPr>
              <a:t>4.</a:t>
            </a:r>
            <a:r>
              <a:rPr>
                <a:sym typeface="+mn-ea"/>
              </a:rPr>
              <a:t>调试过程</a:t>
            </a:r>
            <a:endParaRPr lang="zh-CN" altLang="en-US"/>
          </a:p>
        </p:txBody>
      </p:sp>
      <p:pic>
        <p:nvPicPr>
          <p:cNvPr id="4" name="图片 3" descr="屏幕截图 2023-11-21 122804"/>
          <p:cNvPicPr>
            <a:picLocks noChangeAspect="1"/>
          </p:cNvPicPr>
          <p:nvPr/>
        </p:nvPicPr>
        <p:blipFill>
          <a:blip r:embed="rId1"/>
          <a:stretch>
            <a:fillRect/>
          </a:stretch>
        </p:blipFill>
        <p:spPr>
          <a:xfrm>
            <a:off x="654050" y="5104765"/>
            <a:ext cx="10483850" cy="869950"/>
          </a:xfrm>
          <a:prstGeom prst="rect">
            <a:avLst/>
          </a:prstGeom>
        </p:spPr>
      </p:pic>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nvPr>
        </p:nvSpPr>
        <p:spPr/>
        <p:txBody>
          <a:bodyPr/>
          <a:p>
            <a:r>
              <a:rPr lang="zh-CN" altLang="en-US" sz="2400"/>
              <a:t>图像还是有问题</a:t>
            </a:r>
            <a:endParaRPr lang="zh-CN" altLang="en-US" sz="2400"/>
          </a:p>
        </p:txBody>
      </p:sp>
      <p:sp>
        <p:nvSpPr>
          <p:cNvPr id="3" name="标题 2"/>
          <p:cNvSpPr>
            <a:spLocks noGrp="1"/>
          </p:cNvSpPr>
          <p:nvPr>
            <p:ph type="title" idx="2"/>
          </p:nvPr>
        </p:nvSpPr>
        <p:spPr/>
        <p:txBody>
          <a:bodyPr/>
          <a:p>
            <a:r>
              <a:rPr lang="en-US" altLang="zh-CN">
                <a:sym typeface="+mn-ea"/>
              </a:rPr>
              <a:t>4.</a:t>
            </a:r>
            <a:r>
              <a:rPr>
                <a:sym typeface="+mn-ea"/>
              </a:rPr>
              <a:t>调试过程</a:t>
            </a:r>
            <a:endParaRPr lang="zh-CN" altLang="en-US"/>
          </a:p>
        </p:txBody>
      </p:sp>
      <p:pic>
        <p:nvPicPr>
          <p:cNvPr id="1663799041" name="图片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l="6511" t="3310" r="11080" b="2225"/>
          <a:stretch>
            <a:fillRect/>
          </a:stretch>
        </p:blipFill>
        <p:spPr>
          <a:xfrm>
            <a:off x="802640" y="1760220"/>
            <a:ext cx="2827020" cy="4884420"/>
          </a:xfrm>
          <a:prstGeom prst="rect">
            <a:avLst/>
          </a:prstGeom>
          <a:noFill/>
          <a:ln>
            <a:noFill/>
          </a:ln>
        </p:spPr>
      </p:pic>
      <p:sp>
        <p:nvSpPr>
          <p:cNvPr id="4" name="文本框 3"/>
          <p:cNvSpPr txBox="1"/>
          <p:nvPr/>
        </p:nvSpPr>
        <p:spPr>
          <a:xfrm>
            <a:off x="3674110" y="1422400"/>
            <a:ext cx="8425815" cy="3709035"/>
          </a:xfrm>
          <a:prstGeom prst="rect">
            <a:avLst/>
          </a:prstGeom>
          <a:noFill/>
        </p:spPr>
        <p:txBody>
          <a:bodyPr wrap="square" rtlCol="0">
            <a:noAutofit/>
          </a:bodyPr>
          <a:p>
            <a:r>
              <a:rPr lang="zh-CN" altLang="en-US" sz="4800"/>
              <a:t>彻底傻眼</a:t>
            </a:r>
            <a:endParaRPr lang="zh-CN" altLang="en-US" sz="4800"/>
          </a:p>
          <a:p>
            <a:endParaRPr lang="zh-CN" altLang="en-US" sz="4800"/>
          </a:p>
          <a:p>
            <a:r>
              <a:rPr lang="zh-CN" altLang="en-US" sz="2800"/>
              <a:t>调试一段时间后没思路，最后想是不是高也要四字节对齐（根据资料不需要高对齐）</a:t>
            </a:r>
            <a:endParaRPr lang="zh-CN" altLang="en-US" sz="2800"/>
          </a:p>
          <a:p>
            <a:r>
              <a:rPr lang="zh-CN" altLang="en-US" sz="2800"/>
              <a:t>然后添加了</a:t>
            </a:r>
            <a:r>
              <a:rPr lang="zh-CN" altLang="en-US" sz="2400">
                <a:sym typeface="+mn-ea"/>
              </a:rPr>
              <a:t> </a:t>
            </a:r>
            <a:endParaRPr lang="zh-CN" altLang="en-US" sz="2400">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r>
              <a:rPr lang="en-US" altLang="zh-CN">
                <a:sym typeface="+mn-ea"/>
              </a:rPr>
              <a:t>       </a:t>
            </a:r>
            <a:endParaRPr lang="en-US" altLang="zh-CN">
              <a:sym typeface="+mn-ea"/>
            </a:endParaRPr>
          </a:p>
          <a:p>
            <a:endParaRPr lang="en-US" altLang="zh-CN">
              <a:sym typeface="+mn-ea"/>
            </a:endParaRPr>
          </a:p>
          <a:p>
            <a:endParaRPr lang="en-US" altLang="zh-CN">
              <a:sym typeface="+mn-ea"/>
            </a:endParaRPr>
          </a:p>
          <a:p>
            <a:endParaRPr lang="en-US" altLang="zh-CN">
              <a:sym typeface="+mn-ea"/>
            </a:endParaRPr>
          </a:p>
          <a:p>
            <a:r>
              <a:rPr lang="en-US" altLang="zh-CN">
                <a:sym typeface="+mn-ea"/>
              </a:rPr>
              <a:t>           </a:t>
            </a:r>
            <a:endParaRPr lang="zh-CN" altLang="en-US" sz="3200"/>
          </a:p>
          <a:p>
            <a:endParaRPr lang="zh-CN" altLang="en-US"/>
          </a:p>
          <a:p>
            <a:r>
              <a:rPr lang="zh-CN" altLang="en-US"/>
              <a:t>   </a:t>
            </a:r>
            <a:endParaRPr lang="zh-CN" altLang="en-US"/>
          </a:p>
        </p:txBody>
      </p:sp>
      <p:pic>
        <p:nvPicPr>
          <p:cNvPr id="5" name="图片 4" descr="屏幕截图 2023-11-21 123132"/>
          <p:cNvPicPr>
            <a:picLocks noChangeAspect="1"/>
          </p:cNvPicPr>
          <p:nvPr/>
        </p:nvPicPr>
        <p:blipFill>
          <a:blip r:embed="rId3"/>
          <a:stretch>
            <a:fillRect/>
          </a:stretch>
        </p:blipFill>
        <p:spPr>
          <a:xfrm>
            <a:off x="3584575" y="5330825"/>
            <a:ext cx="8470900" cy="837565"/>
          </a:xfrm>
          <a:prstGeom prst="rect">
            <a:avLst/>
          </a:prstGeom>
        </p:spPr>
      </p:pic>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nvPr>
        </p:nvSpPr>
        <p:spPr/>
        <p:txBody>
          <a:bodyPr/>
          <a:p>
            <a:r>
              <a:rPr lang="zh-CN" altLang="en-US" sz="3600"/>
              <a:t>终于旋转成功</a:t>
            </a:r>
            <a:endParaRPr lang="zh-CN" altLang="en-US" sz="3600"/>
          </a:p>
        </p:txBody>
      </p:sp>
      <p:sp>
        <p:nvSpPr>
          <p:cNvPr id="3" name="标题 2"/>
          <p:cNvSpPr>
            <a:spLocks noGrp="1"/>
          </p:cNvSpPr>
          <p:nvPr>
            <p:ph type="title" idx="2"/>
          </p:nvPr>
        </p:nvSpPr>
        <p:spPr/>
        <p:txBody>
          <a:bodyPr/>
          <a:p>
            <a:r>
              <a:rPr lang="en-US" altLang="zh-CN">
                <a:sym typeface="+mn-ea"/>
              </a:rPr>
              <a:t>4.</a:t>
            </a:r>
            <a:r>
              <a:rPr>
                <a:sym typeface="+mn-ea"/>
              </a:rPr>
              <a:t>调试过程</a:t>
            </a:r>
            <a:endParaRPr lang="zh-CN" altLang="en-US"/>
          </a:p>
        </p:txBody>
      </p:sp>
      <p:pic>
        <p:nvPicPr>
          <p:cNvPr id="2086589447" name="图片 1"/>
          <p:cNvPicPr>
            <a:picLocks noChangeAspect="1"/>
          </p:cNvPicPr>
          <p:nvPr>
            <p:custDataLst>
              <p:tags r:id="rId1"/>
            </p:custDataLst>
          </p:nvPr>
        </p:nvPicPr>
        <p:blipFill>
          <a:blip r:embed="rId2"/>
          <a:stretch>
            <a:fillRect/>
          </a:stretch>
        </p:blipFill>
        <p:spPr>
          <a:xfrm>
            <a:off x="7409180" y="1021080"/>
            <a:ext cx="3463290" cy="5836920"/>
          </a:xfrm>
          <a:prstGeom prst="rect">
            <a:avLst/>
          </a:prstGeom>
        </p:spPr>
      </p:pic>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nvPr>
        </p:nvSpPr>
        <p:spPr/>
        <p:txBody>
          <a:bodyPr/>
          <a:p>
            <a:r>
              <a:rPr lang="zh-CN" altLang="en-US" sz="3200"/>
              <a:t>思考后，觉得应该是原图的宽（597）的3个填充字节也被读入，如果不给填充字节空间，填充字节会导致图片偏转</a:t>
            </a:r>
            <a:endParaRPr lang="zh-CN" altLang="en-US" sz="3200"/>
          </a:p>
          <a:p>
            <a:endParaRPr lang="zh-CN" altLang="en-US" sz="3200"/>
          </a:p>
          <a:p>
            <a:r>
              <a:rPr lang="zh-CN" altLang="en-US" sz="3200"/>
              <a:t>验证：</a:t>
            </a:r>
            <a:endParaRPr lang="zh-CN" altLang="en-US" sz="3200"/>
          </a:p>
        </p:txBody>
      </p:sp>
      <p:sp>
        <p:nvSpPr>
          <p:cNvPr id="3" name="标题 2"/>
          <p:cNvSpPr>
            <a:spLocks noGrp="1"/>
          </p:cNvSpPr>
          <p:nvPr>
            <p:ph type="title" idx="2"/>
          </p:nvPr>
        </p:nvSpPr>
        <p:spPr/>
        <p:txBody>
          <a:bodyPr/>
          <a:p>
            <a:r>
              <a:rPr lang="en-US" altLang="zh-CN">
                <a:sym typeface="+mn-ea"/>
              </a:rPr>
              <a:t>4.</a:t>
            </a:r>
            <a:r>
              <a:rPr>
                <a:sym typeface="+mn-ea"/>
              </a:rPr>
              <a:t>调试过程</a:t>
            </a:r>
            <a:endParaRPr lang="zh-CN" altLang="en-US"/>
          </a:p>
        </p:txBody>
      </p:sp>
      <p:pic>
        <p:nvPicPr>
          <p:cNvPr id="5" name="图片 1"/>
          <p:cNvPicPr>
            <a:picLocks noChangeAspect="1"/>
          </p:cNvPicPr>
          <p:nvPr>
            <p:custDataLst>
              <p:tags r:id="rId1"/>
            </p:custDataLst>
          </p:nvPr>
        </p:nvPicPr>
        <p:blipFill>
          <a:blip r:embed="rId2"/>
          <a:stretch>
            <a:fillRect/>
          </a:stretch>
        </p:blipFill>
        <p:spPr>
          <a:xfrm>
            <a:off x="8336915" y="2658110"/>
            <a:ext cx="2423795" cy="4062095"/>
          </a:xfrm>
          <a:prstGeom prst="rect">
            <a:avLst/>
          </a:prstGeom>
        </p:spPr>
      </p:pic>
      <p:pic>
        <p:nvPicPr>
          <p:cNvPr id="6" name="图片 5" descr="屏幕截图 2023-11-21 123810"/>
          <p:cNvPicPr>
            <a:picLocks noChangeAspect="1"/>
          </p:cNvPicPr>
          <p:nvPr>
            <p:custDataLst>
              <p:tags r:id="rId3"/>
            </p:custDataLst>
          </p:nvPr>
        </p:nvPicPr>
        <p:blipFill>
          <a:blip r:embed="rId4"/>
          <a:stretch>
            <a:fillRect/>
          </a:stretch>
        </p:blipFill>
        <p:spPr>
          <a:xfrm>
            <a:off x="683895" y="5013960"/>
            <a:ext cx="7266305" cy="1024255"/>
          </a:xfrm>
          <a:prstGeom prst="rect">
            <a:avLst/>
          </a:prstGeom>
        </p:spPr>
      </p:pic>
      <p:sp>
        <p:nvSpPr>
          <p:cNvPr id="7" name="文本框 6"/>
          <p:cNvSpPr txBox="1"/>
          <p:nvPr/>
        </p:nvSpPr>
        <p:spPr>
          <a:xfrm>
            <a:off x="3718560" y="3128645"/>
            <a:ext cx="4755515" cy="398780"/>
          </a:xfrm>
          <a:prstGeom prst="rect">
            <a:avLst/>
          </a:prstGeom>
          <a:noFill/>
        </p:spPr>
        <p:txBody>
          <a:bodyPr wrap="square" rtlCol="0" anchor="t">
            <a:noAutofit/>
          </a:bodyPr>
          <a:p>
            <a:r>
              <a:rPr sz="2400">
                <a:ea typeface="等线" panose="02010600030101010101" charset="-122"/>
                <a:sym typeface="+mn-ea"/>
              </a:rPr>
              <a:t>黑色线应该是读取的填充字节</a:t>
            </a:r>
            <a:r>
              <a:rPr lang="en-US" sz="2400">
                <a:ea typeface="等线" panose="02010600030101010101" charset="-122"/>
                <a:sym typeface="+mn-ea"/>
              </a:rPr>
              <a:t>--&gt;</a:t>
            </a:r>
            <a:endParaRPr lang="zh-CN" altLang="en-US" sz="2400">
              <a:ea typeface="等线" panose="02010600030101010101" charset="-122"/>
              <a:sym typeface="+mn-ea"/>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idx="1"/>
            <p:custDataLst>
              <p:tags r:id="rId1"/>
            </p:custDataLst>
          </p:nvPr>
        </p:nvSpPr>
        <p:spPr/>
        <p:txBody>
          <a:bodyPr/>
          <a:lstStyle/>
          <a:p>
            <a:r>
              <a:rPr lang="zh-CN" altLang="en-US" dirty="0"/>
              <a:t>THANKS</a:t>
            </a:r>
            <a:endParaRPr lang="zh-CN" altLang="en-US" dirty="0"/>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1.0"/>
  <p:tag name="KSO_WM_BEAUTIFY_FLAG" val="#wm#"/>
</p:tagLst>
</file>

<file path=ppt/tags/tag10.xml><?xml version="1.0" encoding="utf-8"?>
<p:tagLst xmlns:p="http://schemas.openxmlformats.org/presentationml/2006/main">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1.0"/>
  <p:tag name="KSO_WM_BEAUTIFY_FLAG" val="#wm#"/>
  <p:tag name="KSO_WM_UNIT_CONTENT_GROUP_TYPE" val="contentchip"/>
</p:tagLst>
</file>

<file path=ppt/tags/tag11.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1.0"/>
  <p:tag name="KSO_WM_BEAUTIFY_FLAG" val="#wm#"/>
  <p:tag name="KSO_WM_UNIT_CONTENT_GROUP_TYPE" val="contentchip"/>
</p:tagLst>
</file>

<file path=ppt/tags/tag12.xml><?xml version="1.0" encoding="utf-8"?>
<p:tagLst xmlns:p="http://schemas.openxmlformats.org/presentationml/2006/main">
  <p:tag name="KSO_WM_UNIT_ISCONTENTSTITLE" val="0"/>
  <p:tag name="KSO_WM_UNIT_ISNUMDGMTITLE" val="0"/>
  <p:tag name="KSO_WM_UNIT_PRESET_TEXT" val="单击此处&#10;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1.0"/>
  <p:tag name="KSO_WM_BEAUTIFY_FLAG" val="#wm#"/>
  <p:tag name="KSO_WM_UNIT_CONTENT_GROUP_TYPE" val="contentchip"/>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1.0"/>
  <p:tag name="KSO_WM_BEAUTIFY_FLAG" val="#wm#"/>
  <p:tag name="KSO_WM_UNIT_CONTENT_GROUP_TYPE" val="titlestyle"/>
  <p:tag name="KSO_WM_UNIT_PRESET_TEXT" val="单击添加文档标题"/>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1"/>
  <p:tag name="KSO_WM_UNIT_LAYERLEVEL" val="1"/>
  <p:tag name="KSO_WM_TAG_VERSION" val="1.0"/>
  <p:tag name="KSO_WM_BEAUTIFY_FLAG" val="#wm#"/>
  <p:tag name="KSO_WM_UNIT_CONTENT_GROUP_TYPE" val="titlestyle"/>
  <p:tag name="KSO_WM_UNIT_TYPE" val="i"/>
  <p:tag name="KSO_WM_UNIT_INDEX"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1.0"/>
  <p:tag name="KSO_WM_BEAUTIFY_FLAG" val="#wm#"/>
  <p:tag name="KSO_WM_UNIT_TYPE" val="i"/>
  <p:tag name="KSO_WM_UNIT_INDEX"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1.0"/>
  <p:tag name="KSO_WM_BEAUTIFY_FLAG" val="#wm#"/>
  <p:tag name="KSO_WM_UNIT_TYPE" val="i"/>
  <p:tag name="KSO_WM_UNIT_INDEX" val="2"/>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1.0"/>
  <p:tag name="KSO_WM_BEAUTIFY_FLAG" val="#wm#"/>
  <p:tag name="KSO_WM_UNIT_TYPE" val="i"/>
  <p:tag name="KSO_WM_UNIT_INDEX" val="3"/>
</p:tagLst>
</file>

<file path=ppt/tags/tag25.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1.0"/>
  <p:tag name="KSO_WM_BEAUTIFY_FLAG" val="#wm#"/>
  <p:tag name="KSO_WM_UNIT_TYPE" val="i"/>
  <p:tag name="KSO_WM_UNIT_INDEX" val="4"/>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5"/>
  <p:tag name="KSO_WM_UNIT_LAYERLEVEL" val="1"/>
  <p:tag name="KSO_WM_TAG_VERSION" val="1.0"/>
  <p:tag name="KSO_WM_BEAUTIFY_FLAG" val="#wm#"/>
  <p:tag name="KSO_WM_UNIT_TYPE" val="i"/>
  <p:tag name="KSO_WM_UNIT_INDEX" val="5"/>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1.0"/>
  <p:tag name="KSO_WM_BEAUTIFY_FLAG" val="#wm#"/>
  <p:tag name="KSO_WM_UNIT_TYPE" val="i"/>
  <p:tag name="KSO_WM_UNIT_INDEX"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1.0"/>
  <p:tag name="KSO_WM_BEAUTIFY_FLAG" val="#wm#"/>
  <p:tag name="KSO_WM_UNIT_TYPE" val="i"/>
  <p:tag name="KSO_WM_UNIT_INDEX" val="2"/>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1.0"/>
  <p:tag name="KSO_WM_BEAUTIFY_FLAG" val="#wm#"/>
  <p:tag name="KSO_WM_UNIT_TYPE" val="i"/>
  <p:tag name="KSO_WM_UNIT_INDEX" val="3"/>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1.0"/>
  <p:tag name="KSO_WM_BEAUTIFY_FLAG" val="#wm#"/>
  <p:tag name="KSO_WM_UNIT_TYPE" val="i"/>
  <p:tag name="KSO_WM_UNIT_INDEX" val="4"/>
</p:tagLst>
</file>

<file path=ppt/tags/tag35.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1.0"/>
  <p:tag name="KSO_WM_BEAUTIFY_FLAG" val="#wm#"/>
  <p:tag name="KSO_WM_UNIT_CONTENT_GROUP_TYPE" val="contentchip"/>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1.0"/>
  <p:tag name="KSO_WM_BEAUTIFY_FLAG" val="#wm#"/>
  <p:tag name="KSO_WM_UNIT_CONTENT_GROUP_TYPE" val="contentchip"/>
  <p:tag name="KSO_WM_UNIT_TYPE" val="i"/>
  <p:tag name="KSO_WM_UNIT_INDEX" val="5"/>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6"/>
  <p:tag name="KSO_WM_UNIT_LAYERLEVEL" val="1"/>
  <p:tag name="KSO_WM_TAG_VERSION" val="1.0"/>
  <p:tag name="KSO_WM_BEAUTIFY_FLAG" val="#wm#"/>
  <p:tag name="KSO_WM_UNIT_CONTENT_GROUP_TYPE" val="contentchip"/>
  <p:tag name="KSO_WM_UNIT_TYPE" val="i"/>
  <p:tag name="KSO_WM_UNIT_INDEX" val="6"/>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7"/>
  <p:tag name="KSO_WM_UNIT_LAYERLEVEL" val="1"/>
  <p:tag name="KSO_WM_TAG_VERSION" val="1.0"/>
  <p:tag name="KSO_WM_BEAUTIFY_FLAG" val="#wm#"/>
  <p:tag name="KSO_WM_UNIT_CONTENT_GROUP_TYPE" val="contentchip"/>
  <p:tag name="KSO_WM_UNIT_TYPE" val="i"/>
  <p:tag name="KSO_WM_UNIT_INDEX" val="7"/>
</p:tagLst>
</file>

<file path=ppt/tags/tag39.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1.0"/>
  <p:tag name="KSO_WM_BEAUTIFY_FLAG" val="#wm#"/>
  <p:tag name="KSO_WM_UNIT_CONTENT_GROUP_TYPE" val="contentchip"/>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i*1"/>
  <p:tag name="KSO_WM_UNIT_LAYERLEVEL" val="1"/>
  <p:tag name="KSO_WM_TAG_VERSION" val="1.0"/>
  <p:tag name="KSO_WM_BEAUTIFY_FLAG" val="#wm#"/>
  <p:tag name="KSO_WM_UNIT_CONTENT_GROUP_TYPE" val="titlestyle"/>
  <p:tag name="KSO_WM_UNIT_TYPE" val="i"/>
  <p:tag name="KSO_WM_UNIT_INDEX" val="1"/>
</p:tagLst>
</file>

<file path=ppt/tags/tag4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1.0"/>
  <p:tag name="KSO_WM_BEAUTIFY_FLAG" val="#wm#"/>
  <p:tag name="KSO_WM_UNIT_PRESET_TEXT" val="单击此处编辑母版文本样式&#10;第二级&#10;第三级&#10;第四级&#10;第五级"/>
</p:tagLst>
</file>

<file path=ppt/tags/tag4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1.0"/>
  <p:tag name="KSO_WM_BEAUTIFY_FLAG" val="#wm#"/>
  <p:tag name="KSO_WM_UNIT_PRESET_TEXT" val="单击此处编辑母版文本样式&#10;第二级&#10;第三级&#10;第四级&#10;第五级"/>
</p:tagLst>
</file>

<file path=ppt/tags/tag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1.0"/>
  <p:tag name="KSO_WM_BEAUTIFY_FLAG" val="#wm#"/>
  <p:tag name="KSO_WM_UNIT_CONTENT_GROUP_TYPE" val="titlestyle"/>
  <p:tag name="KSO_WM_UNIT_PRESET_TEXT" val="单击添加文档标题"/>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CONTENT_GROUP_TYPE" val="titlestyle"/>
  <p:tag name="KSO_WM_UNIT_TYPE" val="i"/>
  <p:tag name="KSO_WM_UNIT_INDEX" val="1"/>
</p:tagLst>
</file>

<file path=ppt/tags/tag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1.0"/>
  <p:tag name="KSO_WM_BEAUTIFY_FLAG" val="#wm#"/>
  <p:tag name="KSO_WM_UNIT_PRESET_TEXT" val="单击此处编辑母版文本样式&#10;第二级&#10;第三级&#10;第四级&#10;第五级"/>
</p:tagLst>
</file>

<file path=ppt/tags/tag5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1.0"/>
  <p:tag name="KSO_WM_BEAUTIFY_FLAG" val="#wm#"/>
</p:tagLst>
</file>

<file path=ppt/tags/tag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1.0"/>
  <p:tag name="KSO_WM_BEAUTIFY_FLAG" val="#wm#"/>
  <p:tag name="KSO_WM_UNIT_PRESET_TEXT" val="单击此处编辑母版文本样式&#10;第二级&#10;第三级&#10;第四级&#10;第五级"/>
</p:tagLst>
</file>

<file path=ppt/tags/tag5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1.0"/>
  <p:tag name="KSO_WM_BEAUTIFY_FLAG" val="#wm#"/>
</p:tagLst>
</file>

<file path=ppt/tags/tag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1.0"/>
  <p:tag name="KSO_WM_BEAUTIFY_FLAG" val="#wm#"/>
  <p:tag name="KSO_WM_UNIT_CONTENT_GROUP_TYPE" val="titlestyle"/>
  <p:tag name="KSO_WM_UNIT_PRESET_TEXT" val="单击添加文档标题"/>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1"/>
  <p:tag name="KSO_WM_UNIT_LAYERLEVEL" val="1"/>
  <p:tag name="KSO_WM_TAG_VERSION" val="1.0"/>
  <p:tag name="KSO_WM_BEAUTIFY_FLAG" val="#wm#"/>
  <p:tag name="KSO_WM_UNIT_CONTENT_GROUP_TYPE" val="titlestyle"/>
  <p:tag name="KSO_WM_UNIT_TYPE" val="i"/>
  <p:tag name="KSO_WM_UNIT_INDEX" val="1"/>
</p:tagLst>
</file>

<file path=ppt/tags/tag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1.0"/>
  <p:tag name="KSO_WM_BEAUTIFY_FLAG" val="#wm#"/>
  <p:tag name="KSO_WM_UNIT_CONTENT_GROUP_TYPE" val="titlestyle"/>
  <p:tag name="KSO_WM_UNIT_PRESET_TEXT" val="单击添加文档标题"/>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1.0"/>
  <p:tag name="KSO_WM_BEAUTIFY_FLAG" val="#wm#"/>
  <p:tag name="KSO_WM_UNIT_PRESET_TEXT" val="单击此处编辑母版文本样式&#10;第二级&#10;第三级&#10;第四级&#10;第五级"/>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1"/>
  <p:tag name="KSO_WM_UNIT_LAYERLEVEL" val="1"/>
  <p:tag name="KSO_WM_TAG_VERSION" val="1.0"/>
  <p:tag name="KSO_WM_BEAUTIFY_FLAG" val="#wm#"/>
  <p:tag name="KSO_WM_UNIT_CONTENT_GROUP_TYPE" val="titlestyle"/>
  <p:tag name="KSO_WM_UNIT_TYPE" val="i"/>
  <p:tag name="KSO_WM_UNIT_INDEX" val="1"/>
</p:tagLst>
</file>

<file path=ppt/tags/tag72.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1.0"/>
  <p:tag name="KSO_WM_BEAUTIFY_FLAG" val="#wm#"/>
  <p:tag name="KSO_WM_UNIT_CONTENT_GROUP_TYPE" val="titlestyle"/>
</p:tagLst>
</file>

<file path=ppt/tags/tag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1.0"/>
  <p:tag name="KSO_WM_BEAUTIFY_FLAG" val="#wm#"/>
  <p:tag name="KSO_WM_UNIT_CONTENT_GROUP_TYPE" val="titlestyle"/>
  <p:tag name="KSO_WM_UNIT_PRESET_TEXT" val="单击添加文档标题"/>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1.0"/>
  <p:tag name="KSO_WM_BEAUTIFY_FLAG" val="#wm#"/>
  <p:tag name="KSO_WM_UNIT_TYPE" val="i"/>
  <p:tag name="KSO_WM_UNIT_INDEX"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1.0"/>
  <p:tag name="KSO_WM_BEAUTIFY_FLAG" val="#wm#"/>
  <p:tag name="KSO_WM_UNIT_TYPE" val="i"/>
  <p:tag name="KSO_WM_UNIT_INDEX"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1.0"/>
  <p:tag name="KSO_WM_BEAUTIFY_FLAG" val="#wm#"/>
  <p:tag name="KSO_WM_UNIT_TYPE" val="i"/>
  <p:tag name="KSO_WM_UNIT_INDEX" val="3"/>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1.0"/>
  <p:tag name="KSO_WM_BEAUTIFY_FLAG" val="#wm#"/>
  <p:tag name="KSO_WM_UNIT_TYPE" val="i"/>
  <p:tag name="KSO_WM_UNIT_INDEX" val="4"/>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5"/>
  <p:tag name="KSO_WM_UNIT_LAYERLEVEL" val="1"/>
  <p:tag name="KSO_WM_TAG_VERSION" val="1.0"/>
  <p:tag name="KSO_WM_BEAUTIFY_FLAG" val="#wm#"/>
  <p:tag name="KSO_WM_UNIT_TYPE" val="i"/>
  <p:tag name="KSO_WM_UNIT_INDEX" val="5"/>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6"/>
  <p:tag name="KSO_WM_UNIT_LAYERLEVEL" val="1"/>
  <p:tag name="KSO_WM_TAG_VERSION" val="1.0"/>
  <p:tag name="KSO_WM_BEAUTIFY_FLAG" val="#wm#"/>
  <p:tag name="KSO_WM_UNIT_TYPE" val="i"/>
  <p:tag name="KSO_WM_UNIT_INDEX" val="6"/>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7"/>
  <p:tag name="KSO_WM_UNIT_LAYERLEVEL" val="1"/>
  <p:tag name="KSO_WM_TAG_VERSION" val="1.0"/>
  <p:tag name="KSO_WM_BEAUTIFY_FLAG" val="#wm#"/>
  <p:tag name="KSO_WM_UNIT_TYPE" val="i"/>
  <p:tag name="KSO_WM_UNIT_INDEX" val="7"/>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8"/>
  <p:tag name="KSO_WM_UNIT_LAYERLEVEL" val="1"/>
  <p:tag name="KSO_WM_TAG_VERSION" val="1.0"/>
  <p:tag name="KSO_WM_BEAUTIFY_FLAG" val="#wm#"/>
  <p:tag name="KSO_WM_UNIT_TYPE" val="i"/>
  <p:tag name="KSO_WM_UNIT_INDEX" val="8"/>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9"/>
  <p:tag name="KSO_WM_UNIT_LAYERLEVEL" val="1"/>
  <p:tag name="KSO_WM_TAG_VERSION" val="1.0"/>
  <p:tag name="KSO_WM_BEAUTIFY_FLAG" val="#wm#"/>
  <p:tag name="KSO_WM_UNIT_TYPE" val="i"/>
  <p:tag name="KSO_WM_UNIT_INDEX" val="9"/>
</p:tagLst>
</file>

<file path=ppt/tags/tag86.xml><?xml version="1.0" encoding="utf-8"?>
<p:tagLst xmlns:p="http://schemas.openxmlformats.org/presentationml/2006/main">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1.0"/>
  <p:tag name="KSO_WM_BEAUTIFY_FLAG" val="#wm#"/>
  <p:tag name="KSO_WM_UNIT_CONTENT_GROUP_TYPE" val="contentchip"/>
</p:tagLst>
</file>

<file path=ppt/tags/tag87.xml><?xml version="1.0" encoding="utf-8"?>
<p:tagLst xmlns:p="http://schemas.openxmlformats.org/presentationml/2006/main">
  <p:tag name="KSO_WM_UNIT_ISCONTENTSTITLE" val="0"/>
  <p:tag name="KSO_WM_UNIT_ISNUMDGMTITLE" val="0"/>
  <p:tag name="KSO_WM_UNIT_PRESET_TEXT" val="THANKS"/>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1.0"/>
  <p:tag name="KSO_WM_BEAUTIFY_FLAG" val="#wm#"/>
  <p:tag name="KSO_WM_UNIT_CONTENT_GROUP_TYPE" val="contentchip"/>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1.0"/>
  <p:tag name="KSO_WM_BEAUTIFY_FLAG" val="#wm#"/>
  <p:tag name="KSO_WM_UNIT_CONTENT_GROUP_TYPE" val="titlestyle"/>
  <p:tag name="KSO_WM_UNIT_TYPE" val="i"/>
  <p:tag name="KSO_WM_UNIT_INDEX"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30280"/>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30280"/>
</p:tagLst>
</file>

<file path=ppt/tags/tag97.xml><?xml version="1.0" encoding="utf-8"?>
<p:tagLst xmlns:p="http://schemas.openxmlformats.org/presentationml/2006/main">
  <p:tag name="KSO_WM_TEMPLATE_SUBCATEGORY" val="29"/>
  <p:tag name="KSO_WM_TEMPLATE_MASTER_TYPE" val="0"/>
  <p:tag name="KSO_WM_TEMPLATE_COLOR_TYPE" val="0"/>
  <p:tag name="KSO_WM_TAG_VERSION" val="1.0"/>
  <p:tag name="KSO_WM_BEAUTIFY_FLAG" val="#wm#"/>
  <p:tag name="KSO_WM_TEMPLATE_CATEGORY" val="custom"/>
  <p:tag name="KSO_WM_TEMPLATE_INDEX" val="20230280"/>
  <p:tag name="KSO_WM_SPECIAL_SOURCE" val="bdnull"/>
  <p:tag name="KSO_WM_TEMPLATE_THUMBS_INDEX" val="1、9"/>
</p:tagLst>
</file>

<file path=ppt/tags/tag98.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1*f*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汇报人：WPS"/>
</p:tagLst>
</file>

<file path=ppt/tags/tag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1*a*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单击此处&#10;添加文档标题"/>
</p:tagLst>
</file>

<file path=ppt/tags/tag100.xml><?xml version="1.0" encoding="utf-8"?>
<p:tagLst xmlns:p="http://schemas.openxmlformats.org/presentationml/2006/main">
  <p:tag name="KSO_WM_SLIDE_ID" val="custom20230280_1"/>
  <p:tag name="KSO_WM_TEMPLATE_SUBCATEGORY" val="29"/>
  <p:tag name="KSO_WM_TEMPLATE_MASTER_TYPE" val="0"/>
  <p:tag name="KSO_WM_TEMPLATE_COLOR_TYPE" val="0"/>
  <p:tag name="KSO_WM_SLIDE_ITEM_CNT" val="0"/>
  <p:tag name="KSO_WM_SLIDE_INDEX" val="1"/>
  <p:tag name="KSO_WM_TAG_VERSION" val="1.0"/>
  <p:tag name="KSO_WM_BEAUTIFY_FLAG" val="#wm#"/>
  <p:tag name="KSO_WM_TEMPLATE_CATEGORY" val="custom"/>
  <p:tag name="KSO_WM_TEMPLATE_INDEX" val="20230280"/>
  <p:tag name="KSO_WM_SLIDE_TYPE" val="title"/>
  <p:tag name="KSO_WM_SLIDE_SUBTYPE" val="pureTxt"/>
  <p:tag name="KSO_WM_SLIDE_LAYOUT" val="a_b_f"/>
  <p:tag name="KSO_WM_SLIDE_LAYOUT_CNT" val="1_1_1"/>
  <p:tag name="KSO_WM_SPECIAL_SOURCE" val="bdnull"/>
  <p:tag name="KSO_WM_TEMPLATE_THUMBS_INDEX" val="1、9"/>
  <p:tag name="KSO_WM_SLIDE_CONTENT_AREA" val="{&quot;left&quot;:&quot;413.45&quot;,&quot;top&quot;:&quot;89.95&quot;,&quot;width&quot;:&quot;493.5&quot;,&quot;height&quot;:&quot;323.95&quot;}"/>
</p:tagLst>
</file>

<file path=ppt/tags/tag101.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4*a*1"/>
  <p:tag name="KSO_WM_TEMPLATE_CATEGORY" val="custom"/>
  <p:tag name="KSO_WM_TEMPLATE_INDEX" val="20230280"/>
  <p:tag name="KSO_WM_UNIT_LAYERLEVEL" val="1"/>
  <p:tag name="KSO_WM_TAG_VERSION" val="1.0"/>
  <p:tag name="KSO_WM_BEAUTIFY_FLAG" val="#wm#"/>
  <p:tag name="KSO_WM_DIAGRAM_GROUP_CODE" val="l1-1"/>
  <p:tag name="KSO_WM_UNIT_PRESET_TEXT" val="目录"/>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280_4*l_h_i*1_1_1"/>
  <p:tag name="KSO_WM_TEMPLATE_CATEGORY" val="custom"/>
  <p:tag name="KSO_WM_TEMPLATE_INDEX" val="20230280"/>
  <p:tag name="KSO_WM_UNIT_LAYERLEVEL" val="1_1_1"/>
  <p:tag name="KSO_WM_TAG_VERSION" val="1.0"/>
  <p:tag name="KSO_WM_BEAUTIFY_FLAG" val="#wm#"/>
  <p:tag name="KSO_WM_DIAGRAM_GROUP_CODE" val="l1-1"/>
  <p:tag name="KSO_WM_DIAGRAM_VERSION" val="3"/>
  <p:tag name="KSO_WM_UNIT_PRESET_TEXT" val="01"/>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80"/>
  <p:tag name="KSO_WM_UNIT_LAYERLEVEL" val="1_1_1"/>
  <p:tag name="KSO_WM_TAG_VERSION" val="1.0"/>
  <p:tag name="KSO_WM_BEAUTIFY_FLAG" val="#wm#"/>
  <p:tag name="KSO_WM_DIAGRAM_GROUP_CODE" val="l1-1"/>
  <p:tag name="KSO_WM_UNIT_VALUE" val="36"/>
  <p:tag name="KSO_WM_UNIT_TYPE" val="l_h_a"/>
  <p:tag name="KSO_WM_UNIT_ID" val="custom20230280_4*l_h_a*1_1_1"/>
  <p:tag name="KSO_WM_DIAGRAM_VERSION" val="3"/>
  <p:tag name="KSO_WM_UNIT_PRESET_TEXT" val="添加目录文本"/>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80_4*l_h_i*1_2_1"/>
  <p:tag name="KSO_WM_TEMPLATE_CATEGORY" val="custom"/>
  <p:tag name="KSO_WM_TEMPLATE_INDEX" val="20230280"/>
  <p:tag name="KSO_WM_UNIT_LAYERLEVEL" val="1_1_1"/>
  <p:tag name="KSO_WM_TAG_VERSION" val="1.0"/>
  <p:tag name="KSO_WM_BEAUTIFY_FLAG" val="#wm#"/>
  <p:tag name="KSO_WM_DIAGRAM_GROUP_CODE" val="l1-1"/>
  <p:tag name="KSO_WM_DIAGRAM_VERSION" val="3"/>
  <p:tag name="KSO_WM_UNIT_PRESET_TEXT" val="02"/>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80"/>
  <p:tag name="KSO_WM_UNIT_LAYERLEVEL" val="1_1_1"/>
  <p:tag name="KSO_WM_TAG_VERSION" val="1.0"/>
  <p:tag name="KSO_WM_BEAUTIFY_FLAG" val="#wm#"/>
  <p:tag name="KSO_WM_DIAGRAM_GROUP_CODE" val="l1-1"/>
  <p:tag name="KSO_WM_UNIT_VALUE" val="36"/>
  <p:tag name="KSO_WM_UNIT_TYPE" val="l_h_a"/>
  <p:tag name="KSO_WM_UNIT_ID" val="custom20230280_4*l_h_a*1_2_1"/>
  <p:tag name="KSO_WM_DIAGRAM_VERSION" val="3"/>
  <p:tag name="KSO_WM_UNIT_PRESET_TEXT" val="添加目录文本"/>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280_4*l_h_i*1_3_1"/>
  <p:tag name="KSO_WM_TEMPLATE_CATEGORY" val="custom"/>
  <p:tag name="KSO_WM_TEMPLATE_INDEX" val="20230280"/>
  <p:tag name="KSO_WM_UNIT_LAYERLEVEL" val="1_1_1"/>
  <p:tag name="KSO_WM_TAG_VERSION" val="1.0"/>
  <p:tag name="KSO_WM_BEAUTIFY_FLAG" val="#wm#"/>
  <p:tag name="KSO_WM_DIAGRAM_GROUP_CODE" val="l1-1"/>
  <p:tag name="KSO_WM_DIAGRAM_VERSION" val="3"/>
  <p:tag name="KSO_WM_UNIT_PRESET_TEXT" val="03"/>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80"/>
  <p:tag name="KSO_WM_UNIT_LAYERLEVEL" val="1_1_1"/>
  <p:tag name="KSO_WM_TAG_VERSION" val="1.0"/>
  <p:tag name="KSO_WM_BEAUTIFY_FLAG" val="#wm#"/>
  <p:tag name="KSO_WM_DIAGRAM_GROUP_CODE" val="l1-1"/>
  <p:tag name="KSO_WM_UNIT_VALUE" val="36"/>
  <p:tag name="KSO_WM_UNIT_TYPE" val="l_h_a"/>
  <p:tag name="KSO_WM_UNIT_ID" val="custom20230280_4*l_h_a*1_3_1"/>
  <p:tag name="KSO_WM_DIAGRAM_VERSION" val="3"/>
  <p:tag name="KSO_WM_UNIT_PRESET_TEXT" val="添加目录文本"/>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80_4*l_h_i*1_2_1"/>
  <p:tag name="KSO_WM_TEMPLATE_CATEGORY" val="custom"/>
  <p:tag name="KSO_WM_TEMPLATE_INDEX" val="20230280"/>
  <p:tag name="KSO_WM_UNIT_LAYERLEVEL" val="1_1_1"/>
  <p:tag name="KSO_WM_TAG_VERSION" val="1.0"/>
  <p:tag name="KSO_WM_BEAUTIFY_FLAG" val=""/>
  <p:tag name="KSO_WM_DIAGRAM_GROUP_CODE" val="l1-1"/>
  <p:tag name="KSO_WM_DIAGRAM_VERSION" val="3"/>
  <p:tag name="KSO_WM_UNIT_PRESET_TEXT" val="02"/>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80"/>
  <p:tag name="KSO_WM_UNIT_LAYERLEVEL" val="1_1_1"/>
  <p:tag name="KSO_WM_TAG_VERSION" val="1.0"/>
  <p:tag name="KSO_WM_BEAUTIFY_FLAG" val=""/>
  <p:tag name="KSO_WM_DIAGRAM_GROUP_CODE" val="l1-1"/>
  <p:tag name="KSO_WM_UNIT_VALUE" val="36"/>
  <p:tag name="KSO_WM_UNIT_TYPE" val="l_h_a"/>
  <p:tag name="KSO_WM_UNIT_ID" val="custom20230280_4*l_h_a*1_3_1"/>
  <p:tag name="KSO_WM_DIAGRAM_VERSION" val="3"/>
  <p:tag name="KSO_WM_UNIT_PRESET_TEXT" val="添加目录文本"/>
  <p:tag name="KSO_WM_DIAGRAM_MAX_ITEMCNT" val="6"/>
  <p:tag name="KSO_WM_DIAGRAM_MIN_ITEMCNT" val="2"/>
  <p:tag name="KSO_WM_DIAGRAM_VIRTUALLY_FRAME" val="{&quot;height&quot;:360.1,&quot;width&quot;:645.05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0.xml><?xml version="1.0" encoding="utf-8"?>
<p:tagLst xmlns:p="http://schemas.openxmlformats.org/presentationml/2006/main">
  <p:tag name="KSO_WM_SLIDE_ID" val="custom20230280_4"/>
  <p:tag name="KSO_WM_TEMPLATE_SUBCATEGORY" val="29"/>
  <p:tag name="KSO_WM_TEMPLATE_MASTER_TYPE" val="0"/>
  <p:tag name="KSO_WM_TEMPLATE_COLOR_TYPE" val="0"/>
  <p:tag name="KSO_WM_SLIDE_ITEM_CNT" val="4"/>
  <p:tag name="KSO_WM_SLIDE_INDEX" val="4"/>
  <p:tag name="KSO_WM_TAG_VERSION" val="1.0"/>
  <p:tag name="KSO_WM_BEAUTIFY_FLAG" val="#wm#"/>
  <p:tag name="KSO_WM_TEMPLATE_CATEGORY" val="custom"/>
  <p:tag name="KSO_WM_TEMPLATE_INDEX" val="20230280"/>
  <p:tag name="KSO_WM_SLIDE_TYPE" val="contents"/>
  <p:tag name="KSO_WM_SLIDE_SUBTYPE" val="diag"/>
  <p:tag name="KSO_WM_SLIDE_LAYOUT" val="a_l"/>
  <p:tag name="KSO_WM_SLIDE_LAYOUT_CNT" val="1_1"/>
  <p:tag name="KSO_WM_SPECIAL_SOURCE" val="bdnull"/>
  <p:tag name="KSO_WM_DIAGRAM_GROUP_CODE" val="l1-1"/>
  <p:tag name="KSO_WM_SLIDE_DIAGTYPE" val="l"/>
</p:tagLst>
</file>

<file path=ppt/tags/tag1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7*a*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单击添加文档标题"/>
</p:tagLst>
</file>

<file path=ppt/tags/tag112.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80_7*e*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01"/>
</p:tagLst>
</file>

<file path=ppt/tags/tag113.xml><?xml version="1.0" encoding="utf-8"?>
<p:tagLst xmlns:p="http://schemas.openxmlformats.org/presentationml/2006/main">
  <p:tag name="KSO_WM_SLIDE_ID" val="custom20230280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280"/>
  <p:tag name="KSO_WM_SLIDE_TYPE" val="sectionTitle"/>
  <p:tag name="KSO_WM_SLIDE_SUBTYPE" val="pureTxt"/>
  <p:tag name="KSO_WM_SLIDE_LAYOUT" val="a_e"/>
  <p:tag name="KSO_WM_SLIDE_LAYOUT_CNT" val="1_1"/>
  <p:tag name="KSO_WM_SPECIAL_SOURCE" val="bdnull"/>
  <p:tag name="KSO_WM_SLIDE_CONTENT_AREA" val="{&quot;left&quot;:&quot;139.5&quot;,&quot;top&quot;:&quot;66.4&quot;,&quot;width&quot;:&quot;693&quot;,&quot;height&quot;:&quot;392.25&quot;}"/>
</p:tagLst>
</file>

<file path=ppt/tags/tag1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16.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23.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7*a*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单击添加文档标题"/>
</p:tagLst>
</file>

<file path=ppt/tags/tag125.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80_7*e*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01"/>
</p:tagLst>
</file>

<file path=ppt/tags/tag126.xml><?xml version="1.0" encoding="utf-8"?>
<p:tagLst xmlns:p="http://schemas.openxmlformats.org/presentationml/2006/main">
  <p:tag name="KSO_WM_SLIDE_ID" val="custom20230280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280"/>
  <p:tag name="KSO_WM_SLIDE_TYPE" val="sectionTitle"/>
  <p:tag name="KSO_WM_SLIDE_SUBTYPE" val="pureTxt"/>
  <p:tag name="KSO_WM_SLIDE_LAYOUT" val="a_e"/>
  <p:tag name="KSO_WM_SLIDE_LAYOUT_CNT" val="1_1"/>
  <p:tag name="KSO_WM_SPECIAL_SOURCE" val="bdnull"/>
  <p:tag name="KSO_WM_SLIDE_CONTENT_AREA" val="{&quot;left&quot;:&quot;139.5&quot;,&quot;top&quot;:&quot;66.4&quot;,&quot;width&quot;:&quot;693&quot;,&quot;height&quot;:&quot;392.25&quot;}"/>
</p:tagLst>
</file>

<file path=ppt/tags/tag12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29.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32.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35.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38.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41.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44.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4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47.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4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50.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53.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56.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5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7*a*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单击添加文档标题"/>
</p:tagLst>
</file>

<file path=ppt/tags/tag15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80_7*e*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01"/>
</p:tagLst>
</file>

<file path=ppt/tags/tag159.xml><?xml version="1.0" encoding="utf-8"?>
<p:tagLst xmlns:p="http://schemas.openxmlformats.org/presentationml/2006/main">
  <p:tag name="KSO_WM_SLIDE_ID" val="custom20230280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280"/>
  <p:tag name="KSO_WM_SLIDE_TYPE" val="sectionTitle"/>
  <p:tag name="KSO_WM_SLIDE_SUBTYPE" val="pureTxt"/>
  <p:tag name="KSO_WM_SLIDE_LAYOUT" val="a_e"/>
  <p:tag name="KSO_WM_SLIDE_LAYOUT_CNT" val="1_1"/>
  <p:tag name="KSO_WM_SPECIAL_SOURCE" val="bdnull"/>
  <p:tag name="KSO_WM_SLIDE_CONTENT_AREA" val="{&quot;left&quot;:&quot;139.5&quot;,&quot;top&quot;:&quot;66.4&quot;,&quot;width&quot;:&quot;693&quot;,&quot;height&quot;:&quot;392.25&quot;}"/>
</p:tagLst>
</file>

<file path=ppt/tags/tag16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8*f*1"/>
  <p:tag name="KSO_WM_TEMPLATE_CATEGORY" val="custom"/>
  <p:tag name="KSO_WM_TEMPLATE_INDEX" val="20230280"/>
  <p:tag name="KSO_WM_UNIT_LAYERLEVEL" val="1"/>
  <p:tag name="KSO_WM_TAG_VERSION" val="1.0"/>
  <p:tag name="KSO_WM_BEAUTIFY_FLAG" val="#wm#"/>
  <p:tag name="KSO_WM_UNIT_PRESET_TEXT" val="单击此处添加文本"/>
</p:tagLst>
</file>

<file path=ppt/tags/tag1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8*a*1"/>
  <p:tag name="KSO_WM_TEMPLATE_CATEGORY" val="custom"/>
  <p:tag name="KSO_WM_TEMPLATE_INDEX" val="20230280"/>
  <p:tag name="KSO_WM_UNIT_LAYERLEVEL" val="1"/>
  <p:tag name="KSO_WM_TAG_VERSION" val="1.0"/>
  <p:tag name="KSO_WM_BEAUTIFY_FLAG" val="#wm#"/>
  <p:tag name="KSO_WM_UNIT_CONTENT_GROUP_TYPE" val="titlestyle"/>
  <p:tag name="KSO_WM_UNIT_PRESET_TEXT" val="单击添加文档标题"/>
</p:tagLst>
</file>

<file path=ppt/tags/tag162.xml><?xml version="1.0" encoding="utf-8"?>
<p:tagLst xmlns:p="http://schemas.openxmlformats.org/presentationml/2006/main">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80"/>
  <p:tag name="KSO_WM_SLIDE_TYPE" val="text"/>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63.xml><?xml version="1.0" encoding="utf-8"?>
<p:tagLst xmlns:p="http://schemas.openxmlformats.org/presentationml/2006/main">
  <p:tag name="KSO_WM_BEAUTIFY_FLAG" val="#wm#"/>
  <p:tag name="KSO_WM_TEMPLATE_CATEGORY" val="custom"/>
  <p:tag name="KSO_WM_TEMPLATE_INDEX" val="20230280"/>
</p:tagLst>
</file>

<file path=ppt/tags/tag164.xml><?xml version="1.0" encoding="utf-8"?>
<p:tagLst xmlns:p="http://schemas.openxmlformats.org/presentationml/2006/main">
  <p:tag name="KSO_WM_BEAUTIFY_FLAG" val="#wm#"/>
  <p:tag name="KSO_WM_TEMPLATE_CATEGORY" val="custom"/>
  <p:tag name="KSO_WM_TEMPLATE_INDEX" val="20230280"/>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wm#"/>
  <p:tag name="KSO_WM_TEMPLATE_CATEGORY" val="custom"/>
  <p:tag name="KSO_WM_TEMPLATE_INDEX" val="20230280"/>
</p:tagLst>
</file>

<file path=ppt/tags/tag167.xml><?xml version="1.0" encoding="utf-8"?>
<p:tagLst xmlns:p="http://schemas.openxmlformats.org/presentationml/2006/main">
  <p:tag name="KSO_WM_BEAUTIFY_FLAG" val="#wm#"/>
  <p:tag name="KSO_WM_TEMPLATE_CATEGORY" val="custom"/>
  <p:tag name="KSO_WM_TEMPLATE_INDEX" val="20230280"/>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wm#"/>
  <p:tag name="KSO_WM_TEMPLATE_CATEGORY" val="custom"/>
  <p:tag name="KSO_WM_TEMPLATE_INDEX" val="20230280"/>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wm#"/>
  <p:tag name="KSO_WM_TEMPLATE_CATEGORY" val="custom"/>
  <p:tag name="KSO_WM_TEMPLATE_INDEX" val="20230280"/>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wm#"/>
  <p:tag name="KSO_WM_TEMPLATE_CATEGORY" val="custom"/>
  <p:tag name="KSO_WM_TEMPLATE_INDEX" val="20230280"/>
</p:tagLst>
</file>

<file path=ppt/tags/tag1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9*a*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THANKS"/>
</p:tagLst>
</file>

<file path=ppt/tags/tag176.xml><?xml version="1.0" encoding="utf-8"?>
<p:tagLst xmlns:p="http://schemas.openxmlformats.org/presentationml/2006/main">
  <p:tag name="KSO_WM_SLIDE_ID" val="custom20230280_9"/>
  <p:tag name="KSO_WM_TEMPLATE_SUBCATEGORY" val="29"/>
  <p:tag name="KSO_WM_TEMPLATE_MASTER_TYPE" val="0"/>
  <p:tag name="KSO_WM_TEMPLATE_COLOR_TYPE" val="0"/>
  <p:tag name="KSO_WM_SLIDE_ITEM_CNT" val="0"/>
  <p:tag name="KSO_WM_SLIDE_INDEX" val="9"/>
  <p:tag name="KSO_WM_TAG_VERSION" val="1.0"/>
  <p:tag name="KSO_WM_BEAUTIFY_FLAG" val="#wm#"/>
  <p:tag name="KSO_WM_TEMPLATE_CATEGORY" val="custom"/>
  <p:tag name="KSO_WM_TEMPLATE_INDEX" val="20230280"/>
  <p:tag name="KSO_WM_SLIDE_TYPE" val="endPage"/>
  <p:tag name="KSO_WM_SLIDE_SUBTYPE" val="pureTxt"/>
  <p:tag name="KSO_WM_SLIDE_LAYOUT" val="a_f"/>
  <p:tag name="KSO_WM_SLIDE_LAYOUT_CNT" val="1_1"/>
  <p:tag name="KSO_WM_SPECIAL_SOURCE" val="bdnull"/>
  <p:tag name="KSO_WM_SLIDE_CONTENT_AREA" val="{&quot;left&quot;:&quot;425.85&quot;,&quot;top&quot;:&quot;88.35&quot;,&quot;width&quot;:&quot;476.05&quot;,&quot;height&quot;:&quot;323.95&quot;}"/>
</p:tagLst>
</file>

<file path=ppt/tags/tag177.xml><?xml version="1.0" encoding="utf-8"?>
<p:tagLst xmlns:p="http://schemas.openxmlformats.org/presentationml/2006/main">
  <p:tag name="KSO_WPP_MARK_KEY" val="e7694deb-50af-436e-b4e1-30b8f5ad9460"/>
  <p:tag name="COMMONDATA" val="eyJoZGlkIjoiZjQyZTJmZjJmYTVlMmQ5MmU5OTMyMTM0NzEyYmVjMWMifQ=="/>
  <p:tag name="commondata" val="eyJoZGlkIjoiMGNmMmY3ODJlNjI3ZDFkNzg3MTU1ZWUyOWE4NWNkM2IifQ=="/>
</p:tagLst>
</file>

<file path=ppt/theme/theme1.xml><?xml version="1.0" encoding="utf-8"?>
<a:theme xmlns:a="http://schemas.openxmlformats.org/drawingml/2006/main" name="Office 主题">
  <a:themeElements>
    <a:clrScheme name="自定义 116">
      <a:dk1>
        <a:srgbClr val="000000"/>
      </a:dk1>
      <a:lt1>
        <a:srgbClr val="FFFFFF"/>
      </a:lt1>
      <a:dk2>
        <a:srgbClr val="1F4A2C"/>
      </a:dk2>
      <a:lt2>
        <a:srgbClr val="F1F9F3"/>
      </a:lt2>
      <a:accent1>
        <a:srgbClr val="80B0B2"/>
      </a:accent1>
      <a:accent2>
        <a:srgbClr val="789FB8"/>
      </a:accent2>
      <a:accent3>
        <a:srgbClr val="6F8EBE"/>
      </a:accent3>
      <a:accent4>
        <a:srgbClr val="9FC597"/>
      </a:accent4>
      <a:accent5>
        <a:srgbClr val="94B77F"/>
      </a:accent5>
      <a:accent6>
        <a:srgbClr val="7EA560"/>
      </a:accent6>
      <a:hlink>
        <a:srgbClr val="0563C1"/>
      </a:hlink>
      <a:folHlink>
        <a:srgbClr val="954D72"/>
      </a:folHlink>
    </a:clrScheme>
    <a:fontScheme name="自定义 47">
      <a:majorFont>
        <a:latin typeface="汉仪书宋二简"/>
        <a:ea typeface="汉仪书宋二简"/>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MiSans Normal"/>
        <a:font script="Hebr" typeface="MiSans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iSans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MiSans Normal"/>
        <a:font script="Hebr" typeface="MiSans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iSans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1475</Words>
  <Application>WPS 演示</Application>
  <PresentationFormat>宽屏</PresentationFormat>
  <Paragraphs>165</Paragraphs>
  <Slides>27</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Arial</vt:lpstr>
      <vt:lpstr>宋体</vt:lpstr>
      <vt:lpstr>Wingdings</vt:lpstr>
      <vt:lpstr>MiSans Normal</vt:lpstr>
      <vt:lpstr>Wingdings</vt:lpstr>
      <vt:lpstr>汉仪书宋二简</vt:lpstr>
      <vt:lpstr>微软雅黑</vt:lpstr>
      <vt:lpstr>Arial Unicode MS</vt:lpstr>
      <vt:lpstr>等线</vt:lpstr>
      <vt:lpstr>MiSans Normal</vt:lpstr>
      <vt:lpstr>Segoe Print</vt:lpstr>
      <vt:lpstr>Office 主题</vt:lpstr>
      <vt:lpstr>  第六组 BMP图像旋转</vt:lpstr>
      <vt:lpstr>目录</vt:lpstr>
      <vt:lpstr>引言与要求</vt:lpstr>
      <vt:lpstr>1.引言与要求</vt:lpstr>
      <vt:lpstr>1.引言与要求</vt:lpstr>
      <vt:lpstr>1.引言与要求</vt:lpstr>
      <vt:lpstr>代码分享与解读</vt:lpstr>
      <vt:lpstr>2.代码分享与解读</vt:lpstr>
      <vt:lpstr>2.代码分享与解读</vt:lpstr>
      <vt:lpstr>2.代码分享与解读</vt:lpstr>
      <vt:lpstr>2.代码分享与解读</vt:lpstr>
      <vt:lpstr>2.代码分享与解读</vt:lpstr>
      <vt:lpstr>2.代码分享与解读</vt:lpstr>
      <vt:lpstr>2.代码分享与解读</vt:lpstr>
      <vt:lpstr>2.代码分享与解读</vt:lpstr>
      <vt:lpstr>2.代码分享与解读</vt:lpstr>
      <vt:lpstr>2.代码分享与解读</vt:lpstr>
      <vt:lpstr>结果展示</vt:lpstr>
      <vt:lpstr>3.结果展示</vt:lpstr>
      <vt:lpstr>调试过程</vt:lpstr>
      <vt:lpstr>4.调试过程</vt:lpstr>
      <vt:lpstr>4.调试过程</vt:lpstr>
      <vt:lpstr>4.调试过程</vt:lpstr>
      <vt:lpstr>4.调试过程</vt:lpstr>
      <vt:lpstr>4.调试过程</vt:lpstr>
      <vt:lpstr>4.调试过程</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€Ⅸ¾</cp:lastModifiedBy>
  <cp:revision>71</cp:revision>
  <dcterms:created xsi:type="dcterms:W3CDTF">2023-05-10T10:19:00Z</dcterms:created>
  <dcterms:modified xsi:type="dcterms:W3CDTF">2023-11-21T04:47:15Z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AFE87BE9AEA04574A60379F312E97059_11</vt:lpwstr>
  </property>
</Properties>
</file>